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7" r:id="rId5"/>
  </p:sldMasterIdLst>
  <p:notesMasterIdLst>
    <p:notesMasterId r:id="rId6"/>
  </p:notesMasterIdLst>
  <p:sldIdLst>
    <p:sldId id="256" r:id="rId7"/>
    <p:sldId id="257" r:id="rId8"/>
    <p:sldId id="258" r:id="rId9"/>
  </p:sldIdLst>
  <p:sldSz cy="6858000" cx="9144000"/>
  <p:notesSz cx="7099300" cy="102346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663">
          <p15:clr>
            <a:srgbClr val="A4A3A4"/>
          </p15:clr>
        </p15:guide>
        <p15:guide id="2" orient="horz" pos="1412">
          <p15:clr>
            <a:srgbClr val="A4A3A4"/>
          </p15:clr>
        </p15:guide>
        <p15:guide id="3" pos="181">
          <p15:clr>
            <a:srgbClr val="A4A3A4"/>
          </p15:clr>
        </p15:guide>
        <p15:guide id="4" pos="5556">
          <p15:clr>
            <a:srgbClr val="A4A3A4"/>
          </p15:clr>
        </p15:guide>
        <p15:guide id="5" pos="2903">
          <p15:clr>
            <a:srgbClr val="A4A3A4"/>
          </p15:clr>
        </p15:guide>
        <p15:guide id="6" orient="horz" pos="700">
          <p15:clr>
            <a:srgbClr val="A4A3A4"/>
          </p15:clr>
        </p15:guide>
        <p15:guide id="7" orient="horz" pos="4119">
          <p15:clr>
            <a:srgbClr val="A4A3A4"/>
          </p15:clr>
        </p15:guide>
        <p15:guide id="8" pos="311">
          <p15:clr>
            <a:srgbClr val="A4A3A4"/>
          </p15:clr>
        </p15:guide>
        <p15:guide id="9" pos="5501">
          <p15:clr>
            <a:srgbClr val="A4A3A4"/>
          </p15:clr>
        </p15:guide>
        <p15:guide id="10" orient="horz" pos="462">
          <p15:clr>
            <a:srgbClr val="A4A3A4"/>
          </p15:clr>
        </p15:guide>
        <p15:guide id="11" pos="77">
          <p15:clr>
            <a:srgbClr val="A4A3A4"/>
          </p15:clr>
        </p15:guide>
        <p15:guide id="12" pos="72">
          <p15:clr>
            <a:srgbClr val="A4A3A4"/>
          </p15:clr>
        </p15:guide>
        <p15:guide id="13" orient="horz" pos="2">
          <p15:clr>
            <a:srgbClr val="A4A3A4"/>
          </p15:clr>
        </p15:guide>
        <p15:guide id="14" pos="807">
          <p15:clr>
            <a:srgbClr val="A4A3A4"/>
          </p15:clr>
        </p15:guide>
        <p15:guide id="15" pos="1463">
          <p15:clr>
            <a:srgbClr val="A4A3A4"/>
          </p15:clr>
        </p15:guide>
        <p15:guide id="16" pos="2079">
          <p15:clr>
            <a:srgbClr val="A4A3A4"/>
          </p15:clr>
        </p15:guide>
        <p15:guide id="17" pos="2714">
          <p15:clr>
            <a:srgbClr val="A4A3A4"/>
          </p15:clr>
        </p15:guide>
        <p15:guide id="18" pos="3370">
          <p15:clr>
            <a:srgbClr val="A4A3A4"/>
          </p15:clr>
        </p15:guide>
        <p15:guide id="19" pos="3985">
          <p15:clr>
            <a:srgbClr val="A4A3A4"/>
          </p15:clr>
        </p15:guide>
        <p15:guide id="20" pos="4631">
          <p15:clr>
            <a:srgbClr val="A4A3A4"/>
          </p15:clr>
        </p15:guide>
        <p15:guide id="21" orient="horz" pos="581">
          <p15:clr>
            <a:srgbClr val="A4A3A4"/>
          </p15:clr>
        </p15:guide>
        <p15:guide id="22" orient="horz" pos="3230">
          <p15:clr>
            <a:srgbClr val="A4A3A4"/>
          </p15:clr>
        </p15:guide>
        <p15:guide id="23" orient="horz" pos="1230">
          <p15:clr>
            <a:srgbClr val="A4A3A4"/>
          </p15:clr>
        </p15:guide>
        <p15:guide id="24" orient="horz">
          <p15:clr>
            <a:srgbClr val="A4A3A4"/>
          </p15:clr>
        </p15:guide>
        <p15:guide id="25" orient="horz" pos="1450">
          <p15:clr>
            <a:srgbClr val="A4A3A4"/>
          </p15:clr>
        </p15:guide>
        <p15:guide id="26" pos="281">
          <p15:clr>
            <a:srgbClr val="A4A3A4"/>
          </p15:clr>
        </p15:guide>
        <p15:guide id="27" orient="horz" pos="3095">
          <p15:clr>
            <a:srgbClr val="A4A3A4"/>
          </p15:clr>
        </p15:guide>
        <p15:guide id="28" orient="horz" pos="2372">
          <p15:clr>
            <a:srgbClr val="A4A3A4"/>
          </p15:clr>
        </p15:guide>
        <p15:guide id="29" orient="horz" pos="4159">
          <p15:clr>
            <a:srgbClr val="A4A3A4"/>
          </p15:clr>
        </p15:guide>
        <p15:guide id="30" pos="313">
          <p15:clr>
            <a:srgbClr val="A4A3A4"/>
          </p15:clr>
        </p15:guide>
        <p15:guide id="31" pos="1655">
          <p15:clr>
            <a:srgbClr val="A4A3A4"/>
          </p15:clr>
        </p15:guide>
        <p15:guide id="32" pos="5727">
          <p15:clr>
            <a:srgbClr val="A4A3A4"/>
          </p15:clr>
        </p15:guide>
        <p15:guide id="33" orient="horz" pos="632">
          <p15:clr>
            <a:srgbClr val="A4A3A4"/>
          </p15:clr>
        </p15:guide>
        <p15:guide id="34" orient="horz" pos="1461">
          <p15:clr>
            <a:srgbClr val="A4A3A4"/>
          </p15:clr>
        </p15:guide>
        <p15:guide id="35" orient="horz" pos="2262">
          <p15:clr>
            <a:srgbClr val="A4A3A4"/>
          </p15:clr>
        </p15:guide>
        <p15:guide id="36" orient="horz" pos="3072">
          <p15:clr>
            <a:srgbClr val="A4A3A4"/>
          </p15:clr>
        </p15:guide>
        <p15:guide id="37" pos="765">
          <p15:clr>
            <a:srgbClr val="A4A3A4"/>
          </p15:clr>
        </p15:guide>
        <p15:guide id="38" pos="5580">
          <p15:clr>
            <a:srgbClr val="A4A3A4"/>
          </p15:clr>
        </p15:guide>
        <p15:guide id="39" pos="5039">
          <p15:clr>
            <a:srgbClr val="A4A3A4"/>
          </p15:clr>
        </p15:guide>
        <p15:guide id="40" orient="horz" pos="621">
          <p15:clr>
            <a:srgbClr val="A4A3A4"/>
          </p15:clr>
        </p15:guide>
        <p15:guide id="41" orient="horz" pos="38">
          <p15:clr>
            <a:srgbClr val="A4A3A4"/>
          </p15:clr>
        </p15:guide>
        <p15:guide id="42" orient="horz" pos="4319">
          <p15:clr>
            <a:srgbClr val="A4A3A4"/>
          </p15:clr>
        </p15:guide>
        <p15:guide id="43" orient="horz" pos="39">
          <p15:clr>
            <a:srgbClr val="A4A3A4"/>
          </p15:clr>
        </p15:guide>
        <p15:guide id="44" pos="3367">
          <p15:clr>
            <a:srgbClr val="A4A3A4"/>
          </p15:clr>
        </p15:guide>
        <p15:guide id="45" pos="4655">
          <p15:clr>
            <a:srgbClr val="A4A3A4"/>
          </p15:clr>
        </p15:guide>
        <p15:guide id="46" orient="horz" pos="1">
          <p15:clr>
            <a:srgbClr val="A4A3A4"/>
          </p15:clr>
        </p15:guide>
        <p15:guide id="47" orient="horz" pos="4067">
          <p15:clr>
            <a:srgbClr val="A4A3A4"/>
          </p15:clr>
        </p15:guide>
        <p15:guide id="48" orient="horz" pos="601">
          <p15:clr>
            <a:srgbClr val="A4A3A4"/>
          </p15:clr>
        </p15:guide>
        <p15:guide id="49" pos="149">
          <p15:clr>
            <a:srgbClr val="A4A3A4"/>
          </p15:clr>
        </p15:guide>
        <p15:guide id="50" pos="5589">
          <p15:clr>
            <a:srgbClr val="A4A3A4"/>
          </p15:clr>
        </p15:guide>
        <p15:guide id="51" pos="3227">
          <p15:clr>
            <a:srgbClr val="A4A3A4"/>
          </p15:clr>
        </p15:guide>
      </p15:sldGuideLst>
    </p:ext>
    <p:ext uri="{2D200454-40CA-4A62-9FC3-DE9A4176ACB9}">
      <p15:notesGuideLst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  <p:ext uri="GoogleSlidesCustomDataVersion2">
      <go:slidesCustomData xmlns:go="http://customooxmlschemas.google.com/" r:id="rId10" roundtripDataSignature="AMtx7mgeWzz7Fx3uO+yZqynYAPe6W8tLL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63" orient="horz"/>
        <p:guide pos="1412" orient="horz"/>
        <p:guide pos="181"/>
        <p:guide pos="5556"/>
        <p:guide pos="2903"/>
        <p:guide pos="700" orient="horz"/>
        <p:guide pos="4119" orient="horz"/>
        <p:guide pos="311"/>
        <p:guide pos="5501"/>
        <p:guide pos="462" orient="horz"/>
        <p:guide pos="77"/>
        <p:guide pos="72"/>
        <p:guide pos="2" orient="horz"/>
        <p:guide pos="807"/>
        <p:guide pos="1463"/>
        <p:guide pos="2079"/>
        <p:guide pos="2714"/>
        <p:guide pos="3370"/>
        <p:guide pos="3985"/>
        <p:guide pos="4631"/>
        <p:guide pos="581" orient="horz"/>
        <p:guide pos="3230" orient="horz"/>
        <p:guide pos="1230" orient="horz"/>
        <p:guide orient="horz"/>
        <p:guide pos="1450" orient="horz"/>
        <p:guide pos="281"/>
        <p:guide pos="3095" orient="horz"/>
        <p:guide pos="2372" orient="horz"/>
        <p:guide pos="4159" orient="horz"/>
        <p:guide pos="313"/>
        <p:guide pos="1655"/>
        <p:guide pos="5727"/>
        <p:guide pos="632" orient="horz"/>
        <p:guide pos="1461" orient="horz"/>
        <p:guide pos="2262" orient="horz"/>
        <p:guide pos="3072" orient="horz"/>
        <p:guide pos="765"/>
        <p:guide pos="5580"/>
        <p:guide pos="5039"/>
        <p:guide pos="621" orient="horz"/>
        <p:guide pos="38" orient="horz"/>
        <p:guide pos="4319" orient="horz"/>
        <p:guide pos="39" orient="horz"/>
        <p:guide pos="3367"/>
        <p:guide pos="4655"/>
        <p:guide pos="1" orient="horz"/>
        <p:guide pos="4067" orient="horz"/>
        <p:guide pos="601" orient="horz"/>
        <p:guide pos="149"/>
        <p:guide pos="5589"/>
        <p:guide pos="3227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224" orient="horz"/>
        <p:guide pos="2237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10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4988" cy="51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2725" y="0"/>
            <a:ext cx="3074988" cy="51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993775" y="768350"/>
            <a:ext cx="5116513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4988" cy="511175"/>
          </a:xfrm>
          <a:prstGeom prst="rect">
            <a:avLst/>
          </a:prstGeom>
          <a:noFill/>
          <a:ln>
            <a:noFill/>
          </a:ln>
        </p:spPr>
        <p:txBody>
          <a:bodyPr anchorCtr="0" anchor="b" bIns="47275" lIns="94550" spcFirstLastPara="1" rIns="94550" wrap="square" tIns="47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2725" y="9721850"/>
            <a:ext cx="3074988" cy="511175"/>
          </a:xfrm>
          <a:prstGeom prst="rect">
            <a:avLst/>
          </a:prstGeom>
          <a:noFill/>
          <a:ln>
            <a:noFill/>
          </a:ln>
        </p:spPr>
        <p:txBody>
          <a:bodyPr anchorCtr="0" anchor="b" bIns="47275" lIns="94550" spcFirstLastPara="1" rIns="94550" wrap="square" tIns="47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zh-C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:notes"/>
          <p:cNvSpPr/>
          <p:nvPr>
            <p:ph idx="2" type="sldImg"/>
          </p:nvPr>
        </p:nvSpPr>
        <p:spPr>
          <a:xfrm>
            <a:off x="993775" y="768350"/>
            <a:ext cx="5116513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p1:notes"/>
          <p:cNvSpPr txBox="1"/>
          <p:nvPr>
            <p:ph idx="1" type="body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:notes"/>
          <p:cNvSpPr/>
          <p:nvPr>
            <p:ph idx="2" type="sldImg"/>
          </p:nvPr>
        </p:nvSpPr>
        <p:spPr>
          <a:xfrm>
            <a:off x="993775" y="768350"/>
            <a:ext cx="5116513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54" name="Google Shape;154;p2:notes"/>
          <p:cNvSpPr txBox="1"/>
          <p:nvPr>
            <p:ph idx="1" type="body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:notes"/>
          <p:cNvSpPr txBox="1"/>
          <p:nvPr>
            <p:ph idx="12" type="sldNum"/>
          </p:nvPr>
        </p:nvSpPr>
        <p:spPr>
          <a:xfrm>
            <a:off x="4022725" y="9721850"/>
            <a:ext cx="3074988" cy="511175"/>
          </a:xfrm>
          <a:prstGeom prst="rect">
            <a:avLst/>
          </a:prstGeom>
          <a:noFill/>
          <a:ln>
            <a:noFill/>
          </a:ln>
        </p:spPr>
        <p:txBody>
          <a:bodyPr anchorCtr="0" anchor="b" bIns="47275" lIns="94550" spcFirstLastPara="1" rIns="94550" wrap="square" tIns="47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/>
          <p:nvPr>
            <p:ph idx="2" type="sldImg"/>
          </p:nvPr>
        </p:nvSpPr>
        <p:spPr>
          <a:xfrm>
            <a:off x="993775" y="768350"/>
            <a:ext cx="5116513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67" name="Google Shape;167;p3:notes"/>
          <p:cNvSpPr txBox="1"/>
          <p:nvPr>
            <p:ph idx="1" type="body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7275" lIns="94550" spcFirstLastPara="1" rIns="94550" wrap="square" tIns="47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showMasterSp="0" type="title">
  <p:cSld name="TITLE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/>
          <p:nvPr/>
        </p:nvSpPr>
        <p:spPr>
          <a:xfrm>
            <a:off x="0" y="2276475"/>
            <a:ext cx="9144000" cy="26654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Google Shape;16;p5"/>
          <p:cNvSpPr/>
          <p:nvPr/>
        </p:nvSpPr>
        <p:spPr>
          <a:xfrm>
            <a:off x="0" y="2203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" name="Google Shape;17;p5"/>
          <p:cNvSpPr/>
          <p:nvPr/>
        </p:nvSpPr>
        <p:spPr>
          <a:xfrm>
            <a:off x="0" y="4870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" name="Google Shape;18;p5"/>
          <p:cNvSpPr txBox="1"/>
          <p:nvPr>
            <p:ph type="ctrTitle"/>
          </p:nvPr>
        </p:nvSpPr>
        <p:spPr>
          <a:xfrm>
            <a:off x="1828800" y="1828800"/>
            <a:ext cx="69342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1828800" y="4572000"/>
            <a:ext cx="6934200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标题和内容">
  <p:cSld name="3_标题和内容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idx="12" type="sldNum"/>
          </p:nvPr>
        </p:nvSpPr>
        <p:spPr>
          <a:xfrm>
            <a:off x="6982264" y="6467404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Page </a:t>
            </a: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23" name="Google Shape;23;p6"/>
          <p:cNvSpPr/>
          <p:nvPr/>
        </p:nvSpPr>
        <p:spPr>
          <a:xfrm>
            <a:off x="0" y="6395396"/>
            <a:ext cx="9144000" cy="0"/>
          </a:xfrm>
          <a:custGeom>
            <a:rect b="b" l="l" r="r" t="t"/>
            <a:pathLst>
              <a:path extrusionOk="0" h="120000"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cap="flat" cmpd="sng" w="9525">
            <a:solidFill>
              <a:srgbClr val="FEFE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>
          <a:xfrm>
            <a:off x="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>
  <p:cSld name="标题和内容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idx="1" type="body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7"/>
          <p:cNvSpPr txBox="1"/>
          <p:nvPr>
            <p:ph type="title"/>
          </p:nvPr>
        </p:nvSpPr>
        <p:spPr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Clr>
                <a:srgbClr val="FF0000"/>
              </a:buClr>
              <a:buSzPts val="135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20"/>
              </a:spcBef>
              <a:spcAft>
                <a:spcPts val="0"/>
              </a:spcAft>
              <a:buClr>
                <a:srgbClr val="FF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>
  <p:cSld name="两栏内容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idx="1" type="body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9"/>
          <p:cNvSpPr txBox="1"/>
          <p:nvPr>
            <p:ph idx="2" type="body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9"/>
          <p:cNvSpPr txBox="1"/>
          <p:nvPr>
            <p:ph type="title"/>
          </p:nvPr>
        </p:nvSpPr>
        <p:spPr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23850" lvl="1" marL="9144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30200" lvl="5" marL="27432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30200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30200" lvl="8" marL="41148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1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23850" lvl="1" marL="9144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30200" lvl="5" marL="27432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30200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30200" lvl="8" marL="41148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116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6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12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24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20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12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24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20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180"/>
              </a:spcBef>
              <a:spcAft>
                <a:spcPts val="0"/>
              </a:spcAft>
              <a:buClr>
                <a:schemeClr val="lt2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 rot="5400000">
            <a:off x="1581151" y="-312737"/>
            <a:ext cx="5184775" cy="77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垂直排列标题与文本" type="vertTitleAndTx">
  <p:cSld name="VERTICAL_TITLE_AND_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 rot="5400000">
            <a:off x="4904581" y="1926431"/>
            <a:ext cx="6192838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body"/>
          </p:nvPr>
        </p:nvSpPr>
        <p:spPr>
          <a:xfrm rot="5400000">
            <a:off x="256381" y="-283369"/>
            <a:ext cx="6192838" cy="67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" type="objOnly">
  <p:cSld name="OBJECT_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0" y="-26988"/>
            <a:ext cx="9144000" cy="61928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表格" type="tbl">
  <p:cSld name="TABL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/>
          <p:nvPr>
            <p:ph type="title"/>
          </p:nvPr>
        </p:nvSpPr>
        <p:spPr>
          <a:xfrm>
            <a:off x="0" y="-26988"/>
            <a:ext cx="9144000" cy="7921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/>
          <p:nvPr>
            <p:ph idx="2" type="tbl"/>
          </p:nvPr>
        </p:nvSpPr>
        <p:spPr>
          <a:xfrm>
            <a:off x="685800" y="981075"/>
            <a:ext cx="77724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，文本与内容" type="txAndObj">
  <p:cSld name="TEXT_AND_OBJEC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>
          <a:xfrm>
            <a:off x="0" y="-26988"/>
            <a:ext cx="9144000" cy="7921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" type="body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9"/>
          <p:cNvSpPr txBox="1"/>
          <p:nvPr>
            <p:ph idx="2" type="body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0840" lvl="0" marL="4572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标题和内容">
  <p:cSld name="5_标题和内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:\5万更新包奖PPT\张嘉\PPT用图\2.整饰相关\整饰 周老师改\5 31整饰-1副本.jpg" id="81" name="Google Shape;8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4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20"/>
          <p:cNvSpPr txBox="1"/>
          <p:nvPr>
            <p:ph type="title"/>
          </p:nvPr>
        </p:nvSpPr>
        <p:spPr>
          <a:xfrm>
            <a:off x="0" y="0"/>
            <a:ext cx="9144000" cy="10715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sz="3600">
                <a:solidFill>
                  <a:schemeClr val="dk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标题和内容">
  <p:cSld name="1_标题和内容">
    <p:bg>
      <p:bgPr>
        <a:gradFill>
          <a:gsLst>
            <a:gs pos="0">
              <a:srgbClr val="1E1EFF"/>
            </a:gs>
            <a:gs pos="100000">
              <a:srgbClr val="0000C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标题和内容">
  <p:cSld name="2_标题和内容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88" name="Google Shape;8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ctr">
              <a:spcBef>
                <a:spcPts val="12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SzPts val="2240"/>
              <a:buNone/>
              <a:defRPr/>
            </a:lvl1pPr>
            <a:lvl2pPr lvl="1" algn="ctr">
              <a:lnSpc>
                <a:spcPct val="120000"/>
              </a:lnSpc>
              <a:spcBef>
                <a:spcPts val="480"/>
              </a:spcBef>
              <a:spcAft>
                <a:spcPts val="0"/>
              </a:spcAft>
              <a:buSzPts val="1920"/>
              <a:buNone/>
              <a:defRPr/>
            </a:lvl2pPr>
            <a:lvl3pPr lvl="2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/>
            </a:lvl5pPr>
            <a:lvl6pPr lvl="5" algn="ctr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/>
            </a:lvl6pPr>
            <a:lvl7pPr lvl="6" algn="ctr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/>
            </a:lvl7pPr>
            <a:lvl8pPr lvl="7" algn="ctr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/>
            </a:lvl8pPr>
            <a:lvl9pPr lvl="8" algn="ctr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/>
            </a:lvl9pPr>
          </a:lstStyle>
          <a:p/>
        </p:txBody>
      </p:sp>
      <p:sp>
        <p:nvSpPr>
          <p:cNvPr id="97" name="Google Shape;97;p24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title"/>
          </p:nvPr>
        </p:nvSpPr>
        <p:spPr>
          <a:xfrm>
            <a:off x="0" y="115888"/>
            <a:ext cx="8675688" cy="649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5"/>
          <p:cNvSpPr txBox="1"/>
          <p:nvPr>
            <p:ph idx="1" type="body"/>
          </p:nvPr>
        </p:nvSpPr>
        <p:spPr>
          <a:xfrm>
            <a:off x="325438" y="1087438"/>
            <a:ext cx="8207375" cy="227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20040" lvl="0" marL="45720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SzPts val="1440"/>
              <a:buChar char="■"/>
              <a:defRPr/>
            </a:lvl1pPr>
            <a:lvl2pPr indent="-320040" lvl="1" marL="914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2pPr>
            <a:lvl3pPr indent="-320039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3pPr>
            <a:lvl4pPr indent="-320039" lvl="3" marL="1828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4pPr>
            <a:lvl5pPr indent="-320039" lvl="4" marL="22860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5pPr>
            <a:lvl6pPr indent="-320039" lvl="5" marL="27432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6pPr>
            <a:lvl7pPr indent="-320039" lvl="6" marL="3200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7pPr>
            <a:lvl8pPr indent="-320040" lvl="7" marL="3657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8pPr>
            <a:lvl9pPr indent="-320040" lvl="8" marL="4114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9pPr>
          </a:lstStyle>
          <a:p/>
        </p:txBody>
      </p:sp>
      <p:sp>
        <p:nvSpPr>
          <p:cNvPr id="101" name="Google Shape;101;p25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2000"/>
            </a:lvl1pPr>
            <a:lvl2pPr indent="-228600" lvl="1" marL="914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None/>
              <a:defRPr sz="1800"/>
            </a:lvl2pPr>
            <a:lvl3pPr indent="-228600" lvl="2" marL="13716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sz="1600"/>
            </a:lvl3pPr>
            <a:lvl4pPr indent="-228600" lvl="3" marL="18288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4pPr>
            <a:lvl5pPr indent="-228600" lvl="4" marL="22860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5pPr>
            <a:lvl6pPr indent="-228600" lvl="5" marL="27432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6pPr>
            <a:lvl7pPr indent="-228600" lvl="6" marL="32004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7pPr>
            <a:lvl8pPr indent="-228600" lvl="7" marL="36576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8pPr>
            <a:lvl9pPr indent="-228600" lvl="8" marL="4114800" algn="l">
              <a:lnSpc>
                <a:spcPct val="120000"/>
              </a:lnSpc>
              <a:spcBef>
                <a:spcPts val="280"/>
              </a:spcBef>
              <a:spcAft>
                <a:spcPts val="0"/>
              </a:spcAft>
              <a:buSzPts val="1120"/>
              <a:buNone/>
              <a:defRPr sz="1400"/>
            </a:lvl9pPr>
          </a:lstStyle>
          <a:p/>
        </p:txBody>
      </p:sp>
      <p:sp>
        <p:nvSpPr>
          <p:cNvPr id="105" name="Google Shape;105;p26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7"/>
          <p:cNvSpPr txBox="1"/>
          <p:nvPr>
            <p:ph type="title"/>
          </p:nvPr>
        </p:nvSpPr>
        <p:spPr>
          <a:xfrm>
            <a:off x="0" y="115888"/>
            <a:ext cx="8675688" cy="649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7"/>
          <p:cNvSpPr txBox="1"/>
          <p:nvPr>
            <p:ph idx="1" type="body"/>
          </p:nvPr>
        </p:nvSpPr>
        <p:spPr>
          <a:xfrm>
            <a:off x="325438" y="1087438"/>
            <a:ext cx="4027487" cy="227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70840" lvl="0" marL="45720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SzPts val="2240"/>
              <a:buChar char="■"/>
              <a:defRPr sz="2800"/>
            </a:lvl1pPr>
            <a:lvl2pPr indent="-350519" lvl="1" marL="914400" algn="l">
              <a:lnSpc>
                <a:spcPct val="120000"/>
              </a:lnSpc>
              <a:spcBef>
                <a:spcPts val="480"/>
              </a:spcBef>
              <a:spcAft>
                <a:spcPts val="0"/>
              </a:spcAft>
              <a:buSzPts val="1920"/>
              <a:buChar char="■"/>
              <a:defRPr sz="2400"/>
            </a:lvl2pPr>
            <a:lvl3pPr indent="-330200" lvl="2" marL="13716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3pPr>
            <a:lvl4pPr indent="-320039" lvl="3" marL="1828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4pPr>
            <a:lvl5pPr indent="-320039" lvl="4" marL="22860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5pPr>
            <a:lvl6pPr indent="-320039" lvl="5" marL="27432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6pPr>
            <a:lvl7pPr indent="-320039" lvl="6" marL="3200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7pPr>
            <a:lvl8pPr indent="-320040" lvl="7" marL="3657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8pPr>
            <a:lvl9pPr indent="-320040" lvl="8" marL="4114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9pPr>
          </a:lstStyle>
          <a:p/>
        </p:txBody>
      </p:sp>
      <p:sp>
        <p:nvSpPr>
          <p:cNvPr id="109" name="Google Shape;109;p27"/>
          <p:cNvSpPr txBox="1"/>
          <p:nvPr>
            <p:ph idx="2" type="body"/>
          </p:nvPr>
        </p:nvSpPr>
        <p:spPr>
          <a:xfrm>
            <a:off x="4505325" y="1087438"/>
            <a:ext cx="4027488" cy="227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70840" lvl="0" marL="45720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SzPts val="2240"/>
              <a:buChar char="■"/>
              <a:defRPr sz="2800"/>
            </a:lvl1pPr>
            <a:lvl2pPr indent="-350519" lvl="1" marL="914400" algn="l">
              <a:lnSpc>
                <a:spcPct val="120000"/>
              </a:lnSpc>
              <a:spcBef>
                <a:spcPts val="480"/>
              </a:spcBef>
              <a:spcAft>
                <a:spcPts val="0"/>
              </a:spcAft>
              <a:buSzPts val="1920"/>
              <a:buChar char="■"/>
              <a:defRPr sz="2400"/>
            </a:lvl2pPr>
            <a:lvl3pPr indent="-330200" lvl="2" marL="13716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3pPr>
            <a:lvl4pPr indent="-320039" lvl="3" marL="1828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4pPr>
            <a:lvl5pPr indent="-320039" lvl="4" marL="22860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5pPr>
            <a:lvl6pPr indent="-320039" lvl="5" marL="27432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6pPr>
            <a:lvl7pPr indent="-320039" lvl="6" marL="3200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7pPr>
            <a:lvl8pPr indent="-320040" lvl="7" marL="3657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8pPr>
            <a:lvl9pPr indent="-320040" lvl="8" marL="4114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9pPr>
          </a:lstStyle>
          <a:p/>
        </p:txBody>
      </p:sp>
      <p:sp>
        <p:nvSpPr>
          <p:cNvPr id="110" name="Google Shape;110;p27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920"/>
              <a:buNone/>
              <a:defRPr b="1" sz="2400"/>
            </a:lvl1pPr>
            <a:lvl2pPr indent="-228600" lvl="1" marL="9144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4" name="Google Shape;114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50520" lvl="0" marL="45720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920"/>
              <a:buChar char="■"/>
              <a:defRPr sz="2400"/>
            </a:lvl1pPr>
            <a:lvl2pPr indent="-330200" lvl="1" marL="9144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2pPr>
            <a:lvl3pPr indent="-320039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3pPr>
            <a:lvl4pPr indent="-309880" lvl="3" marL="1828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4pPr>
            <a:lvl5pPr indent="-309879" lvl="4" marL="22860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5pPr>
            <a:lvl6pPr indent="-309879" lvl="5" marL="27432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6pPr>
            <a:lvl7pPr indent="-309879" lvl="6" marL="32004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7pPr>
            <a:lvl8pPr indent="-309879" lvl="7" marL="36576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8pPr>
            <a:lvl9pPr indent="-309879" lvl="8" marL="4114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9pPr>
          </a:lstStyle>
          <a:p/>
        </p:txBody>
      </p:sp>
      <p:sp>
        <p:nvSpPr>
          <p:cNvPr id="115" name="Google Shape;115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920"/>
              <a:buNone/>
              <a:defRPr b="1" sz="2400"/>
            </a:lvl1pPr>
            <a:lvl2pPr indent="-228600" lvl="1" marL="9144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6" name="Google Shape;116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50520" lvl="0" marL="45720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SzPts val="1920"/>
              <a:buChar char="■"/>
              <a:defRPr sz="2400"/>
            </a:lvl1pPr>
            <a:lvl2pPr indent="-330200" lvl="1" marL="9144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2pPr>
            <a:lvl3pPr indent="-320039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 sz="1800"/>
            </a:lvl3pPr>
            <a:lvl4pPr indent="-309880" lvl="3" marL="1828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4pPr>
            <a:lvl5pPr indent="-309879" lvl="4" marL="22860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5pPr>
            <a:lvl6pPr indent="-309879" lvl="5" marL="27432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6pPr>
            <a:lvl7pPr indent="-309879" lvl="6" marL="32004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7pPr>
            <a:lvl8pPr indent="-309879" lvl="7" marL="36576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8pPr>
            <a:lvl9pPr indent="-309879" lvl="8" marL="411480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280"/>
              <a:buChar char="■"/>
              <a:defRPr sz="1600"/>
            </a:lvl9pPr>
          </a:lstStyle>
          <a:p/>
        </p:txBody>
      </p:sp>
      <p:sp>
        <p:nvSpPr>
          <p:cNvPr id="117" name="Google Shape;117;p28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/>
          <p:cNvSpPr txBox="1"/>
          <p:nvPr>
            <p:ph type="title"/>
          </p:nvPr>
        </p:nvSpPr>
        <p:spPr>
          <a:xfrm>
            <a:off x="0" y="115888"/>
            <a:ext cx="8675688" cy="649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9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0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3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91160" lvl="0" marL="457200"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  <a:buSzPts val="2560"/>
              <a:buChar char="■"/>
              <a:defRPr sz="3200"/>
            </a:lvl1pPr>
            <a:lvl2pPr indent="-370840" lvl="1" marL="914400" algn="l">
              <a:lnSpc>
                <a:spcPct val="120000"/>
              </a:lnSpc>
              <a:spcBef>
                <a:spcPts val="560"/>
              </a:spcBef>
              <a:spcAft>
                <a:spcPts val="0"/>
              </a:spcAft>
              <a:buSzPts val="2240"/>
              <a:buChar char="■"/>
              <a:defRPr sz="2800"/>
            </a:lvl2pPr>
            <a:lvl3pPr indent="-350519" lvl="2" marL="1371600" algn="l">
              <a:lnSpc>
                <a:spcPct val="120000"/>
              </a:lnSpc>
              <a:spcBef>
                <a:spcPts val="480"/>
              </a:spcBef>
              <a:spcAft>
                <a:spcPts val="0"/>
              </a:spcAft>
              <a:buSzPts val="1920"/>
              <a:buChar char="■"/>
              <a:defRPr sz="2400"/>
            </a:lvl3pPr>
            <a:lvl4pPr indent="-330200" lvl="3" marL="18288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4pPr>
            <a:lvl5pPr indent="-330200" lvl="4" marL="22860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5pPr>
            <a:lvl6pPr indent="-330200" lvl="5" marL="27432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6pPr>
            <a:lvl7pPr indent="-330200" lvl="6" marL="32004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7pPr>
            <a:lvl8pPr indent="-330200" lvl="7" marL="36576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8pPr>
            <a:lvl9pPr indent="-330200" lvl="8" marL="41148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600"/>
              <a:buChar char="■"/>
              <a:defRPr sz="2000"/>
            </a:lvl9pPr>
          </a:lstStyle>
          <a:p/>
        </p:txBody>
      </p:sp>
      <p:sp>
        <p:nvSpPr>
          <p:cNvPr id="126" name="Google Shape;126;p3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24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7" name="Google Shape;127;p31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3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24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18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32" name="Google Shape;132;p32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>
          <a:xfrm>
            <a:off x="0" y="115888"/>
            <a:ext cx="8675688" cy="649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3"/>
          <p:cNvSpPr txBox="1"/>
          <p:nvPr>
            <p:ph idx="1" type="body"/>
          </p:nvPr>
        </p:nvSpPr>
        <p:spPr>
          <a:xfrm rot="5400000">
            <a:off x="3294063" y="-1881187"/>
            <a:ext cx="2270125" cy="8207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20040" lvl="0" marL="45720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SzPts val="1440"/>
              <a:buChar char="■"/>
              <a:defRPr/>
            </a:lvl1pPr>
            <a:lvl2pPr indent="-320040" lvl="1" marL="914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2pPr>
            <a:lvl3pPr indent="-320039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3pPr>
            <a:lvl4pPr indent="-320039" lvl="3" marL="1828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4pPr>
            <a:lvl5pPr indent="-320039" lvl="4" marL="22860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5pPr>
            <a:lvl6pPr indent="-320039" lvl="5" marL="27432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6pPr>
            <a:lvl7pPr indent="-320039" lvl="6" marL="3200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7pPr>
            <a:lvl8pPr indent="-320040" lvl="7" marL="3657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8pPr>
            <a:lvl9pPr indent="-320040" lvl="8" marL="4114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9pPr>
          </a:lstStyle>
          <a:p/>
        </p:txBody>
      </p:sp>
      <p:sp>
        <p:nvSpPr>
          <p:cNvPr id="136" name="Google Shape;136;p33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垂直排列标题与文本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>
            <p:ph type="title"/>
          </p:nvPr>
        </p:nvSpPr>
        <p:spPr>
          <a:xfrm rot="5400000">
            <a:off x="5970588" y="652463"/>
            <a:ext cx="3241675" cy="2168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4"/>
          <p:cNvSpPr txBox="1"/>
          <p:nvPr>
            <p:ph idx="1" type="body"/>
          </p:nvPr>
        </p:nvSpPr>
        <p:spPr>
          <a:xfrm rot="5400000">
            <a:off x="1556544" y="-1440656"/>
            <a:ext cx="3241675" cy="6354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20040" lvl="0" marL="45720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SzPts val="1440"/>
              <a:buChar char="■"/>
              <a:defRPr/>
            </a:lvl1pPr>
            <a:lvl2pPr indent="-320040" lvl="1" marL="914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2pPr>
            <a:lvl3pPr indent="-320039" lvl="2" marL="1371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3pPr>
            <a:lvl4pPr indent="-320039" lvl="3" marL="1828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4pPr>
            <a:lvl5pPr indent="-320039" lvl="4" marL="22860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5pPr>
            <a:lvl6pPr indent="-320039" lvl="5" marL="27432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6pPr>
            <a:lvl7pPr indent="-320039" lvl="6" marL="32004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7pPr>
            <a:lvl8pPr indent="-320040" lvl="7" marL="36576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8pPr>
            <a:lvl9pPr indent="-320040" lvl="8" marL="41148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440"/>
              <a:buChar char="■"/>
              <a:defRPr/>
            </a:lvl9pPr>
          </a:lstStyle>
          <a:p/>
        </p:txBody>
      </p:sp>
      <p:sp>
        <p:nvSpPr>
          <p:cNvPr id="140" name="Google Shape;140;p34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7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9.xml"/><Relationship Id="rId1" Type="http://schemas.openxmlformats.org/officeDocument/2006/relationships/image" Target="../media/image4.jpg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rgbClr val="0000FF"/>
                </a:solidFill>
                <a:latin typeface="SimHei"/>
                <a:ea typeface="SimHei"/>
                <a:cs typeface="SimHei"/>
                <a:sym typeface="Sim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rgbClr val="0000FF"/>
                </a:solidFill>
                <a:latin typeface="SimHei"/>
                <a:ea typeface="SimHei"/>
                <a:cs typeface="SimHei"/>
                <a:sym typeface="Sim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rgbClr val="0000FF"/>
                </a:solidFill>
                <a:latin typeface="SimHei"/>
                <a:ea typeface="SimHei"/>
                <a:cs typeface="SimHei"/>
                <a:sym typeface="Sim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rgbClr val="0000FF"/>
                </a:solidFill>
                <a:latin typeface="SimHei"/>
                <a:ea typeface="SimHei"/>
                <a:cs typeface="SimHei"/>
                <a:sym typeface="SimHei"/>
              </a:defRPr>
            </a:lvl9pPr>
          </a:lstStyle>
          <a:p/>
        </p:txBody>
      </p:sp>
      <p:sp>
        <p:nvSpPr>
          <p:cNvPr id="11" name="Google Shape;11;p4"/>
          <p:cNvSpPr/>
          <p:nvPr/>
        </p:nvSpPr>
        <p:spPr>
          <a:xfrm rot="5400000">
            <a:off x="4513516" y="-3740963"/>
            <a:ext cx="72000" cy="9099032"/>
          </a:xfrm>
          <a:prstGeom prst="round2SameRect">
            <a:avLst>
              <a:gd fmla="val 0" name="adj1"/>
              <a:gd fmla="val 0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" name="Google Shape;12;p4"/>
          <p:cNvSpPr/>
          <p:nvPr/>
        </p:nvSpPr>
        <p:spPr>
          <a:xfrm flipH="1" rot="5400000">
            <a:off x="8530149" y="230704"/>
            <a:ext cx="72000" cy="1155701"/>
          </a:xfrm>
          <a:prstGeom prst="round2SameRect">
            <a:avLst>
              <a:gd fmla="val 0" name="adj1"/>
              <a:gd fmla="val 0" name="adj2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" name="Google Shape;1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ransition>
    <p:fade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3-LINE" id="90" name="Google Shape;90;p2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2413" cy="6856413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3"/>
          <p:cNvSpPr txBox="1"/>
          <p:nvPr>
            <p:ph type="title"/>
          </p:nvPr>
        </p:nvSpPr>
        <p:spPr>
          <a:xfrm>
            <a:off x="0" y="115888"/>
            <a:ext cx="8675688" cy="649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2" name="Google Shape;92;p23"/>
          <p:cNvSpPr txBox="1"/>
          <p:nvPr>
            <p:ph idx="1" type="body"/>
          </p:nvPr>
        </p:nvSpPr>
        <p:spPr>
          <a:xfrm>
            <a:off x="325438" y="1087438"/>
            <a:ext cx="8207375" cy="227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370840" lvl="0" marL="457200" marR="0" rtl="0" algn="l">
              <a:lnSpc>
                <a:spcPct val="120000"/>
              </a:lnSpc>
              <a:spcBef>
                <a:spcPts val="1400"/>
              </a:spcBef>
              <a:spcAft>
                <a:spcPts val="0"/>
              </a:spcAft>
              <a:buClr>
                <a:srgbClr val="00246C"/>
              </a:buClr>
              <a:buSzPts val="2240"/>
              <a:buFont typeface="Noto Sans Symbols"/>
              <a:buChar char="■"/>
              <a:defRPr b="1" i="0" sz="2800" u="none" cap="none" strike="noStrike">
                <a:solidFill>
                  <a:srgbClr val="00246C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0519" lvl="1" marL="914400" marR="0" rtl="0" algn="l">
              <a:lnSpc>
                <a:spcPct val="120000"/>
              </a:lnSpc>
              <a:spcBef>
                <a:spcPts val="480"/>
              </a:spcBef>
              <a:spcAft>
                <a:spcPts val="0"/>
              </a:spcAft>
              <a:buClr>
                <a:srgbClr val="0000CC"/>
              </a:buClr>
              <a:buSzPts val="1920"/>
              <a:buFont typeface="Noto Sans Symbols"/>
              <a:buChar char="■"/>
              <a:defRPr b="1" i="0" sz="2400" u="none" cap="none" strike="noStrike">
                <a:solidFill>
                  <a:srgbClr val="0000CC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rgbClr val="3333FF"/>
              </a:buClr>
              <a:buSzPts val="1600"/>
              <a:buFont typeface="Noto Sans Symbols"/>
              <a:buChar char="■"/>
              <a:defRPr b="0" i="0" sz="2000" u="none" cap="none" strike="noStrike">
                <a:solidFill>
                  <a:srgbClr val="3333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1600"/>
              <a:buFont typeface="Noto Sans Symbols"/>
              <a:buChar char="■"/>
              <a:defRPr b="0" i="0" sz="2000" u="none" cap="none" strike="noStrike">
                <a:solidFill>
                  <a:srgbClr val="6699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9879" lvl="4" marL="2286000" marR="0" rtl="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Clr>
                <a:srgbClr val="B3CCE6"/>
              </a:buClr>
              <a:buSzPts val="1280"/>
              <a:buFont typeface="Noto Sans Symbols"/>
              <a:buChar char="■"/>
              <a:defRPr b="0" i="0" sz="1600" u="none" cap="none" strike="noStrike">
                <a:solidFill>
                  <a:srgbClr val="B3CCE6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879" lvl="5" marL="2743200" marR="0" rtl="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Clr>
                <a:srgbClr val="B3CCE6"/>
              </a:buClr>
              <a:buSzPts val="1280"/>
              <a:buFont typeface="Noto Sans Symbols"/>
              <a:buChar char="■"/>
              <a:defRPr b="0" i="0" sz="1600" u="none" cap="none" strike="noStrike">
                <a:solidFill>
                  <a:srgbClr val="B3CCE6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879" lvl="6" marL="3200400" marR="0" rtl="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Clr>
                <a:srgbClr val="B3CCE6"/>
              </a:buClr>
              <a:buSzPts val="1280"/>
              <a:buFont typeface="Noto Sans Symbols"/>
              <a:buChar char="■"/>
              <a:defRPr b="0" i="0" sz="1600" u="none" cap="none" strike="noStrike">
                <a:solidFill>
                  <a:srgbClr val="B3CCE6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879" lvl="7" marL="3657600" marR="0" rtl="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Clr>
                <a:srgbClr val="B3CCE6"/>
              </a:buClr>
              <a:buSzPts val="1280"/>
              <a:buFont typeface="Noto Sans Symbols"/>
              <a:buChar char="■"/>
              <a:defRPr b="0" i="0" sz="1600" u="none" cap="none" strike="noStrike">
                <a:solidFill>
                  <a:srgbClr val="B3CCE6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879" lvl="8" marL="4114800" marR="0" rtl="0" algn="l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Clr>
                <a:srgbClr val="B3CCE6"/>
              </a:buClr>
              <a:buSzPts val="1280"/>
              <a:buFont typeface="Noto Sans Symbols"/>
              <a:buChar char="■"/>
              <a:defRPr b="0" i="0" sz="1600" u="none" cap="none" strike="noStrike">
                <a:solidFill>
                  <a:srgbClr val="B3CCE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23"/>
          <p:cNvSpPr txBox="1"/>
          <p:nvPr>
            <p:ph idx="12" type="sldNum"/>
          </p:nvPr>
        </p:nvSpPr>
        <p:spPr>
          <a:xfrm>
            <a:off x="6902450" y="6499225"/>
            <a:ext cx="2133600" cy="212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0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zh-CN"/>
              <a:t> </a:t>
            </a:r>
            <a:fld id="{00000000-1234-1234-1234-123412341234}" type="slidenum">
              <a:rPr lang="zh-CN"/>
              <a:t>‹#›</a:t>
            </a:fld>
            <a:r>
              <a:rPr lang="zh-CN"/>
              <a:t>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rgbClr val="F2F2F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"/>
          <p:cNvSpPr/>
          <p:nvPr/>
        </p:nvSpPr>
        <p:spPr>
          <a:xfrm>
            <a:off x="319693" y="1685331"/>
            <a:ext cx="8501204" cy="19175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800"/>
              <a:buFont typeface="Microsoft Yahei"/>
              <a:buNone/>
            </a:pPr>
            <a:r>
              <a:rPr b="1" i="0" lang="zh-CN" sz="4800" u="none" cap="none" strike="noStrike">
                <a:solidFill>
                  <a:srgbClr val="FF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卫星测高技术存在问题讨论-激光高度计信息提取作业讨论</a:t>
            </a:r>
            <a:endParaRPr b="1" i="0" sz="4800" u="none" cap="none" strike="noStrike">
              <a:solidFill>
                <a:srgbClr val="FF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146" name="Google Shape;146;p1"/>
          <p:cNvSpPr/>
          <p:nvPr/>
        </p:nvSpPr>
        <p:spPr>
          <a:xfrm>
            <a:off x="153909" y="3931738"/>
            <a:ext cx="8809022" cy="1439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920"/>
              <a:buFont typeface="Microsoft Yahei"/>
              <a:buNone/>
            </a:pPr>
            <a:r>
              <a:rPr b="1" i="0" lang="zh-CN" sz="2400" u="none" cap="none" strike="noStrike">
                <a:solidFill>
                  <a:srgbClr val="00206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罗 新</a:t>
            </a:r>
            <a:endParaRPr b="1" i="0" sz="24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920"/>
              <a:buFont typeface="Microsoft Yahei"/>
              <a:buNone/>
            </a:pPr>
            <a:r>
              <a:rPr b="1" i="0" lang="zh-CN" sz="2400" u="none" cap="none" strike="noStrike">
                <a:solidFill>
                  <a:srgbClr val="00206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云南大学 地球科学学院</a:t>
            </a:r>
            <a:endParaRPr b="1" i="0" sz="24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40"/>
              <a:buFont typeface="Times New Roman"/>
              <a:buNone/>
            </a:pPr>
            <a:r>
              <a:t/>
            </a:r>
            <a:endParaRPr b="1" i="0" sz="28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mes New Roman"/>
              <a:buNone/>
            </a:pPr>
            <a:r>
              <a:t/>
            </a:r>
            <a:endParaRPr b="0" i="0" sz="20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Times New Roman"/>
              <a:buNone/>
            </a:pPr>
            <a:r>
              <a:t/>
            </a:r>
            <a:endParaRPr b="0" i="0" sz="20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Times New Roman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147" name="Google Shape;147;p1"/>
          <p:cNvSpPr/>
          <p:nvPr/>
        </p:nvSpPr>
        <p:spPr>
          <a:xfrm flipH="1" rot="10800000">
            <a:off x="792000" y="3614404"/>
            <a:ext cx="7560000" cy="45719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chemeClr val="accent1"/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Times New Roman"/>
              <a:buNone/>
            </a:pPr>
            <a:r>
              <a:t/>
            </a:r>
            <a:endParaRPr b="1" i="0" sz="2400" u="none" cap="none" strike="noStrike">
              <a:solidFill>
                <a:srgbClr val="FF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148" name="Google Shape;148;p1"/>
          <p:cNvSpPr/>
          <p:nvPr/>
        </p:nvSpPr>
        <p:spPr>
          <a:xfrm>
            <a:off x="307818" y="5474698"/>
            <a:ext cx="8627953" cy="7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icrosoft Yahei"/>
              <a:buNone/>
            </a:pPr>
            <a:r>
              <a:rPr b="0" i="0" lang="zh-CN" sz="18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邮箱: xinluo_xin@ynu.edu.cn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icrosoft Yahei"/>
              <a:buNone/>
            </a:pPr>
            <a:r>
              <a:rPr b="0" i="0" lang="zh-CN" sz="1800" u="none" cap="none" strike="noStrike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地址：地球科学学院1327办公室</a:t>
            </a:r>
            <a:endParaRPr b="0" i="0" sz="1800" u="none" cap="none" strike="noStrike">
              <a:solidFill>
                <a:srgbClr val="000000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pic>
        <p:nvPicPr>
          <p:cNvPr id="149" name="Google Shape;14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1628" y="243145"/>
            <a:ext cx="2866773" cy="1012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2261" y="6259528"/>
            <a:ext cx="2996979" cy="62299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"/>
          <p:cNvSpPr txBox="1"/>
          <p:nvPr/>
        </p:nvSpPr>
        <p:spPr>
          <a:xfrm>
            <a:off x="5305926" y="391031"/>
            <a:ext cx="351497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Times New Roman"/>
              <a:buNone/>
            </a:pPr>
            <a:r>
              <a:rPr b="1" i="1" lang="zh-CN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卫星测高原理及应用课程</a:t>
            </a:r>
            <a:endParaRPr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8" name="Google Shape;158;p2"/>
          <p:cNvGrpSpPr/>
          <p:nvPr/>
        </p:nvGrpSpPr>
        <p:grpSpPr>
          <a:xfrm>
            <a:off x="2130680" y="2543116"/>
            <a:ext cx="5221533" cy="592217"/>
            <a:chOff x="2121802" y="2099233"/>
            <a:chExt cx="5221533" cy="592217"/>
          </a:xfrm>
        </p:grpSpPr>
        <p:sp>
          <p:nvSpPr>
            <p:cNvPr id="159" name="Google Shape;159;p2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rgbClr val="F2F2F2"/>
            </a:solidFill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CN" sz="3200" u="none" cap="none" strike="noStrike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一</a:t>
              </a: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2697802" y="2099233"/>
              <a:ext cx="4645533" cy="5847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CN" sz="3200" u="none" cap="none" strike="noStrike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课程简介</a:t>
              </a:r>
              <a:endParaRPr/>
            </a:p>
          </p:txBody>
        </p:sp>
      </p:grpSp>
      <p:grpSp>
        <p:nvGrpSpPr>
          <p:cNvPr id="161" name="Google Shape;161;p2"/>
          <p:cNvGrpSpPr/>
          <p:nvPr/>
        </p:nvGrpSpPr>
        <p:grpSpPr>
          <a:xfrm>
            <a:off x="2130680" y="3946498"/>
            <a:ext cx="5718900" cy="584775"/>
            <a:chOff x="2121802" y="3502615"/>
            <a:chExt cx="5718900" cy="584775"/>
          </a:xfrm>
        </p:grpSpPr>
        <p:sp>
          <p:nvSpPr>
            <p:cNvPr id="162" name="Google Shape;162;p2"/>
            <p:cNvSpPr/>
            <p:nvPr/>
          </p:nvSpPr>
          <p:spPr>
            <a:xfrm>
              <a:off x="2121802" y="3511390"/>
              <a:ext cx="576000" cy="5760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CN" sz="3200" u="none" cap="none" strike="noStrike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二</a:t>
              </a: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2777899" y="3502615"/>
              <a:ext cx="5062803" cy="5847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CN" sz="3200" u="none" cap="none" strike="noStrike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课程要求及考核</a:t>
              </a:r>
              <a:endParaRPr b="1" i="0" sz="3200" u="none" cap="none" strike="noStrike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4" name="Google Shape;164;p2"/>
          <p:cNvSpPr txBox="1"/>
          <p:nvPr/>
        </p:nvSpPr>
        <p:spPr>
          <a:xfrm>
            <a:off x="7300960" y="1262844"/>
            <a:ext cx="160813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5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目录</a:t>
            </a:r>
            <a:endParaRPr b="1" i="0" sz="5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"/>
          <p:cNvSpPr txBox="1"/>
          <p:nvPr>
            <p:ph type="title"/>
          </p:nvPr>
        </p:nvSpPr>
        <p:spPr>
          <a:xfrm>
            <a:off x="0" y="8526"/>
            <a:ext cx="9013371" cy="79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889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Arial"/>
                <a:ea typeface="Arial"/>
                <a:cs typeface="Arial"/>
                <a:sym typeface="Arial"/>
              </a:rPr>
              <a:t>一、课程简介</a:t>
            </a:r>
            <a:endParaRPr/>
          </a:p>
        </p:txBody>
      </p:sp>
      <p:sp>
        <p:nvSpPr>
          <p:cNvPr id="170" name="Google Shape;170;p3"/>
          <p:cNvSpPr txBox="1"/>
          <p:nvPr/>
        </p:nvSpPr>
        <p:spPr>
          <a:xfrm>
            <a:off x="653230" y="1745741"/>
            <a:ext cx="7706910" cy="45452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26670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CN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何为开源？开源节流？开放共享？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266700" lvl="0" marL="0" marR="0" rtl="0" algn="just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zh-CN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开源的概念在计算机领域广泛提及。开源GIS中的开源的概念也源于计算机领域中的开源。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266700" lvl="0" marL="0" marR="0" rtl="0" algn="just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zh-CN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开源软件中的开源是指</a:t>
            </a:r>
            <a:r>
              <a:rPr b="1" i="0" lang="zh-CN" sz="22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开放共享</a:t>
            </a:r>
            <a:r>
              <a:rPr b="0" i="0" lang="zh-CN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。将自己的工作向他人分享，他人在已有的工作基础上进行进一步改进和完善。以节省冗余劳动力，并实现多人的高效协作。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CN" sz="2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1. 开源GIS课程概述</a:t>
            </a:r>
            <a:endParaRPr b="1" i="0" sz="2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2_Global">
  <a:themeElements>
    <a:clrScheme name="自定义 33">
      <a:dk1>
        <a:srgbClr val="000000"/>
      </a:dk1>
      <a:lt1>
        <a:srgbClr val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2004-07-09T11:40:27Z</dcterms:created>
  <dc:creator>lsb</dc:creator>
</cp:coreProperties>
</file>