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5">
  <p:sldMasterIdLst>
    <p:sldMasterId id="2147484773" r:id="rId1"/>
    <p:sldMasterId id="2147484986" r:id="rId2"/>
  </p:sldMasterIdLst>
  <p:notesMasterIdLst>
    <p:notesMasterId r:id="rId29"/>
  </p:notesMasterIdLst>
  <p:handoutMasterIdLst>
    <p:handoutMasterId r:id="rId30"/>
  </p:handoutMasterIdLst>
  <p:sldIdLst>
    <p:sldId id="2763" r:id="rId3"/>
    <p:sldId id="2387" r:id="rId4"/>
    <p:sldId id="2447" r:id="rId5"/>
    <p:sldId id="2719" r:id="rId6"/>
    <p:sldId id="2753" r:id="rId7"/>
    <p:sldId id="2749" r:id="rId8"/>
    <p:sldId id="2752" r:id="rId9"/>
    <p:sldId id="2741" r:id="rId10"/>
    <p:sldId id="2765" r:id="rId11"/>
    <p:sldId id="2764" r:id="rId12"/>
    <p:sldId id="2760" r:id="rId13"/>
    <p:sldId id="2766" r:id="rId14"/>
    <p:sldId id="2757" r:id="rId15"/>
    <p:sldId id="2776" r:id="rId16"/>
    <p:sldId id="2774" r:id="rId17"/>
    <p:sldId id="2775" r:id="rId18"/>
    <p:sldId id="2767" r:id="rId19"/>
    <p:sldId id="2777" r:id="rId20"/>
    <p:sldId id="2758" r:id="rId21"/>
    <p:sldId id="2771" r:id="rId22"/>
    <p:sldId id="2778" r:id="rId23"/>
    <p:sldId id="2779" r:id="rId24"/>
    <p:sldId id="2780" r:id="rId25"/>
    <p:sldId id="2782" r:id="rId26"/>
    <p:sldId id="2783" r:id="rId27"/>
    <p:sldId id="2762" r:id="rId28"/>
  </p:sldIdLst>
  <p:sldSz cx="9144000" cy="6858000" type="screen4x3"/>
  <p:notesSz cx="7099300" cy="10234613"/>
  <p:custDataLst>
    <p:tags r:id="rId31"/>
  </p:custDataLst>
  <p:defaultTextStyle>
    <a:defPPr>
      <a:defRPr lang="zh-CN"/>
    </a:defPPr>
    <a:lvl1pPr algn="ctr" rtl="0" fontAlgn="base">
      <a:spcBef>
        <a:spcPct val="50000"/>
      </a:spcBef>
      <a:spcAft>
        <a:spcPct val="0"/>
      </a:spcAft>
      <a:defRPr sz="2400" kern="1200">
        <a:solidFill>
          <a:schemeClr val="tx1"/>
        </a:solidFill>
        <a:latin typeface="Times New Roman" charset="0"/>
        <a:ea typeface="宋体" charset="0"/>
        <a:cs typeface="宋体" charset="0"/>
      </a:defRPr>
    </a:lvl1pPr>
    <a:lvl2pPr marL="457200" algn="ctr" rtl="0" fontAlgn="base">
      <a:spcBef>
        <a:spcPct val="50000"/>
      </a:spcBef>
      <a:spcAft>
        <a:spcPct val="0"/>
      </a:spcAft>
      <a:defRPr sz="2400" kern="1200">
        <a:solidFill>
          <a:schemeClr val="tx1"/>
        </a:solidFill>
        <a:latin typeface="Times New Roman" charset="0"/>
        <a:ea typeface="宋体" charset="0"/>
        <a:cs typeface="宋体" charset="0"/>
      </a:defRPr>
    </a:lvl2pPr>
    <a:lvl3pPr marL="914400" algn="ctr" rtl="0" fontAlgn="base">
      <a:spcBef>
        <a:spcPct val="50000"/>
      </a:spcBef>
      <a:spcAft>
        <a:spcPct val="0"/>
      </a:spcAft>
      <a:defRPr sz="2400" kern="1200">
        <a:solidFill>
          <a:schemeClr val="tx1"/>
        </a:solidFill>
        <a:latin typeface="Times New Roman" charset="0"/>
        <a:ea typeface="宋体" charset="0"/>
        <a:cs typeface="宋体" charset="0"/>
      </a:defRPr>
    </a:lvl3pPr>
    <a:lvl4pPr marL="1371600" algn="ctr" rtl="0" fontAlgn="base">
      <a:spcBef>
        <a:spcPct val="50000"/>
      </a:spcBef>
      <a:spcAft>
        <a:spcPct val="0"/>
      </a:spcAft>
      <a:defRPr sz="2400" kern="1200">
        <a:solidFill>
          <a:schemeClr val="tx1"/>
        </a:solidFill>
        <a:latin typeface="Times New Roman" charset="0"/>
        <a:ea typeface="宋体" charset="0"/>
        <a:cs typeface="宋体" charset="0"/>
      </a:defRPr>
    </a:lvl4pPr>
    <a:lvl5pPr marL="1828800" algn="ctr" rtl="0" fontAlgn="base">
      <a:spcBef>
        <a:spcPct val="50000"/>
      </a:spcBef>
      <a:spcAft>
        <a:spcPct val="0"/>
      </a:spcAft>
      <a:defRPr sz="2400" kern="1200">
        <a:solidFill>
          <a:schemeClr val="tx1"/>
        </a:solidFill>
        <a:latin typeface="Times New Roman" charset="0"/>
        <a:ea typeface="宋体" charset="0"/>
        <a:cs typeface="宋体" charset="0"/>
      </a:defRPr>
    </a:lvl5pPr>
    <a:lvl6pPr marL="2286000" algn="l" defTabSz="457200" rtl="0" eaLnBrk="1" latinLnBrk="0" hangingPunct="1">
      <a:defRPr sz="2400" kern="1200">
        <a:solidFill>
          <a:schemeClr val="tx1"/>
        </a:solidFill>
        <a:latin typeface="Times New Roman" charset="0"/>
        <a:ea typeface="宋体" charset="0"/>
        <a:cs typeface="宋体" charset="0"/>
      </a:defRPr>
    </a:lvl6pPr>
    <a:lvl7pPr marL="2743200" algn="l" defTabSz="457200" rtl="0" eaLnBrk="1" latinLnBrk="0" hangingPunct="1">
      <a:defRPr sz="2400" kern="1200">
        <a:solidFill>
          <a:schemeClr val="tx1"/>
        </a:solidFill>
        <a:latin typeface="Times New Roman" charset="0"/>
        <a:ea typeface="宋体" charset="0"/>
        <a:cs typeface="宋体" charset="0"/>
      </a:defRPr>
    </a:lvl7pPr>
    <a:lvl8pPr marL="3200400" algn="l" defTabSz="457200" rtl="0" eaLnBrk="1" latinLnBrk="0" hangingPunct="1">
      <a:defRPr sz="2400" kern="1200">
        <a:solidFill>
          <a:schemeClr val="tx1"/>
        </a:solidFill>
        <a:latin typeface="Times New Roman" charset="0"/>
        <a:ea typeface="宋体" charset="0"/>
        <a:cs typeface="宋体" charset="0"/>
      </a:defRPr>
    </a:lvl8pPr>
    <a:lvl9pPr marL="3657600" algn="l" defTabSz="457200" rtl="0" eaLnBrk="1" latinLnBrk="0" hangingPunct="1">
      <a:defRPr sz="2400" kern="1200">
        <a:solidFill>
          <a:schemeClr val="tx1"/>
        </a:solidFill>
        <a:latin typeface="Times New Roman" charset="0"/>
        <a:ea typeface="宋体" charset="0"/>
        <a:cs typeface="宋体" charset="0"/>
      </a:defRPr>
    </a:lvl9pPr>
  </p:defaultTextStyle>
  <p:extLst>
    <p:ext uri="{EFAFB233-063F-42B5-8137-9DF3F51BA10A}">
      <p15:sldGuideLst xmlns:p15="http://schemas.microsoft.com/office/powerpoint/2012/main">
        <p15:guide id="1" orient="horz" pos="663">
          <p15:clr>
            <a:srgbClr val="A4A3A4"/>
          </p15:clr>
        </p15:guide>
        <p15:guide id="2" orient="horz" pos="1412">
          <p15:clr>
            <a:srgbClr val="A4A3A4"/>
          </p15:clr>
        </p15:guide>
        <p15:guide id="3" pos="181">
          <p15:clr>
            <a:srgbClr val="A4A3A4"/>
          </p15:clr>
        </p15:guide>
        <p15:guide id="4" pos="5556">
          <p15:clr>
            <a:srgbClr val="A4A3A4"/>
          </p15:clr>
        </p15:guide>
        <p15:guide id="5" pos="2903">
          <p15:clr>
            <a:srgbClr val="A4A3A4"/>
          </p15:clr>
        </p15:guide>
        <p15:guide id="6" orient="horz" pos="700">
          <p15:clr>
            <a:srgbClr val="A4A3A4"/>
          </p15:clr>
        </p15:guide>
        <p15:guide id="7" orient="horz" pos="4119">
          <p15:clr>
            <a:srgbClr val="A4A3A4"/>
          </p15:clr>
        </p15:guide>
        <p15:guide id="8" pos="311">
          <p15:clr>
            <a:srgbClr val="A4A3A4"/>
          </p15:clr>
        </p15:guide>
        <p15:guide id="9" pos="5501">
          <p15:clr>
            <a:srgbClr val="A4A3A4"/>
          </p15:clr>
        </p15:guide>
        <p15:guide id="10" orient="horz" pos="462">
          <p15:clr>
            <a:srgbClr val="A4A3A4"/>
          </p15:clr>
        </p15:guide>
        <p15:guide id="11" pos="77">
          <p15:clr>
            <a:srgbClr val="A4A3A4"/>
          </p15:clr>
        </p15:guide>
        <p15:guide id="12" pos="72">
          <p15:clr>
            <a:srgbClr val="A4A3A4"/>
          </p15:clr>
        </p15:guide>
        <p15:guide id="13" orient="horz" pos="2">
          <p15:clr>
            <a:srgbClr val="A4A3A4"/>
          </p15:clr>
        </p15:guide>
        <p15:guide id="14" pos="807">
          <p15:clr>
            <a:srgbClr val="A4A3A4"/>
          </p15:clr>
        </p15:guide>
        <p15:guide id="15" pos="1463">
          <p15:clr>
            <a:srgbClr val="A4A3A4"/>
          </p15:clr>
        </p15:guide>
        <p15:guide id="16" pos="2079">
          <p15:clr>
            <a:srgbClr val="A4A3A4"/>
          </p15:clr>
        </p15:guide>
        <p15:guide id="17" pos="2714">
          <p15:clr>
            <a:srgbClr val="A4A3A4"/>
          </p15:clr>
        </p15:guide>
        <p15:guide id="18" pos="3370">
          <p15:clr>
            <a:srgbClr val="A4A3A4"/>
          </p15:clr>
        </p15:guide>
        <p15:guide id="19" pos="3985">
          <p15:clr>
            <a:srgbClr val="A4A3A4"/>
          </p15:clr>
        </p15:guide>
        <p15:guide id="20" pos="4631">
          <p15:clr>
            <a:srgbClr val="A4A3A4"/>
          </p15:clr>
        </p15:guide>
        <p15:guide id="21" orient="horz" pos="581">
          <p15:clr>
            <a:srgbClr val="A4A3A4"/>
          </p15:clr>
        </p15:guide>
        <p15:guide id="22" orient="horz" pos="3230">
          <p15:clr>
            <a:srgbClr val="A4A3A4"/>
          </p15:clr>
        </p15:guide>
        <p15:guide id="23" orient="horz" pos="1230">
          <p15:clr>
            <a:srgbClr val="A4A3A4"/>
          </p15:clr>
        </p15:guide>
        <p15:guide id="24" orient="horz">
          <p15:clr>
            <a:srgbClr val="A4A3A4"/>
          </p15:clr>
        </p15:guide>
        <p15:guide id="25" orient="horz" pos="1450">
          <p15:clr>
            <a:srgbClr val="A4A3A4"/>
          </p15:clr>
        </p15:guide>
        <p15:guide id="26" pos="281">
          <p15:clr>
            <a:srgbClr val="A4A3A4"/>
          </p15:clr>
        </p15:guide>
        <p15:guide id="27" orient="horz" pos="3095">
          <p15:clr>
            <a:srgbClr val="A4A3A4"/>
          </p15:clr>
        </p15:guide>
        <p15:guide id="28" orient="horz" pos="2372">
          <p15:clr>
            <a:srgbClr val="A4A3A4"/>
          </p15:clr>
        </p15:guide>
        <p15:guide id="29" orient="horz" pos="4159">
          <p15:clr>
            <a:srgbClr val="A4A3A4"/>
          </p15:clr>
        </p15:guide>
        <p15:guide id="30" pos="313">
          <p15:clr>
            <a:srgbClr val="A4A3A4"/>
          </p15:clr>
        </p15:guide>
        <p15:guide id="31" pos="1655">
          <p15:clr>
            <a:srgbClr val="A4A3A4"/>
          </p15:clr>
        </p15:guide>
        <p15:guide id="32" pos="5727">
          <p15:clr>
            <a:srgbClr val="A4A3A4"/>
          </p15:clr>
        </p15:guide>
        <p15:guide id="33" orient="horz" pos="632">
          <p15:clr>
            <a:srgbClr val="A4A3A4"/>
          </p15:clr>
        </p15:guide>
        <p15:guide id="34" orient="horz" pos="1461">
          <p15:clr>
            <a:srgbClr val="A4A3A4"/>
          </p15:clr>
        </p15:guide>
        <p15:guide id="35" orient="horz" pos="2262">
          <p15:clr>
            <a:srgbClr val="A4A3A4"/>
          </p15:clr>
        </p15:guide>
        <p15:guide id="36" orient="horz" pos="3072">
          <p15:clr>
            <a:srgbClr val="A4A3A4"/>
          </p15:clr>
        </p15:guide>
        <p15:guide id="37" pos="765">
          <p15:clr>
            <a:srgbClr val="A4A3A4"/>
          </p15:clr>
        </p15:guide>
        <p15:guide id="38" pos="5580">
          <p15:clr>
            <a:srgbClr val="A4A3A4"/>
          </p15:clr>
        </p15:guide>
        <p15:guide id="39" pos="5039">
          <p15:clr>
            <a:srgbClr val="A4A3A4"/>
          </p15:clr>
        </p15:guide>
        <p15:guide id="40" orient="horz" pos="621">
          <p15:clr>
            <a:srgbClr val="A4A3A4"/>
          </p15:clr>
        </p15:guide>
        <p15:guide id="41" orient="horz" pos="38">
          <p15:clr>
            <a:srgbClr val="A4A3A4"/>
          </p15:clr>
        </p15:guide>
        <p15:guide id="42" orient="horz" pos="4319">
          <p15:clr>
            <a:srgbClr val="A4A3A4"/>
          </p15:clr>
        </p15:guide>
        <p15:guide id="43" orient="horz" pos="39">
          <p15:clr>
            <a:srgbClr val="A4A3A4"/>
          </p15:clr>
        </p15:guide>
        <p15:guide id="44" pos="3367">
          <p15:clr>
            <a:srgbClr val="A4A3A4"/>
          </p15:clr>
        </p15:guide>
        <p15:guide id="45" pos="4655">
          <p15:clr>
            <a:srgbClr val="A4A3A4"/>
          </p15:clr>
        </p15:guide>
        <p15:guide id="46" orient="horz" pos="1">
          <p15:clr>
            <a:srgbClr val="A4A3A4"/>
          </p15:clr>
        </p15:guide>
        <p15:guide id="47" orient="horz" pos="4067">
          <p15:clr>
            <a:srgbClr val="A4A3A4"/>
          </p15:clr>
        </p15:guide>
        <p15:guide id="48" orient="horz" pos="601">
          <p15:clr>
            <a:srgbClr val="A4A3A4"/>
          </p15:clr>
        </p15:guide>
        <p15:guide id="49" pos="149">
          <p15:clr>
            <a:srgbClr val="A4A3A4"/>
          </p15:clr>
        </p15:guide>
        <p15:guide id="50" pos="5589">
          <p15:clr>
            <a:srgbClr val="A4A3A4"/>
          </p15:clr>
        </p15:guide>
        <p15:guide id="51" pos="3227">
          <p15:clr>
            <a:srgbClr val="A4A3A4"/>
          </p15:clr>
        </p15:guide>
      </p15:sldGuideLst>
    </p:ext>
    <p:ext uri="{2D200454-40CA-4A62-9FC3-DE9A4176ACB9}">
      <p15:notesGuideLst xmlns:p15="http://schemas.microsoft.com/office/powerpoint/2012/main">
        <p15:guide id="1" orient="horz" pos="3224">
          <p15:clr>
            <a:srgbClr val="A4A3A4"/>
          </p15:clr>
        </p15:guide>
        <p15:guide id="2" pos="223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ffice316"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B050"/>
    <a:srgbClr val="269FA0"/>
    <a:srgbClr val="7A81FF"/>
    <a:srgbClr val="FF00DF"/>
    <a:srgbClr val="C3E8CC"/>
    <a:srgbClr val="FF00FF"/>
    <a:srgbClr val="FFC000"/>
    <a:srgbClr val="333399"/>
    <a:srgbClr val="0000CC"/>
    <a:srgbClr val="9507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749" autoAdjust="0"/>
  </p:normalViewPr>
  <p:slideViewPr>
    <p:cSldViewPr snapToGrid="0">
      <p:cViewPr varScale="1">
        <p:scale>
          <a:sx n="75" d="100"/>
          <a:sy n="75" d="100"/>
        </p:scale>
        <p:origin x="1428" y="48"/>
      </p:cViewPr>
      <p:guideLst>
        <p:guide orient="horz" pos="663"/>
        <p:guide orient="horz" pos="1412"/>
        <p:guide pos="181"/>
        <p:guide pos="5556"/>
        <p:guide pos="2903"/>
        <p:guide orient="horz" pos="700"/>
        <p:guide orient="horz" pos="4119"/>
        <p:guide pos="311"/>
        <p:guide pos="5501"/>
        <p:guide orient="horz" pos="462"/>
        <p:guide pos="77"/>
        <p:guide pos="72"/>
        <p:guide orient="horz" pos="2"/>
        <p:guide pos="807"/>
        <p:guide pos="1463"/>
        <p:guide pos="2079"/>
        <p:guide pos="2714"/>
        <p:guide pos="3370"/>
        <p:guide pos="3985"/>
        <p:guide pos="4631"/>
        <p:guide orient="horz" pos="581"/>
        <p:guide orient="horz" pos="3230"/>
        <p:guide orient="horz" pos="1230"/>
        <p:guide orient="horz"/>
        <p:guide orient="horz" pos="1450"/>
        <p:guide pos="281"/>
        <p:guide orient="horz" pos="3095"/>
        <p:guide orient="horz" pos="2372"/>
        <p:guide orient="horz" pos="4159"/>
        <p:guide pos="313"/>
        <p:guide pos="1655"/>
        <p:guide pos="5727"/>
        <p:guide orient="horz" pos="632"/>
        <p:guide orient="horz" pos="1461"/>
        <p:guide orient="horz" pos="2262"/>
        <p:guide orient="horz" pos="3072"/>
        <p:guide pos="765"/>
        <p:guide pos="5580"/>
        <p:guide pos="5039"/>
        <p:guide orient="horz" pos="621"/>
        <p:guide orient="horz" pos="38"/>
        <p:guide orient="horz" pos="4319"/>
        <p:guide orient="horz" pos="39"/>
        <p:guide pos="3367"/>
        <p:guide pos="4655"/>
        <p:guide orient="horz" pos="1"/>
        <p:guide orient="horz" pos="4067"/>
        <p:guide orient="horz" pos="601"/>
        <p:guide pos="149"/>
        <p:guide pos="5589"/>
        <p:guide pos="3227"/>
      </p:guideLst>
    </p:cSldViewPr>
  </p:slideViewPr>
  <p:notesTextViewPr>
    <p:cViewPr>
      <p:scale>
        <a:sx n="125" d="100"/>
        <a:sy n="125" d="100"/>
      </p:scale>
      <p:origin x="0" y="0"/>
    </p:cViewPr>
  </p:notesTextViewPr>
  <p:notesViewPr>
    <p:cSldViewPr snapToGrid="0">
      <p:cViewPr>
        <p:scale>
          <a:sx n="1" d="2"/>
          <a:sy n="1" d="2"/>
        </p:scale>
        <p:origin x="0" y="0"/>
      </p:cViewPr>
      <p:guideLst>
        <p:guide orient="horz" pos="3224"/>
        <p:guide pos="223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n Luo" userId="82312ee5779919a4" providerId="LiveId" clId="{D7F4AE9E-49D0-3942-8659-964FEF8FC6B0}"/>
    <pc:docChg chg="modSld">
      <pc:chgData name="Xin Luo" userId="82312ee5779919a4" providerId="LiveId" clId="{D7F4AE9E-49D0-3942-8659-964FEF8FC6B0}" dt="2023-11-23T07:04:44.812" v="24" actId="20577"/>
      <pc:docMkLst>
        <pc:docMk/>
      </pc:docMkLst>
      <pc:sldChg chg="modSp mod">
        <pc:chgData name="Xin Luo" userId="82312ee5779919a4" providerId="LiveId" clId="{D7F4AE9E-49D0-3942-8659-964FEF8FC6B0}" dt="2023-11-23T07:04:44.812" v="24" actId="20577"/>
        <pc:sldMkLst>
          <pc:docMk/>
          <pc:sldMk cId="3094484517" sldId="2762"/>
        </pc:sldMkLst>
        <pc:spChg chg="mod">
          <ac:chgData name="Xin Luo" userId="82312ee5779919a4" providerId="LiveId" clId="{D7F4AE9E-49D0-3942-8659-964FEF8FC6B0}" dt="2023-11-23T07:04:44.812" v="24" actId="20577"/>
          <ac:spMkLst>
            <pc:docMk/>
            <pc:sldMk cId="3094484517" sldId="2762"/>
            <ac:spMk id="3" creationId="{00000000-0000-0000-0000-000000000000}"/>
          </ac:spMkLst>
        </pc:spChg>
        <pc:spChg chg="mod">
          <ac:chgData name="Xin Luo" userId="82312ee5779919a4" providerId="LiveId" clId="{D7F4AE9E-49D0-3942-8659-964FEF8FC6B0}" dt="2023-11-23T07:04:34.363" v="3" actId="14100"/>
          <ac:spMkLst>
            <pc:docMk/>
            <pc:sldMk cId="3094484517" sldId="2762"/>
            <ac:spMk id="50" creationId="{934AE4FC-2EDD-5507-D501-C63C6A068167}"/>
          </ac:spMkLst>
        </pc:spChg>
      </pc:sldChg>
    </pc:docChg>
  </pc:docChgLst>
  <pc:docChgLst>
    <pc:chgData name="Xin Luo" userId="82312ee5779919a4" providerId="LiveId" clId="{F9D543B9-EE8F-F947-98CD-0A5B9B077609}"/>
    <pc:docChg chg="undo custSel modSld">
      <pc:chgData name="Xin Luo" userId="82312ee5779919a4" providerId="LiveId" clId="{F9D543B9-EE8F-F947-98CD-0A5B9B077609}" dt="2023-05-28T07:33:19.199" v="786" actId="1035"/>
      <pc:docMkLst>
        <pc:docMk/>
      </pc:docMkLst>
      <pc:sldChg chg="modSp mod">
        <pc:chgData name="Xin Luo" userId="82312ee5779919a4" providerId="LiveId" clId="{F9D543B9-EE8F-F947-98CD-0A5B9B077609}" dt="2023-05-28T06:55:23.883" v="643" actId="20577"/>
        <pc:sldMkLst>
          <pc:docMk/>
          <pc:sldMk cId="1153920038" sldId="2206"/>
        </pc:sldMkLst>
        <pc:spChg chg="mod">
          <ac:chgData name="Xin Luo" userId="82312ee5779919a4" providerId="LiveId" clId="{F9D543B9-EE8F-F947-98CD-0A5B9B077609}" dt="2023-05-28T06:55:23.883" v="643" actId="20577"/>
          <ac:spMkLst>
            <pc:docMk/>
            <pc:sldMk cId="1153920038" sldId="2206"/>
            <ac:spMk id="24" creationId="{00000000-0000-0000-0000-000000000000}"/>
          </ac:spMkLst>
        </pc:spChg>
      </pc:sldChg>
      <pc:sldChg chg="modSp mod">
        <pc:chgData name="Xin Luo" userId="82312ee5779919a4" providerId="LiveId" clId="{F9D543B9-EE8F-F947-98CD-0A5B9B077609}" dt="2023-05-28T07:09:31.866" v="757" actId="20577"/>
        <pc:sldMkLst>
          <pc:docMk/>
          <pc:sldMk cId="1602808061" sldId="2707"/>
        </pc:sldMkLst>
        <pc:spChg chg="mod">
          <ac:chgData name="Xin Luo" userId="82312ee5779919a4" providerId="LiveId" clId="{F9D543B9-EE8F-F947-98CD-0A5B9B077609}" dt="2023-05-28T07:09:31.866" v="757" actId="20577"/>
          <ac:spMkLst>
            <pc:docMk/>
            <pc:sldMk cId="1602808061" sldId="2707"/>
            <ac:spMk id="2" creationId="{631AADB6-C88A-D817-4683-FC087E4E240F}"/>
          </ac:spMkLst>
        </pc:spChg>
      </pc:sldChg>
      <pc:sldChg chg="modSp mod">
        <pc:chgData name="Xin Luo" userId="82312ee5779919a4" providerId="LiveId" clId="{F9D543B9-EE8F-F947-98CD-0A5B9B077609}" dt="2023-05-28T07:33:19.199" v="786" actId="1035"/>
        <pc:sldMkLst>
          <pc:docMk/>
          <pc:sldMk cId="4114066566" sldId="2726"/>
        </pc:sldMkLst>
        <pc:spChg chg="mod">
          <ac:chgData name="Xin Luo" userId="82312ee5779919a4" providerId="LiveId" clId="{F9D543B9-EE8F-F947-98CD-0A5B9B077609}" dt="2023-05-28T07:33:19.199" v="786" actId="1035"/>
          <ac:spMkLst>
            <pc:docMk/>
            <pc:sldMk cId="4114066566" sldId="2726"/>
            <ac:spMk id="17" creationId="{9E05FFCA-3371-AF5C-381D-71D984055F5A}"/>
          </ac:spMkLst>
        </pc:spChg>
      </pc:sldChg>
      <pc:sldChg chg="modSp mod">
        <pc:chgData name="Xin Luo" userId="82312ee5779919a4" providerId="LiveId" clId="{F9D543B9-EE8F-F947-98CD-0A5B9B077609}" dt="2023-05-27T13:58:39.236" v="598" actId="20577"/>
        <pc:sldMkLst>
          <pc:docMk/>
          <pc:sldMk cId="1683372320" sldId="2728"/>
        </pc:sldMkLst>
        <pc:spChg chg="mod">
          <ac:chgData name="Xin Luo" userId="82312ee5779919a4" providerId="LiveId" clId="{F9D543B9-EE8F-F947-98CD-0A5B9B077609}" dt="2023-05-27T13:58:39.236" v="598" actId="20577"/>
          <ac:spMkLst>
            <pc:docMk/>
            <pc:sldMk cId="1683372320" sldId="2728"/>
            <ac:spMk id="6" creationId="{2CCD6DA1-1437-AB5B-BCA8-405D548B2FB8}"/>
          </ac:spMkLst>
        </pc:spChg>
      </pc:sldChg>
      <pc:sldChg chg="addSp delSp modSp mod">
        <pc:chgData name="Xin Luo" userId="82312ee5779919a4" providerId="LiveId" clId="{F9D543B9-EE8F-F947-98CD-0A5B9B077609}" dt="2023-05-27T05:22:41.018" v="561" actId="20577"/>
        <pc:sldMkLst>
          <pc:docMk/>
          <pc:sldMk cId="3309691984" sldId="2731"/>
        </pc:sldMkLst>
        <pc:spChg chg="add del mod">
          <ac:chgData name="Xin Luo" userId="82312ee5779919a4" providerId="LiveId" clId="{F9D543B9-EE8F-F947-98CD-0A5B9B077609}" dt="2023-05-27T02:49:34.645" v="73" actId="478"/>
          <ac:spMkLst>
            <pc:docMk/>
            <pc:sldMk cId="3309691984" sldId="2731"/>
            <ac:spMk id="2" creationId="{1BDFD04C-8FB6-1EE4-6DF3-7E2F15B47F94}"/>
          </ac:spMkLst>
        </pc:spChg>
        <pc:spChg chg="mod">
          <ac:chgData name="Xin Luo" userId="82312ee5779919a4" providerId="LiveId" clId="{F9D543B9-EE8F-F947-98CD-0A5B9B077609}" dt="2023-05-27T02:53:28.521" v="278" actId="20577"/>
          <ac:spMkLst>
            <pc:docMk/>
            <pc:sldMk cId="3309691984" sldId="2731"/>
            <ac:spMk id="5" creationId="{1B0BE935-AC9C-D1EE-AD6A-7C386013DA7C}"/>
          </ac:spMkLst>
        </pc:spChg>
        <pc:spChg chg="add mod">
          <ac:chgData name="Xin Luo" userId="82312ee5779919a4" providerId="LiveId" clId="{F9D543B9-EE8F-F947-98CD-0A5B9B077609}" dt="2023-05-27T02:52:06.318" v="163" actId="13822"/>
          <ac:spMkLst>
            <pc:docMk/>
            <pc:sldMk cId="3309691984" sldId="2731"/>
            <ac:spMk id="6" creationId="{33F109D0-AAA1-7AD3-B10D-6934C5844CDF}"/>
          </ac:spMkLst>
        </pc:spChg>
        <pc:spChg chg="add mod">
          <ac:chgData name="Xin Luo" userId="82312ee5779919a4" providerId="LiveId" clId="{F9D543B9-EE8F-F947-98CD-0A5B9B077609}" dt="2023-05-27T05:22:34.342" v="555" actId="404"/>
          <ac:spMkLst>
            <pc:docMk/>
            <pc:sldMk cId="3309691984" sldId="2731"/>
            <ac:spMk id="7" creationId="{30E99D8D-10A9-408E-D876-09FB0C8EBDB2}"/>
          </ac:spMkLst>
        </pc:spChg>
        <pc:spChg chg="add mod">
          <ac:chgData name="Xin Luo" userId="82312ee5779919a4" providerId="LiveId" clId="{F9D543B9-EE8F-F947-98CD-0A5B9B077609}" dt="2023-05-27T02:52:13.842" v="165" actId="1076"/>
          <ac:spMkLst>
            <pc:docMk/>
            <pc:sldMk cId="3309691984" sldId="2731"/>
            <ac:spMk id="8" creationId="{7D33CA86-78C6-3B8B-51BB-B57FBBE5679D}"/>
          </ac:spMkLst>
        </pc:spChg>
        <pc:spChg chg="add mod">
          <ac:chgData name="Xin Luo" userId="82312ee5779919a4" providerId="LiveId" clId="{F9D543B9-EE8F-F947-98CD-0A5B9B077609}" dt="2023-05-27T05:22:41.018" v="561" actId="20577"/>
          <ac:spMkLst>
            <pc:docMk/>
            <pc:sldMk cId="3309691984" sldId="2731"/>
            <ac:spMk id="9" creationId="{100AD77A-3706-464A-3EA9-8E8FB10A183C}"/>
          </ac:spMkLst>
        </pc:spChg>
      </pc:sldChg>
    </pc:docChg>
  </pc:docChgLst>
  <pc:docChgLst>
    <pc:chgData name="Xin Luo" userId="82312ee5779919a4" providerId="LiveId" clId="{7C35D78A-E8DF-394E-816A-D2222F18F092}"/>
    <pc:docChg chg="delSld modSld">
      <pc:chgData name="Xin Luo" userId="82312ee5779919a4" providerId="LiveId" clId="{7C35D78A-E8DF-394E-816A-D2222F18F092}" dt="2022-11-28T03:56:42.353" v="21" actId="2696"/>
      <pc:docMkLst>
        <pc:docMk/>
      </pc:docMkLst>
      <pc:sldChg chg="del">
        <pc:chgData name="Xin Luo" userId="82312ee5779919a4" providerId="LiveId" clId="{7C35D78A-E8DF-394E-816A-D2222F18F092}" dt="2022-11-28T03:56:38.106" v="20" actId="2696"/>
        <pc:sldMkLst>
          <pc:docMk/>
          <pc:sldMk cId="0" sldId="279"/>
        </pc:sldMkLst>
      </pc:sldChg>
      <pc:sldChg chg="modSp mod">
        <pc:chgData name="Xin Luo" userId="82312ee5779919a4" providerId="LiveId" clId="{7C35D78A-E8DF-394E-816A-D2222F18F092}" dt="2022-11-28T03:56:03.446" v="17" actId="20577"/>
        <pc:sldMkLst>
          <pc:docMk/>
          <pc:sldMk cId="1153920038" sldId="2206"/>
        </pc:sldMkLst>
        <pc:spChg chg="mod">
          <ac:chgData name="Xin Luo" userId="82312ee5779919a4" providerId="LiveId" clId="{7C35D78A-E8DF-394E-816A-D2222F18F092}" dt="2022-11-28T03:56:03.446" v="17" actId="20577"/>
          <ac:spMkLst>
            <pc:docMk/>
            <pc:sldMk cId="1153920038" sldId="2206"/>
            <ac:spMk id="24" creationId="{00000000-0000-0000-0000-000000000000}"/>
          </ac:spMkLst>
        </pc:spChg>
      </pc:sldChg>
      <pc:sldChg chg="del">
        <pc:chgData name="Xin Luo" userId="82312ee5779919a4" providerId="LiveId" clId="{7C35D78A-E8DF-394E-816A-D2222F18F092}" dt="2022-11-28T03:56:42.353" v="21" actId="2696"/>
        <pc:sldMkLst>
          <pc:docMk/>
          <pc:sldMk cId="0" sldId="2501"/>
        </pc:sldMkLst>
      </pc:sldChg>
      <pc:sldChg chg="del">
        <pc:chgData name="Xin Luo" userId="82312ee5779919a4" providerId="LiveId" clId="{7C35D78A-E8DF-394E-816A-D2222F18F092}" dt="2022-11-28T03:56:17.803" v="18" actId="2696"/>
        <pc:sldMkLst>
          <pc:docMk/>
          <pc:sldMk cId="2689840772" sldId="2604"/>
        </pc:sldMkLst>
      </pc:sldChg>
      <pc:sldChg chg="del">
        <pc:chgData name="Xin Luo" userId="82312ee5779919a4" providerId="LiveId" clId="{7C35D78A-E8DF-394E-816A-D2222F18F092}" dt="2022-11-28T03:56:33.667" v="19" actId="2696"/>
        <pc:sldMkLst>
          <pc:docMk/>
          <pc:sldMk cId="1392274363" sldId="2606"/>
        </pc:sldMkLst>
      </pc:sldChg>
      <pc:sldChg chg="del">
        <pc:chgData name="Xin Luo" userId="82312ee5779919a4" providerId="LiveId" clId="{7C35D78A-E8DF-394E-816A-D2222F18F092}" dt="2022-11-28T03:56:33.667" v="19" actId="2696"/>
        <pc:sldMkLst>
          <pc:docMk/>
          <pc:sldMk cId="292605530" sldId="2607"/>
        </pc:sldMkLst>
      </pc:sldChg>
      <pc:sldChg chg="del">
        <pc:chgData name="Xin Luo" userId="82312ee5779919a4" providerId="LiveId" clId="{7C35D78A-E8DF-394E-816A-D2222F18F092}" dt="2022-11-28T03:56:33.667" v="19" actId="2696"/>
        <pc:sldMkLst>
          <pc:docMk/>
          <pc:sldMk cId="1432126823" sldId="2608"/>
        </pc:sldMkLst>
      </pc:sldChg>
      <pc:sldChg chg="del">
        <pc:chgData name="Xin Luo" userId="82312ee5779919a4" providerId="LiveId" clId="{7C35D78A-E8DF-394E-816A-D2222F18F092}" dt="2022-11-28T03:56:33.667" v="19" actId="2696"/>
        <pc:sldMkLst>
          <pc:docMk/>
          <pc:sldMk cId="2780969545" sldId="2609"/>
        </pc:sldMkLst>
      </pc:sldChg>
      <pc:sldChg chg="del">
        <pc:chgData name="Xin Luo" userId="82312ee5779919a4" providerId="LiveId" clId="{7C35D78A-E8DF-394E-816A-D2222F18F092}" dt="2022-11-28T03:56:33.667" v="19" actId="2696"/>
        <pc:sldMkLst>
          <pc:docMk/>
          <pc:sldMk cId="1351738911" sldId="2610"/>
        </pc:sldMkLst>
      </pc:sldChg>
      <pc:sldChg chg="del">
        <pc:chgData name="Xin Luo" userId="82312ee5779919a4" providerId="LiveId" clId="{7C35D78A-E8DF-394E-816A-D2222F18F092}" dt="2022-11-28T03:56:33.667" v="19" actId="2696"/>
        <pc:sldMkLst>
          <pc:docMk/>
          <pc:sldMk cId="1504723508" sldId="2611"/>
        </pc:sldMkLst>
      </pc:sldChg>
      <pc:sldChg chg="del">
        <pc:chgData name="Xin Luo" userId="82312ee5779919a4" providerId="LiveId" clId="{7C35D78A-E8DF-394E-816A-D2222F18F092}" dt="2022-11-28T03:56:38.106" v="20" actId="2696"/>
        <pc:sldMkLst>
          <pc:docMk/>
          <pc:sldMk cId="63705705" sldId="2612"/>
        </pc:sldMkLst>
      </pc:sldChg>
      <pc:sldChg chg="del">
        <pc:chgData name="Xin Luo" userId="82312ee5779919a4" providerId="LiveId" clId="{7C35D78A-E8DF-394E-816A-D2222F18F092}" dt="2022-11-28T03:56:42.353" v="21" actId="2696"/>
        <pc:sldMkLst>
          <pc:docMk/>
          <pc:sldMk cId="3070817833" sldId="2652"/>
        </pc:sldMkLst>
      </pc:sldChg>
      <pc:sldChg chg="del">
        <pc:chgData name="Xin Luo" userId="82312ee5779919a4" providerId="LiveId" clId="{7C35D78A-E8DF-394E-816A-D2222F18F092}" dt="2022-11-28T03:56:42.353" v="21" actId="2696"/>
        <pc:sldMkLst>
          <pc:docMk/>
          <pc:sldMk cId="2261973024" sldId="2686"/>
        </pc:sldMkLst>
      </pc:sldChg>
      <pc:sldChg chg="del">
        <pc:chgData name="Xin Luo" userId="82312ee5779919a4" providerId="LiveId" clId="{7C35D78A-E8DF-394E-816A-D2222F18F092}" dt="2022-11-28T03:56:38.106" v="20" actId="2696"/>
        <pc:sldMkLst>
          <pc:docMk/>
          <pc:sldMk cId="1836653143" sldId="2688"/>
        </pc:sldMkLst>
      </pc:sldChg>
      <pc:sldChg chg="del">
        <pc:chgData name="Xin Luo" userId="82312ee5779919a4" providerId="LiveId" clId="{7C35D78A-E8DF-394E-816A-D2222F18F092}" dt="2022-11-28T03:56:38.106" v="20" actId="2696"/>
        <pc:sldMkLst>
          <pc:docMk/>
          <pc:sldMk cId="715274259" sldId="2690"/>
        </pc:sldMkLst>
      </pc:sldChg>
      <pc:sldChg chg="del">
        <pc:chgData name="Xin Luo" userId="82312ee5779919a4" providerId="LiveId" clId="{7C35D78A-E8DF-394E-816A-D2222F18F092}" dt="2022-11-28T03:56:42.353" v="21" actId="2696"/>
        <pc:sldMkLst>
          <pc:docMk/>
          <pc:sldMk cId="3906920652" sldId="2694"/>
        </pc:sldMkLst>
      </pc:sldChg>
      <pc:sldChg chg="del">
        <pc:chgData name="Xin Luo" userId="82312ee5779919a4" providerId="LiveId" clId="{7C35D78A-E8DF-394E-816A-D2222F18F092}" dt="2022-11-28T03:56:42.353" v="21" actId="2696"/>
        <pc:sldMkLst>
          <pc:docMk/>
          <pc:sldMk cId="558234131" sldId="2697"/>
        </pc:sldMkLst>
      </pc:sldChg>
      <pc:sldChg chg="del">
        <pc:chgData name="Xin Luo" userId="82312ee5779919a4" providerId="LiveId" clId="{7C35D78A-E8DF-394E-816A-D2222F18F092}" dt="2022-11-28T03:56:38.106" v="20" actId="2696"/>
        <pc:sldMkLst>
          <pc:docMk/>
          <pc:sldMk cId="507602036" sldId="2700"/>
        </pc:sldMkLst>
      </pc:sldChg>
      <pc:sldChg chg="del">
        <pc:chgData name="Xin Luo" userId="82312ee5779919a4" providerId="LiveId" clId="{7C35D78A-E8DF-394E-816A-D2222F18F092}" dt="2022-11-28T03:56:38.106" v="20" actId="2696"/>
        <pc:sldMkLst>
          <pc:docMk/>
          <pc:sldMk cId="569668922" sldId="2703"/>
        </pc:sldMkLst>
      </pc:sldChg>
      <pc:sldChg chg="del">
        <pc:chgData name="Xin Luo" userId="82312ee5779919a4" providerId="LiveId" clId="{7C35D78A-E8DF-394E-816A-D2222F18F092}" dt="2022-11-28T03:56:38.106" v="20" actId="2696"/>
        <pc:sldMkLst>
          <pc:docMk/>
          <pc:sldMk cId="693600848" sldId="2705"/>
        </pc:sldMkLst>
      </pc:sldChg>
      <pc:sldChg chg="del">
        <pc:chgData name="Xin Luo" userId="82312ee5779919a4" providerId="LiveId" clId="{7C35D78A-E8DF-394E-816A-D2222F18F092}" dt="2022-11-28T03:56:38.106" v="20" actId="2696"/>
        <pc:sldMkLst>
          <pc:docMk/>
          <pc:sldMk cId="2447019445" sldId="2706"/>
        </pc:sldMkLst>
      </pc:sldChg>
      <pc:sldChg chg="del">
        <pc:chgData name="Xin Luo" userId="82312ee5779919a4" providerId="LiveId" clId="{7C35D78A-E8DF-394E-816A-D2222F18F092}" dt="2022-11-28T03:56:42.353" v="21" actId="2696"/>
        <pc:sldMkLst>
          <pc:docMk/>
          <pc:sldMk cId="3037020054" sldId="2707"/>
        </pc:sldMkLst>
      </pc:sldChg>
      <pc:sldChg chg="del">
        <pc:chgData name="Xin Luo" userId="82312ee5779919a4" providerId="LiveId" clId="{7C35D78A-E8DF-394E-816A-D2222F18F092}" dt="2022-11-28T03:56:42.353" v="21" actId="2696"/>
        <pc:sldMkLst>
          <pc:docMk/>
          <pc:sldMk cId="446628750" sldId="2708"/>
        </pc:sldMkLst>
      </pc:sldChg>
      <pc:sldChg chg="del">
        <pc:chgData name="Xin Luo" userId="82312ee5779919a4" providerId="LiveId" clId="{7C35D78A-E8DF-394E-816A-D2222F18F092}" dt="2022-11-28T03:56:42.353" v="21" actId="2696"/>
        <pc:sldMkLst>
          <pc:docMk/>
          <pc:sldMk cId="770366385" sldId="2709"/>
        </pc:sldMkLst>
      </pc:sldChg>
      <pc:sldChg chg="del">
        <pc:chgData name="Xin Luo" userId="82312ee5779919a4" providerId="LiveId" clId="{7C35D78A-E8DF-394E-816A-D2222F18F092}" dt="2022-11-28T03:56:42.353" v="21" actId="2696"/>
        <pc:sldMkLst>
          <pc:docMk/>
          <pc:sldMk cId="1259562490" sldId="2710"/>
        </pc:sldMkLst>
      </pc:sldChg>
      <pc:sldChg chg="del">
        <pc:chgData name="Xin Luo" userId="82312ee5779919a4" providerId="LiveId" clId="{7C35D78A-E8DF-394E-816A-D2222F18F092}" dt="2022-11-28T03:56:42.353" v="21" actId="2696"/>
        <pc:sldMkLst>
          <pc:docMk/>
          <pc:sldMk cId="573676958" sldId="2711"/>
        </pc:sldMkLst>
      </pc:sldChg>
      <pc:sldChg chg="del">
        <pc:chgData name="Xin Luo" userId="82312ee5779919a4" providerId="LiveId" clId="{7C35D78A-E8DF-394E-816A-D2222F18F092}" dt="2022-11-28T03:56:33.667" v="19" actId="2696"/>
        <pc:sldMkLst>
          <pc:docMk/>
          <pc:sldMk cId="2970267871" sldId="2712"/>
        </pc:sldMkLst>
      </pc:sldChg>
      <pc:sldChg chg="del">
        <pc:chgData name="Xin Luo" userId="82312ee5779919a4" providerId="LiveId" clId="{7C35D78A-E8DF-394E-816A-D2222F18F092}" dt="2022-11-28T03:56:42.353" v="21" actId="2696"/>
        <pc:sldMkLst>
          <pc:docMk/>
          <pc:sldMk cId="4061658258" sldId="2713"/>
        </pc:sldMkLst>
      </pc:sldChg>
      <pc:sldChg chg="del">
        <pc:chgData name="Xin Luo" userId="82312ee5779919a4" providerId="LiveId" clId="{7C35D78A-E8DF-394E-816A-D2222F18F092}" dt="2022-11-28T03:56:17.803" v="18" actId="2696"/>
        <pc:sldMkLst>
          <pc:docMk/>
          <pc:sldMk cId="2358282757" sldId="2714"/>
        </pc:sldMkLst>
      </pc:sldChg>
    </pc:docChg>
  </pc:docChgLst>
  <pc:docChgLst>
    <pc:chgData name="Xin Luo" userId="82312ee5779919a4" providerId="LiveId" clId="{23920C8D-EBCE-A347-9C82-C14316D20539}"/>
    <pc:docChg chg="undo custSel addSld modSld">
      <pc:chgData name="Xin Luo" userId="82312ee5779919a4" providerId="LiveId" clId="{23920C8D-EBCE-A347-9C82-C14316D20539}" dt="2022-10-26T12:19:06.428" v="501" actId="767"/>
      <pc:docMkLst>
        <pc:docMk/>
      </pc:docMkLst>
      <pc:sldChg chg="modSp mod">
        <pc:chgData name="Xin Luo" userId="82312ee5779919a4" providerId="LiveId" clId="{23920C8D-EBCE-A347-9C82-C14316D20539}" dt="2022-10-10T01:06:29.261" v="368" actId="404"/>
        <pc:sldMkLst>
          <pc:docMk/>
          <pc:sldMk cId="1576120367" sldId="2387"/>
        </pc:sldMkLst>
        <pc:spChg chg="mod">
          <ac:chgData name="Xin Luo" userId="82312ee5779919a4" providerId="LiveId" clId="{23920C8D-EBCE-A347-9C82-C14316D20539}" dt="2022-10-10T01:06:29.261" v="368" actId="404"/>
          <ac:spMkLst>
            <pc:docMk/>
            <pc:sldMk cId="1576120367" sldId="2387"/>
            <ac:spMk id="10" creationId="{00000000-0000-0000-0000-000000000000}"/>
          </ac:spMkLst>
        </pc:spChg>
        <pc:spChg chg="mod">
          <ac:chgData name="Xin Luo" userId="82312ee5779919a4" providerId="LiveId" clId="{23920C8D-EBCE-A347-9C82-C14316D20539}" dt="2022-10-10T01:06:13.262" v="366" actId="403"/>
          <ac:spMkLst>
            <pc:docMk/>
            <pc:sldMk cId="1576120367" sldId="2387"/>
            <ac:spMk id="12" creationId="{00000000-0000-0000-0000-000000000000}"/>
          </ac:spMkLst>
        </pc:spChg>
        <pc:spChg chg="mod">
          <ac:chgData name="Xin Luo" userId="82312ee5779919a4" providerId="LiveId" clId="{23920C8D-EBCE-A347-9C82-C14316D20539}" dt="2022-10-10T01:06:29.261" v="368" actId="404"/>
          <ac:spMkLst>
            <pc:docMk/>
            <pc:sldMk cId="1576120367" sldId="2387"/>
            <ac:spMk id="13" creationId="{00000000-0000-0000-0000-000000000000}"/>
          </ac:spMkLst>
        </pc:spChg>
        <pc:spChg chg="mod">
          <ac:chgData name="Xin Luo" userId="82312ee5779919a4" providerId="LiveId" clId="{23920C8D-EBCE-A347-9C82-C14316D20539}" dt="2022-10-10T01:06:13.262" v="366" actId="403"/>
          <ac:spMkLst>
            <pc:docMk/>
            <pc:sldMk cId="1576120367" sldId="2387"/>
            <ac:spMk id="14" creationId="{00000000-0000-0000-0000-000000000000}"/>
          </ac:spMkLst>
        </pc:spChg>
        <pc:spChg chg="mod">
          <ac:chgData name="Xin Luo" userId="82312ee5779919a4" providerId="LiveId" clId="{23920C8D-EBCE-A347-9C82-C14316D20539}" dt="2022-10-10T01:06:29.261" v="368" actId="404"/>
          <ac:spMkLst>
            <pc:docMk/>
            <pc:sldMk cId="1576120367" sldId="2387"/>
            <ac:spMk id="15" creationId="{00000000-0000-0000-0000-000000000000}"/>
          </ac:spMkLst>
        </pc:spChg>
        <pc:spChg chg="mod">
          <ac:chgData name="Xin Luo" userId="82312ee5779919a4" providerId="LiveId" clId="{23920C8D-EBCE-A347-9C82-C14316D20539}" dt="2022-10-10T01:06:19.369" v="367" actId="14100"/>
          <ac:spMkLst>
            <pc:docMk/>
            <pc:sldMk cId="1576120367" sldId="2387"/>
            <ac:spMk id="16" creationId="{00000000-0000-0000-0000-000000000000}"/>
          </ac:spMkLst>
        </pc:spChg>
      </pc:sldChg>
      <pc:sldChg chg="modSp mod">
        <pc:chgData name="Xin Luo" userId="82312ee5779919a4" providerId="LiveId" clId="{23920C8D-EBCE-A347-9C82-C14316D20539}" dt="2022-10-10T01:06:39.449" v="369" actId="403"/>
        <pc:sldMkLst>
          <pc:docMk/>
          <pc:sldMk cId="2415901206" sldId="2447"/>
        </pc:sldMkLst>
        <pc:spChg chg="mod">
          <ac:chgData name="Xin Luo" userId="82312ee5779919a4" providerId="LiveId" clId="{23920C8D-EBCE-A347-9C82-C14316D20539}" dt="2022-10-10T01:06:39.449" v="369" actId="403"/>
          <ac:spMkLst>
            <pc:docMk/>
            <pc:sldMk cId="2415901206" sldId="2447"/>
            <ac:spMk id="7" creationId="{00000000-0000-0000-0000-000000000000}"/>
          </ac:spMkLst>
        </pc:spChg>
      </pc:sldChg>
      <pc:sldChg chg="addSp delSp modSp mod">
        <pc:chgData name="Xin Luo" userId="82312ee5779919a4" providerId="LiveId" clId="{23920C8D-EBCE-A347-9C82-C14316D20539}" dt="2022-10-26T11:18:20.490" v="500"/>
        <pc:sldMkLst>
          <pc:docMk/>
          <pc:sldMk cId="2689840772" sldId="2604"/>
        </pc:sldMkLst>
        <pc:spChg chg="mod">
          <ac:chgData name="Xin Luo" userId="82312ee5779919a4" providerId="LiveId" clId="{23920C8D-EBCE-A347-9C82-C14316D20539}" dt="2022-10-26T11:18:14.630" v="497" actId="1038"/>
          <ac:spMkLst>
            <pc:docMk/>
            <pc:sldMk cId="2689840772" sldId="2604"/>
            <ac:spMk id="2" creationId="{DB381E7B-A050-4BE4-6756-9B64308C74D7}"/>
          </ac:spMkLst>
        </pc:spChg>
        <pc:spChg chg="del mod">
          <ac:chgData name="Xin Luo" userId="82312ee5779919a4" providerId="LiveId" clId="{23920C8D-EBCE-A347-9C82-C14316D20539}" dt="2022-10-10T00:58:26.498" v="9" actId="478"/>
          <ac:spMkLst>
            <pc:docMk/>
            <pc:sldMk cId="2689840772" sldId="2604"/>
            <ac:spMk id="3" creationId="{00000000-0000-0000-0000-000000000000}"/>
          </ac:spMkLst>
        </pc:spChg>
        <pc:spChg chg="add del mod">
          <ac:chgData name="Xin Luo" userId="82312ee5779919a4" providerId="LiveId" clId="{23920C8D-EBCE-A347-9C82-C14316D20539}" dt="2022-10-26T11:18:20.490" v="500"/>
          <ac:spMkLst>
            <pc:docMk/>
            <pc:sldMk cId="2689840772" sldId="2604"/>
            <ac:spMk id="3" creationId="{0AC6D251-AEF6-35BE-71D5-DE25EAD72977}"/>
          </ac:spMkLst>
        </pc:spChg>
        <pc:spChg chg="add mod">
          <ac:chgData name="Xin Luo" userId="82312ee5779919a4" providerId="LiveId" clId="{23920C8D-EBCE-A347-9C82-C14316D20539}" dt="2022-10-10T01:03:50.909" v="356" actId="20577"/>
          <ac:spMkLst>
            <pc:docMk/>
            <pc:sldMk cId="2689840772" sldId="2604"/>
            <ac:spMk id="4" creationId="{5B949F23-92C2-3ACE-AE9A-58F8C8D7AB52}"/>
          </ac:spMkLst>
        </pc:spChg>
      </pc:sldChg>
      <pc:sldChg chg="modSp mod">
        <pc:chgData name="Xin Luo" userId="82312ee5779919a4" providerId="LiveId" clId="{23920C8D-EBCE-A347-9C82-C14316D20539}" dt="2022-10-25T11:53:23.523" v="402" actId="207"/>
        <pc:sldMkLst>
          <pc:docMk/>
          <pc:sldMk cId="1392274363" sldId="2606"/>
        </pc:sldMkLst>
        <pc:spChg chg="mod">
          <ac:chgData name="Xin Luo" userId="82312ee5779919a4" providerId="LiveId" clId="{23920C8D-EBCE-A347-9C82-C14316D20539}" dt="2022-10-10T01:08:08.448" v="392" actId="20577"/>
          <ac:spMkLst>
            <pc:docMk/>
            <pc:sldMk cId="1392274363" sldId="2606"/>
            <ac:spMk id="35" creationId="{2CBBD54C-A0C4-CFAB-2A67-F8BF299D28F5}"/>
          </ac:spMkLst>
        </pc:spChg>
        <pc:spChg chg="mod">
          <ac:chgData name="Xin Luo" userId="82312ee5779919a4" providerId="LiveId" clId="{23920C8D-EBCE-A347-9C82-C14316D20539}" dt="2022-10-25T11:53:23.523" v="402" actId="207"/>
          <ac:spMkLst>
            <pc:docMk/>
            <pc:sldMk cId="1392274363" sldId="2606"/>
            <ac:spMk id="42" creationId="{E4B07DDE-AB89-2B16-6B7A-2142621DE6F5}"/>
          </ac:spMkLst>
        </pc:spChg>
      </pc:sldChg>
      <pc:sldChg chg="modSp mod">
        <pc:chgData name="Xin Luo" userId="82312ee5779919a4" providerId="LiveId" clId="{23920C8D-EBCE-A347-9C82-C14316D20539}" dt="2022-10-25T12:03:26.240" v="414" actId="14100"/>
        <pc:sldMkLst>
          <pc:docMk/>
          <pc:sldMk cId="292605530" sldId="2607"/>
        </pc:sldMkLst>
        <pc:spChg chg="mod">
          <ac:chgData name="Xin Luo" userId="82312ee5779919a4" providerId="LiveId" clId="{23920C8D-EBCE-A347-9C82-C14316D20539}" dt="2022-10-25T12:03:26.240" v="414" actId="14100"/>
          <ac:spMkLst>
            <pc:docMk/>
            <pc:sldMk cId="292605530" sldId="2607"/>
            <ac:spMk id="18" creationId="{8399C9E7-13B6-1DAF-F5BF-4471E8528C5F}"/>
          </ac:spMkLst>
        </pc:spChg>
      </pc:sldChg>
      <pc:sldChg chg="modSp mod">
        <pc:chgData name="Xin Luo" userId="82312ee5779919a4" providerId="LiveId" clId="{23920C8D-EBCE-A347-9C82-C14316D20539}" dt="2022-10-25T12:09:03.730" v="478" actId="1036"/>
        <pc:sldMkLst>
          <pc:docMk/>
          <pc:sldMk cId="2780969545" sldId="2609"/>
        </pc:sldMkLst>
        <pc:spChg chg="mod">
          <ac:chgData name="Xin Luo" userId="82312ee5779919a4" providerId="LiveId" clId="{23920C8D-EBCE-A347-9C82-C14316D20539}" dt="2022-10-25T12:08:56.496" v="469" actId="115"/>
          <ac:spMkLst>
            <pc:docMk/>
            <pc:sldMk cId="2780969545" sldId="2609"/>
            <ac:spMk id="6" creationId="{2D1A6305-FF43-CF53-224A-B6D4901EAB0F}"/>
          </ac:spMkLst>
        </pc:spChg>
        <pc:spChg chg="mod">
          <ac:chgData name="Xin Luo" userId="82312ee5779919a4" providerId="LiveId" clId="{23920C8D-EBCE-A347-9C82-C14316D20539}" dt="2022-10-25T12:09:03.730" v="478" actId="1036"/>
          <ac:spMkLst>
            <pc:docMk/>
            <pc:sldMk cId="2780969545" sldId="2609"/>
            <ac:spMk id="11" creationId="{63EAC848-88D2-7A10-E878-444ADA855E23}"/>
          </ac:spMkLst>
        </pc:spChg>
        <pc:spChg chg="mod">
          <ac:chgData name="Xin Luo" userId="82312ee5779919a4" providerId="LiveId" clId="{23920C8D-EBCE-A347-9C82-C14316D20539}" dt="2022-10-25T12:09:03.730" v="478" actId="1036"/>
          <ac:spMkLst>
            <pc:docMk/>
            <pc:sldMk cId="2780969545" sldId="2609"/>
            <ac:spMk id="12" creationId="{BED7A820-9D6E-7E7E-A906-8A9424528316}"/>
          </ac:spMkLst>
        </pc:spChg>
        <pc:spChg chg="mod">
          <ac:chgData name="Xin Luo" userId="82312ee5779919a4" providerId="LiveId" clId="{23920C8D-EBCE-A347-9C82-C14316D20539}" dt="2022-10-25T12:09:03.730" v="478" actId="1036"/>
          <ac:spMkLst>
            <pc:docMk/>
            <pc:sldMk cId="2780969545" sldId="2609"/>
            <ac:spMk id="20" creationId="{87EC125B-CB98-6914-1633-6697471A2CB4}"/>
          </ac:spMkLst>
        </pc:spChg>
        <pc:spChg chg="mod">
          <ac:chgData name="Xin Luo" userId="82312ee5779919a4" providerId="LiveId" clId="{23920C8D-EBCE-A347-9C82-C14316D20539}" dt="2022-10-25T12:09:03.730" v="478" actId="1036"/>
          <ac:spMkLst>
            <pc:docMk/>
            <pc:sldMk cId="2780969545" sldId="2609"/>
            <ac:spMk id="21" creationId="{0AF67847-7DEF-CDAB-6208-0271BFB4FB06}"/>
          </ac:spMkLst>
        </pc:spChg>
        <pc:spChg chg="mod">
          <ac:chgData name="Xin Luo" userId="82312ee5779919a4" providerId="LiveId" clId="{23920C8D-EBCE-A347-9C82-C14316D20539}" dt="2022-10-25T12:09:03.730" v="478" actId="1036"/>
          <ac:spMkLst>
            <pc:docMk/>
            <pc:sldMk cId="2780969545" sldId="2609"/>
            <ac:spMk id="23" creationId="{0011846D-F543-398E-85CB-0AB0A842928A}"/>
          </ac:spMkLst>
        </pc:spChg>
        <pc:spChg chg="mod">
          <ac:chgData name="Xin Luo" userId="82312ee5779919a4" providerId="LiveId" clId="{23920C8D-EBCE-A347-9C82-C14316D20539}" dt="2022-10-25T12:09:03.730" v="478" actId="1036"/>
          <ac:spMkLst>
            <pc:docMk/>
            <pc:sldMk cId="2780969545" sldId="2609"/>
            <ac:spMk id="24" creationId="{37B5D87E-7419-7CC0-91CC-8A0807F0F999}"/>
          </ac:spMkLst>
        </pc:spChg>
        <pc:spChg chg="mod">
          <ac:chgData name="Xin Luo" userId="82312ee5779919a4" providerId="LiveId" clId="{23920C8D-EBCE-A347-9C82-C14316D20539}" dt="2022-10-25T12:09:03.730" v="478" actId="1036"/>
          <ac:spMkLst>
            <pc:docMk/>
            <pc:sldMk cId="2780969545" sldId="2609"/>
            <ac:spMk id="25" creationId="{4745244D-B431-F067-4A97-7CC4387296FB}"/>
          </ac:spMkLst>
        </pc:spChg>
        <pc:spChg chg="mod">
          <ac:chgData name="Xin Luo" userId="82312ee5779919a4" providerId="LiveId" clId="{23920C8D-EBCE-A347-9C82-C14316D20539}" dt="2022-10-25T12:09:03.730" v="478" actId="1036"/>
          <ac:spMkLst>
            <pc:docMk/>
            <pc:sldMk cId="2780969545" sldId="2609"/>
            <ac:spMk id="26" creationId="{FB9C53DE-8D1F-6DF4-8CE3-3A262A9F8737}"/>
          </ac:spMkLst>
        </pc:spChg>
        <pc:picChg chg="mod">
          <ac:chgData name="Xin Luo" userId="82312ee5779919a4" providerId="LiveId" clId="{23920C8D-EBCE-A347-9C82-C14316D20539}" dt="2022-10-25T12:09:03.730" v="478" actId="1036"/>
          <ac:picMkLst>
            <pc:docMk/>
            <pc:sldMk cId="2780969545" sldId="2609"/>
            <ac:picMk id="4" creationId="{49B7ACC6-6794-9162-52B2-E80F7E4B0442}"/>
          </ac:picMkLst>
        </pc:picChg>
        <pc:picChg chg="mod">
          <ac:chgData name="Xin Luo" userId="82312ee5779919a4" providerId="LiveId" clId="{23920C8D-EBCE-A347-9C82-C14316D20539}" dt="2022-10-25T12:09:03.730" v="478" actId="1036"/>
          <ac:picMkLst>
            <pc:docMk/>
            <pc:sldMk cId="2780969545" sldId="2609"/>
            <ac:picMk id="7" creationId="{42FD45A0-A9EA-D518-41B5-21FA7A24BA60}"/>
          </ac:picMkLst>
        </pc:picChg>
        <pc:picChg chg="mod">
          <ac:chgData name="Xin Luo" userId="82312ee5779919a4" providerId="LiveId" clId="{23920C8D-EBCE-A347-9C82-C14316D20539}" dt="2022-10-25T12:09:03.730" v="478" actId="1036"/>
          <ac:picMkLst>
            <pc:docMk/>
            <pc:sldMk cId="2780969545" sldId="2609"/>
            <ac:picMk id="10" creationId="{C2B12388-3179-41F8-2462-0C9BA14093FF}"/>
          </ac:picMkLst>
        </pc:picChg>
        <pc:picChg chg="mod">
          <ac:chgData name="Xin Luo" userId="82312ee5779919a4" providerId="LiveId" clId="{23920C8D-EBCE-A347-9C82-C14316D20539}" dt="2022-10-25T12:09:03.730" v="478" actId="1036"/>
          <ac:picMkLst>
            <pc:docMk/>
            <pc:sldMk cId="2780969545" sldId="2609"/>
            <ac:picMk id="7170" creationId="{A3C33C8C-6841-03A7-574F-E161D6BA2409}"/>
          </ac:picMkLst>
        </pc:picChg>
        <pc:cxnChg chg="mod">
          <ac:chgData name="Xin Luo" userId="82312ee5779919a4" providerId="LiveId" clId="{23920C8D-EBCE-A347-9C82-C14316D20539}" dt="2022-10-25T12:09:03.730" v="478" actId="1036"/>
          <ac:cxnSpMkLst>
            <pc:docMk/>
            <pc:sldMk cId="2780969545" sldId="2609"/>
            <ac:cxnSpMk id="9" creationId="{FD972B84-6C44-171E-8256-D2A04F01B0C9}"/>
          </ac:cxnSpMkLst>
        </pc:cxnChg>
        <pc:cxnChg chg="mod">
          <ac:chgData name="Xin Luo" userId="82312ee5779919a4" providerId="LiveId" clId="{23920C8D-EBCE-A347-9C82-C14316D20539}" dt="2022-10-25T12:09:03.730" v="478" actId="1036"/>
          <ac:cxnSpMkLst>
            <pc:docMk/>
            <pc:sldMk cId="2780969545" sldId="2609"/>
            <ac:cxnSpMk id="16" creationId="{612BCBDC-DECE-5090-7C5B-6492FF4CE722}"/>
          </ac:cxnSpMkLst>
        </pc:cxnChg>
        <pc:cxnChg chg="mod">
          <ac:chgData name="Xin Luo" userId="82312ee5779919a4" providerId="LiveId" clId="{23920C8D-EBCE-A347-9C82-C14316D20539}" dt="2022-10-25T12:09:03.730" v="478" actId="1036"/>
          <ac:cxnSpMkLst>
            <pc:docMk/>
            <pc:sldMk cId="2780969545" sldId="2609"/>
            <ac:cxnSpMk id="17" creationId="{AF045F09-2718-C456-D477-E816A43885FF}"/>
          </ac:cxnSpMkLst>
        </pc:cxnChg>
        <pc:cxnChg chg="mod">
          <ac:chgData name="Xin Luo" userId="82312ee5779919a4" providerId="LiveId" clId="{23920C8D-EBCE-A347-9C82-C14316D20539}" dt="2022-10-25T12:09:03.730" v="478" actId="1036"/>
          <ac:cxnSpMkLst>
            <pc:docMk/>
            <pc:sldMk cId="2780969545" sldId="2609"/>
            <ac:cxnSpMk id="28" creationId="{6C11ADF7-6234-2989-2798-F5AAD5EDE3BF}"/>
          </ac:cxnSpMkLst>
        </pc:cxnChg>
      </pc:sldChg>
      <pc:sldChg chg="modSp mod">
        <pc:chgData name="Xin Luo" userId="82312ee5779919a4" providerId="LiveId" clId="{23920C8D-EBCE-A347-9C82-C14316D20539}" dt="2022-10-26T02:56:58.658" v="480" actId="207"/>
        <pc:sldMkLst>
          <pc:docMk/>
          <pc:sldMk cId="63705705" sldId="2612"/>
        </pc:sldMkLst>
        <pc:spChg chg="mod">
          <ac:chgData name="Xin Luo" userId="82312ee5779919a4" providerId="LiveId" clId="{23920C8D-EBCE-A347-9C82-C14316D20539}" dt="2022-10-26T02:56:58.658" v="480" actId="207"/>
          <ac:spMkLst>
            <pc:docMk/>
            <pc:sldMk cId="63705705" sldId="2612"/>
            <ac:spMk id="63" creationId="{6400CC45-5050-7ACD-CE08-CC6D7000A1DA}"/>
          </ac:spMkLst>
        </pc:spChg>
      </pc:sldChg>
      <pc:sldChg chg="addSp modSp">
        <pc:chgData name="Xin Luo" userId="82312ee5779919a4" providerId="LiveId" clId="{23920C8D-EBCE-A347-9C82-C14316D20539}" dt="2022-10-26T12:19:06.428" v="501" actId="767"/>
        <pc:sldMkLst>
          <pc:docMk/>
          <pc:sldMk cId="963926578" sldId="2613"/>
        </pc:sldMkLst>
        <pc:spChg chg="add mod">
          <ac:chgData name="Xin Luo" userId="82312ee5779919a4" providerId="LiveId" clId="{23920C8D-EBCE-A347-9C82-C14316D20539}" dt="2022-10-26T12:19:06.428" v="501" actId="767"/>
          <ac:spMkLst>
            <pc:docMk/>
            <pc:sldMk cId="963926578" sldId="2613"/>
            <ac:spMk id="2" creationId="{5F7683B3-77E0-69A9-94AE-FF04E7249325}"/>
          </ac:spMkLst>
        </pc:spChg>
      </pc:sldChg>
      <pc:sldChg chg="modSp add mod">
        <pc:chgData name="Xin Luo" userId="82312ee5779919a4" providerId="LiveId" clId="{23920C8D-EBCE-A347-9C82-C14316D20539}" dt="2022-10-10T01:06:02.902" v="365" actId="403"/>
        <pc:sldMkLst>
          <pc:docMk/>
          <pc:sldMk cId="2358282757" sldId="2714"/>
        </pc:sldMkLst>
        <pc:spChg chg="mod">
          <ac:chgData name="Xin Luo" userId="82312ee5779919a4" providerId="LiveId" clId="{23920C8D-EBCE-A347-9C82-C14316D20539}" dt="2022-10-10T01:06:02.902" v="365" actId="403"/>
          <ac:spMkLst>
            <pc:docMk/>
            <pc:sldMk cId="2358282757" sldId="2714"/>
            <ac:spMk id="2" creationId="{DB381E7B-A050-4BE4-6756-9B64308C74D7}"/>
          </ac:spMkLst>
        </pc:spChg>
      </pc:sldChg>
    </pc:docChg>
  </pc:docChgLst>
  <pc:docChgLst>
    <pc:chgData name="Xin Luo" userId="82312ee5779919a4" providerId="LiveId" clId="{9128E5A1-9A7D-9E43-9C59-C33E25DF43E2}"/>
    <pc:docChg chg="custSel modSld">
      <pc:chgData name="Xin Luo" userId="82312ee5779919a4" providerId="LiveId" clId="{9128E5A1-9A7D-9E43-9C59-C33E25DF43E2}" dt="2023-11-02T02:53:01.793" v="86" actId="1038"/>
      <pc:docMkLst>
        <pc:docMk/>
      </pc:docMkLst>
      <pc:sldChg chg="addSp delSp modSp mod">
        <pc:chgData name="Xin Luo" userId="82312ee5779919a4" providerId="LiveId" clId="{9128E5A1-9A7D-9E43-9C59-C33E25DF43E2}" dt="2023-11-02T02:53:01.793" v="86" actId="1038"/>
        <pc:sldMkLst>
          <pc:docMk/>
          <pc:sldMk cId="1576120367" sldId="2387"/>
        </pc:sldMkLst>
        <pc:spChg chg="mod">
          <ac:chgData name="Xin Luo" userId="82312ee5779919a4" providerId="LiveId" clId="{9128E5A1-9A7D-9E43-9C59-C33E25DF43E2}" dt="2023-11-02T02:52:47.094" v="76" actId="20577"/>
          <ac:spMkLst>
            <pc:docMk/>
            <pc:sldMk cId="1576120367" sldId="2387"/>
            <ac:spMk id="4" creationId="{757B3F1E-8914-BCF9-8C32-DC97816E3AB3}"/>
          </ac:spMkLst>
        </pc:spChg>
        <pc:spChg chg="mod">
          <ac:chgData name="Xin Luo" userId="82312ee5779919a4" providerId="LiveId" clId="{9128E5A1-9A7D-9E43-9C59-C33E25DF43E2}" dt="2023-11-02T02:52:50.816" v="81" actId="20577"/>
          <ac:spMkLst>
            <pc:docMk/>
            <pc:sldMk cId="1576120367" sldId="2387"/>
            <ac:spMk id="8" creationId="{7B19071C-E4E2-AAD4-0186-633437D7D84E}"/>
          </ac:spMkLst>
        </pc:spChg>
        <pc:spChg chg="mod">
          <ac:chgData name="Xin Luo" userId="82312ee5779919a4" providerId="LiveId" clId="{9128E5A1-9A7D-9E43-9C59-C33E25DF43E2}" dt="2023-11-02T02:52:53.646" v="85" actId="20577"/>
          <ac:spMkLst>
            <pc:docMk/>
            <pc:sldMk cId="1576120367" sldId="2387"/>
            <ac:spMk id="16" creationId="{2B3EF181-4B4E-02E4-5C00-C278779005C4}"/>
          </ac:spMkLst>
        </pc:spChg>
        <pc:spChg chg="mod">
          <ac:chgData name="Xin Luo" userId="82312ee5779919a4" providerId="LiveId" clId="{9128E5A1-9A7D-9E43-9C59-C33E25DF43E2}" dt="2023-11-02T02:50:39.179" v="42" actId="20577"/>
          <ac:spMkLst>
            <pc:docMk/>
            <pc:sldMk cId="1576120367" sldId="2387"/>
            <ac:spMk id="17" creationId="{FD887AF4-9FF3-7651-AC74-9DE5620D250C}"/>
          </ac:spMkLst>
        </pc:spChg>
        <pc:spChg chg="mod">
          <ac:chgData name="Xin Luo" userId="82312ee5779919a4" providerId="LiveId" clId="{9128E5A1-9A7D-9E43-9C59-C33E25DF43E2}" dt="2023-11-02T02:52:20.921" v="59"/>
          <ac:spMkLst>
            <pc:docMk/>
            <pc:sldMk cId="1576120367" sldId="2387"/>
            <ac:spMk id="20" creationId="{AD597F8B-0E5B-55C3-95EF-460F54885015}"/>
          </ac:spMkLst>
        </pc:spChg>
        <pc:spChg chg="mod">
          <ac:chgData name="Xin Luo" userId="82312ee5779919a4" providerId="LiveId" clId="{9128E5A1-9A7D-9E43-9C59-C33E25DF43E2}" dt="2023-11-02T02:52:20.921" v="59"/>
          <ac:spMkLst>
            <pc:docMk/>
            <pc:sldMk cId="1576120367" sldId="2387"/>
            <ac:spMk id="21" creationId="{5E1CF5B6-D3D6-ED4D-9527-A0A3BA87F030}"/>
          </ac:spMkLst>
        </pc:spChg>
        <pc:grpChg chg="mod">
          <ac:chgData name="Xin Luo" userId="82312ee5779919a4" providerId="LiveId" clId="{9128E5A1-9A7D-9E43-9C59-C33E25DF43E2}" dt="2023-11-02T02:52:36.697" v="64" actId="1076"/>
          <ac:grpSpMkLst>
            <pc:docMk/>
            <pc:sldMk cId="1576120367" sldId="2387"/>
            <ac:grpSpMk id="2" creationId="{1818EBCB-380D-926A-5B23-181F7E7C8ECD}"/>
          </ac:grpSpMkLst>
        </pc:grpChg>
        <pc:grpChg chg="del">
          <ac:chgData name="Xin Luo" userId="82312ee5779919a4" providerId="LiveId" clId="{9128E5A1-9A7D-9E43-9C59-C33E25DF43E2}" dt="2023-11-02T02:50:21.445" v="17" actId="478"/>
          <ac:grpSpMkLst>
            <pc:docMk/>
            <pc:sldMk cId="1576120367" sldId="2387"/>
            <ac:grpSpMk id="3" creationId="{12ED16A1-79B8-7DB1-1CC1-250B051BAD58}"/>
          </ac:grpSpMkLst>
        </pc:grpChg>
        <pc:grpChg chg="mod">
          <ac:chgData name="Xin Luo" userId="82312ee5779919a4" providerId="LiveId" clId="{9128E5A1-9A7D-9E43-9C59-C33E25DF43E2}" dt="2023-11-02T02:52:34.131" v="63" actId="1076"/>
          <ac:grpSpMkLst>
            <pc:docMk/>
            <pc:sldMk cId="1576120367" sldId="2387"/>
            <ac:grpSpMk id="7" creationId="{70856234-5F93-A6CB-46BF-2F1FA1D250C7}"/>
          </ac:grpSpMkLst>
        </pc:grpChg>
        <pc:grpChg chg="del">
          <ac:chgData name="Xin Luo" userId="82312ee5779919a4" providerId="LiveId" clId="{9128E5A1-9A7D-9E43-9C59-C33E25DF43E2}" dt="2023-11-02T02:50:21.445" v="17" actId="478"/>
          <ac:grpSpMkLst>
            <pc:docMk/>
            <pc:sldMk cId="1576120367" sldId="2387"/>
            <ac:grpSpMk id="9" creationId="{84B9B8D5-4BCC-CDFF-1E13-B005060A8BDF}"/>
          </ac:grpSpMkLst>
        </pc:grpChg>
        <pc:grpChg chg="mod">
          <ac:chgData name="Xin Luo" userId="82312ee5779919a4" providerId="LiveId" clId="{9128E5A1-9A7D-9E43-9C59-C33E25DF43E2}" dt="2023-11-02T02:53:01.793" v="86" actId="1038"/>
          <ac:grpSpMkLst>
            <pc:docMk/>
            <pc:sldMk cId="1576120367" sldId="2387"/>
            <ac:grpSpMk id="15" creationId="{31C2D7F0-12A3-5736-3C52-F8C7E4C99303}"/>
          </ac:grpSpMkLst>
        </pc:grpChg>
        <pc:grpChg chg="add mod">
          <ac:chgData name="Xin Luo" userId="82312ee5779919a4" providerId="LiveId" clId="{9128E5A1-9A7D-9E43-9C59-C33E25DF43E2}" dt="2023-11-02T02:52:40.495" v="65" actId="1076"/>
          <ac:grpSpMkLst>
            <pc:docMk/>
            <pc:sldMk cId="1576120367" sldId="2387"/>
            <ac:grpSpMk id="18" creationId="{96FB7E62-B9C8-B5B3-ED4D-2B48DF771118}"/>
          </ac:grpSpMkLst>
        </pc:grpChg>
      </pc:sldChg>
      <pc:sldChg chg="modSp mod">
        <pc:chgData name="Xin Luo" userId="82312ee5779919a4" providerId="LiveId" clId="{9128E5A1-9A7D-9E43-9C59-C33E25DF43E2}" dt="2023-11-02T02:50:00.453" v="16" actId="20577"/>
        <pc:sldMkLst>
          <pc:docMk/>
          <pc:sldMk cId="2241021106" sldId="2763"/>
        </pc:sldMkLst>
        <pc:spChg chg="mod">
          <ac:chgData name="Xin Luo" userId="82312ee5779919a4" providerId="LiveId" clId="{9128E5A1-9A7D-9E43-9C59-C33E25DF43E2}" dt="2023-11-02T02:50:00.453" v="16" actId="20577"/>
          <ac:spMkLst>
            <pc:docMk/>
            <pc:sldMk cId="2241021106" sldId="2763"/>
            <ac:spMk id="24" creationId="{00000000-0000-0000-0000-000000000000}"/>
          </ac:spMkLst>
        </pc:spChg>
      </pc:sldChg>
    </pc:docChg>
  </pc:docChgLst>
  <pc:docChgLst>
    <pc:chgData name="Xin Luo" userId="82312ee5779919a4" providerId="LiveId" clId="{B10D17D3-3A51-854C-A635-1C39A202C200}"/>
    <pc:docChg chg="undo custSel addSld delSld modSld sldOrd">
      <pc:chgData name="Xin Luo" userId="82312ee5779919a4" providerId="LiveId" clId="{B10D17D3-3A51-854C-A635-1C39A202C200}" dt="2023-03-04T03:51:10.104" v="4946" actId="20577"/>
      <pc:docMkLst>
        <pc:docMk/>
      </pc:docMkLst>
      <pc:sldChg chg="addSp delSp modSp mod">
        <pc:chgData name="Xin Luo" userId="82312ee5779919a4" providerId="LiveId" clId="{B10D17D3-3A51-854C-A635-1C39A202C200}" dt="2023-03-01T03:11:45.906" v="247"/>
        <pc:sldMkLst>
          <pc:docMk/>
          <pc:sldMk cId="1153920038" sldId="2206"/>
        </pc:sldMkLst>
        <pc:spChg chg="add del mod">
          <ac:chgData name="Xin Luo" userId="82312ee5779919a4" providerId="LiveId" clId="{B10D17D3-3A51-854C-A635-1C39A202C200}" dt="2023-03-01T03:11:45.906" v="247"/>
          <ac:spMkLst>
            <pc:docMk/>
            <pc:sldMk cId="1153920038" sldId="2206"/>
            <ac:spMk id="3" creationId="{CDA1AA74-21D7-AC4F-F87E-BA10B85B4942}"/>
          </ac:spMkLst>
        </pc:spChg>
        <pc:spChg chg="mod">
          <ac:chgData name="Xin Luo" userId="82312ee5779919a4" providerId="LiveId" clId="{B10D17D3-3A51-854C-A635-1C39A202C200}" dt="2023-03-01T03:11:44.178" v="244" actId="20577"/>
          <ac:spMkLst>
            <pc:docMk/>
            <pc:sldMk cId="1153920038" sldId="2206"/>
            <ac:spMk id="24" creationId="{00000000-0000-0000-0000-000000000000}"/>
          </ac:spMkLst>
        </pc:spChg>
      </pc:sldChg>
      <pc:sldChg chg="addSp delSp modSp mod">
        <pc:chgData name="Xin Luo" userId="82312ee5779919a4" providerId="LiveId" clId="{B10D17D3-3A51-854C-A635-1C39A202C200}" dt="2023-03-01T03:11:54.462" v="258"/>
        <pc:sldMkLst>
          <pc:docMk/>
          <pc:sldMk cId="1576120367" sldId="2387"/>
        </pc:sldMkLst>
        <pc:spChg chg="mod">
          <ac:chgData name="Xin Luo" userId="82312ee5779919a4" providerId="LiveId" clId="{B10D17D3-3A51-854C-A635-1C39A202C200}" dt="2023-03-01T03:09:00.203" v="190"/>
          <ac:spMkLst>
            <pc:docMk/>
            <pc:sldMk cId="1576120367" sldId="2387"/>
            <ac:spMk id="4" creationId="{F68D6DC1-DB3F-EF57-57A3-A2B92CF0615B}"/>
          </ac:spMkLst>
        </pc:spChg>
        <pc:spChg chg="mod">
          <ac:chgData name="Xin Luo" userId="82312ee5779919a4" providerId="LiveId" clId="{B10D17D3-3A51-854C-A635-1C39A202C200}" dt="2023-03-01T03:11:52.198" v="254" actId="20577"/>
          <ac:spMkLst>
            <pc:docMk/>
            <pc:sldMk cId="1576120367" sldId="2387"/>
            <ac:spMk id="5" creationId="{5B42861C-BD96-F755-A471-270F194FDB31}"/>
          </ac:spMkLst>
        </pc:spChg>
        <pc:spChg chg="mod">
          <ac:chgData name="Xin Luo" userId="82312ee5779919a4" providerId="LiveId" clId="{B10D17D3-3A51-854C-A635-1C39A202C200}" dt="2023-03-01T03:08:52.221" v="189" actId="1076"/>
          <ac:spMkLst>
            <pc:docMk/>
            <pc:sldMk cId="1576120367" sldId="2387"/>
            <ac:spMk id="6" creationId="{00000000-0000-0000-0000-000000000000}"/>
          </ac:spMkLst>
        </pc:spChg>
        <pc:grpChg chg="add del mod">
          <ac:chgData name="Xin Luo" userId="82312ee5779919a4" providerId="LiveId" clId="{B10D17D3-3A51-854C-A635-1C39A202C200}" dt="2023-03-01T03:11:54.462" v="258"/>
          <ac:grpSpMkLst>
            <pc:docMk/>
            <pc:sldMk cId="1576120367" sldId="2387"/>
            <ac:grpSpMk id="2" creationId="{D75D16A1-CA22-97BE-7AC3-94ACAAC9786D}"/>
          </ac:grpSpMkLst>
        </pc:grpChg>
        <pc:grpChg chg="mod">
          <ac:chgData name="Xin Luo" userId="82312ee5779919a4" providerId="LiveId" clId="{B10D17D3-3A51-854C-A635-1C39A202C200}" dt="2023-03-01T03:11:53.530" v="256" actId="1076"/>
          <ac:grpSpMkLst>
            <pc:docMk/>
            <pc:sldMk cId="1576120367" sldId="2387"/>
            <ac:grpSpMk id="3" creationId="{12ED16A1-79B8-7DB1-1CC1-250B051BAD58}"/>
          </ac:grpSpMkLst>
        </pc:grpChg>
        <pc:grpChg chg="mod">
          <ac:chgData name="Xin Luo" userId="82312ee5779919a4" providerId="LiveId" clId="{B10D17D3-3A51-854C-A635-1C39A202C200}" dt="2023-03-01T03:11:52.612" v="255" actId="1076"/>
          <ac:grpSpMkLst>
            <pc:docMk/>
            <pc:sldMk cId="1576120367" sldId="2387"/>
            <ac:grpSpMk id="9" creationId="{84B9B8D5-4BCC-CDFF-1E13-B005060A8BDF}"/>
          </ac:grpSpMkLst>
        </pc:grpChg>
      </pc:sldChg>
      <pc:sldChg chg="addSp delSp modSp del mod">
        <pc:chgData name="Xin Luo" userId="82312ee5779919a4" providerId="LiveId" clId="{B10D17D3-3A51-854C-A635-1C39A202C200}" dt="2023-03-01T08:16:09.042" v="2803" actId="2696"/>
        <pc:sldMkLst>
          <pc:docMk/>
          <pc:sldMk cId="2688334957" sldId="2705"/>
        </pc:sldMkLst>
        <pc:spChg chg="del">
          <ac:chgData name="Xin Luo" userId="82312ee5779919a4" providerId="LiveId" clId="{B10D17D3-3A51-854C-A635-1C39A202C200}" dt="2023-03-01T03:12:41.405" v="315" actId="478"/>
          <ac:spMkLst>
            <pc:docMk/>
            <pc:sldMk cId="2688334957" sldId="2705"/>
            <ac:spMk id="2" creationId="{631AADB6-C88A-D817-4683-FC087E4E240F}"/>
          </ac:spMkLst>
        </pc:spChg>
        <pc:spChg chg="mod">
          <ac:chgData name="Xin Luo" userId="82312ee5779919a4" providerId="LiveId" clId="{B10D17D3-3A51-854C-A635-1C39A202C200}" dt="2023-03-01T03:12:46.084" v="319" actId="20577"/>
          <ac:spMkLst>
            <pc:docMk/>
            <pc:sldMk cId="2688334957" sldId="2705"/>
            <ac:spMk id="3" creationId="{00000000-0000-0000-0000-000000000000}"/>
          </ac:spMkLst>
        </pc:spChg>
        <pc:spChg chg="add mod">
          <ac:chgData name="Xin Luo" userId="82312ee5779919a4" providerId="LiveId" clId="{B10D17D3-3A51-854C-A635-1C39A202C200}" dt="2023-03-01T07:04:04.047" v="1565" actId="1035"/>
          <ac:spMkLst>
            <pc:docMk/>
            <pc:sldMk cId="2688334957" sldId="2705"/>
            <ac:spMk id="4" creationId="{DFE91C0B-C9F8-3FEC-3419-2DE0C6E6DCB8}"/>
          </ac:spMkLst>
        </pc:spChg>
        <pc:spChg chg="mod">
          <ac:chgData name="Xin Luo" userId="82312ee5779919a4" providerId="LiveId" clId="{B10D17D3-3A51-854C-A635-1C39A202C200}" dt="2023-03-01T07:38:05.554" v="2285" actId="20577"/>
          <ac:spMkLst>
            <pc:docMk/>
            <pc:sldMk cId="2688334957" sldId="2705"/>
            <ac:spMk id="17" creationId="{9E05FFCA-3371-AF5C-381D-71D984055F5A}"/>
          </ac:spMkLst>
        </pc:spChg>
      </pc:sldChg>
      <pc:sldChg chg="modSp del mod">
        <pc:chgData name="Xin Luo" userId="82312ee5779919a4" providerId="LiveId" clId="{B10D17D3-3A51-854C-A635-1C39A202C200}" dt="2023-03-04T02:27:05.106" v="4323" actId="2696"/>
        <pc:sldMkLst>
          <pc:docMk/>
          <pc:sldMk cId="2464444856" sldId="2706"/>
        </pc:sldMkLst>
        <pc:spChg chg="mod">
          <ac:chgData name="Xin Luo" userId="82312ee5779919a4" providerId="LiveId" clId="{B10D17D3-3A51-854C-A635-1C39A202C200}" dt="2023-03-04T02:23:09.439" v="4164" actId="20577"/>
          <ac:spMkLst>
            <pc:docMk/>
            <pc:sldMk cId="2464444856" sldId="2706"/>
            <ac:spMk id="2" creationId="{631AADB6-C88A-D817-4683-FC087E4E240F}"/>
          </ac:spMkLst>
        </pc:spChg>
        <pc:spChg chg="mod">
          <ac:chgData name="Xin Luo" userId="82312ee5779919a4" providerId="LiveId" clId="{B10D17D3-3A51-854C-A635-1C39A202C200}" dt="2023-03-01T03:13:11.029" v="347" actId="20577"/>
          <ac:spMkLst>
            <pc:docMk/>
            <pc:sldMk cId="2464444856" sldId="2706"/>
            <ac:spMk id="3" creationId="{00000000-0000-0000-0000-000000000000}"/>
          </ac:spMkLst>
        </pc:spChg>
        <pc:spChg chg="mod">
          <ac:chgData name="Xin Luo" userId="82312ee5779919a4" providerId="LiveId" clId="{B10D17D3-3A51-854C-A635-1C39A202C200}" dt="2023-03-04T02:21:10.399" v="4124" actId="20577"/>
          <ac:spMkLst>
            <pc:docMk/>
            <pc:sldMk cId="2464444856" sldId="2706"/>
            <ac:spMk id="17" creationId="{9E05FFCA-3371-AF5C-381D-71D984055F5A}"/>
          </ac:spMkLst>
        </pc:spChg>
      </pc:sldChg>
      <pc:sldChg chg="addSp delSp modSp mod">
        <pc:chgData name="Xin Luo" userId="82312ee5779919a4" providerId="LiveId" clId="{B10D17D3-3A51-854C-A635-1C39A202C200}" dt="2023-03-04T02:29:49.946" v="4367" actId="20577"/>
        <pc:sldMkLst>
          <pc:docMk/>
          <pc:sldMk cId="1602808061" sldId="2707"/>
        </pc:sldMkLst>
        <pc:spChg chg="mod">
          <ac:chgData name="Xin Luo" userId="82312ee5779919a4" providerId="LiveId" clId="{B10D17D3-3A51-854C-A635-1C39A202C200}" dt="2023-03-04T02:29:49.946" v="4367" actId="20577"/>
          <ac:spMkLst>
            <pc:docMk/>
            <pc:sldMk cId="1602808061" sldId="2707"/>
            <ac:spMk id="2" creationId="{631AADB6-C88A-D817-4683-FC087E4E240F}"/>
          </ac:spMkLst>
        </pc:spChg>
        <pc:spChg chg="mod">
          <ac:chgData name="Xin Luo" userId="82312ee5779919a4" providerId="LiveId" clId="{B10D17D3-3A51-854C-A635-1C39A202C200}" dt="2023-03-01T03:19:53.815" v="779" actId="20577"/>
          <ac:spMkLst>
            <pc:docMk/>
            <pc:sldMk cId="1602808061" sldId="2707"/>
            <ac:spMk id="3" creationId="{00000000-0000-0000-0000-000000000000}"/>
          </ac:spMkLst>
        </pc:spChg>
        <pc:spChg chg="add del mod">
          <ac:chgData name="Xin Luo" userId="82312ee5779919a4" providerId="LiveId" clId="{B10D17D3-3A51-854C-A635-1C39A202C200}" dt="2023-03-01T03:14:57.021" v="452" actId="478"/>
          <ac:spMkLst>
            <pc:docMk/>
            <pc:sldMk cId="1602808061" sldId="2707"/>
            <ac:spMk id="4" creationId="{C75F9EA2-70CA-A73B-2653-99D35FD92005}"/>
          </ac:spMkLst>
        </pc:spChg>
        <pc:spChg chg="del mod">
          <ac:chgData name="Xin Luo" userId="82312ee5779919a4" providerId="LiveId" clId="{B10D17D3-3A51-854C-A635-1C39A202C200}" dt="2023-03-01T03:20:42.446" v="870" actId="478"/>
          <ac:spMkLst>
            <pc:docMk/>
            <pc:sldMk cId="1602808061" sldId="2707"/>
            <ac:spMk id="17" creationId="{9E05FFCA-3371-AF5C-381D-71D984055F5A}"/>
          </ac:spMkLst>
        </pc:spChg>
      </pc:sldChg>
      <pc:sldChg chg="modSp mod">
        <pc:chgData name="Xin Luo" userId="82312ee5779919a4" providerId="LiveId" clId="{B10D17D3-3A51-854C-A635-1C39A202C200}" dt="2023-03-01T07:00:50.646" v="1533" actId="14100"/>
        <pc:sldMkLst>
          <pc:docMk/>
          <pc:sldMk cId="2744383376" sldId="2711"/>
        </pc:sldMkLst>
        <pc:spChg chg="mod">
          <ac:chgData name="Xin Luo" userId="82312ee5779919a4" providerId="LiveId" clId="{B10D17D3-3A51-854C-A635-1C39A202C200}" dt="2023-03-01T07:00:50.646" v="1533" actId="14100"/>
          <ac:spMkLst>
            <pc:docMk/>
            <pc:sldMk cId="2744383376" sldId="2711"/>
            <ac:spMk id="18" creationId="{9D310AF3-A081-4032-01C0-C288D4F7AC53}"/>
          </ac:spMkLst>
        </pc:spChg>
      </pc:sldChg>
      <pc:sldChg chg="addSp delSp modSp mod">
        <pc:chgData name="Xin Luo" userId="82312ee5779919a4" providerId="LiveId" clId="{B10D17D3-3A51-854C-A635-1C39A202C200}" dt="2023-03-01T07:14:41.232" v="1940" actId="1035"/>
        <pc:sldMkLst>
          <pc:docMk/>
          <pc:sldMk cId="280619949" sldId="2714"/>
        </pc:sldMkLst>
        <pc:spChg chg="add del mod">
          <ac:chgData name="Xin Luo" userId="82312ee5779919a4" providerId="LiveId" clId="{B10D17D3-3A51-854C-A635-1C39A202C200}" dt="2023-03-01T07:06:29.970" v="1634" actId="478"/>
          <ac:spMkLst>
            <pc:docMk/>
            <pc:sldMk cId="280619949" sldId="2714"/>
            <ac:spMk id="4" creationId="{B2054973-49B5-A6EE-DB29-692209383346}"/>
          </ac:spMkLst>
        </pc:spChg>
        <pc:spChg chg="add del mod">
          <ac:chgData name="Xin Luo" userId="82312ee5779919a4" providerId="LiveId" clId="{B10D17D3-3A51-854C-A635-1C39A202C200}" dt="2023-03-01T07:06:28.039" v="1633" actId="478"/>
          <ac:spMkLst>
            <pc:docMk/>
            <pc:sldMk cId="280619949" sldId="2714"/>
            <ac:spMk id="6" creationId="{19C6484B-DCCB-D134-1A1F-AAFC33245462}"/>
          </ac:spMkLst>
        </pc:spChg>
        <pc:spChg chg="add mod">
          <ac:chgData name="Xin Luo" userId="82312ee5779919a4" providerId="LiveId" clId="{B10D17D3-3A51-854C-A635-1C39A202C200}" dt="2023-03-01T07:14:38.928" v="1938" actId="164"/>
          <ac:spMkLst>
            <pc:docMk/>
            <pc:sldMk cId="280619949" sldId="2714"/>
            <ac:spMk id="7" creationId="{EC866106-2882-0036-D683-EBAC443E2362}"/>
          </ac:spMkLst>
        </pc:spChg>
        <pc:spChg chg="add mod">
          <ac:chgData name="Xin Luo" userId="82312ee5779919a4" providerId="LiveId" clId="{B10D17D3-3A51-854C-A635-1C39A202C200}" dt="2023-03-01T07:14:38.928" v="1938" actId="164"/>
          <ac:spMkLst>
            <pc:docMk/>
            <pc:sldMk cId="280619949" sldId="2714"/>
            <ac:spMk id="8" creationId="{0A6B20F1-473E-9B37-69EF-0AD338B6CE5E}"/>
          </ac:spMkLst>
        </pc:spChg>
        <pc:grpChg chg="add mod">
          <ac:chgData name="Xin Luo" userId="82312ee5779919a4" providerId="LiveId" clId="{B10D17D3-3A51-854C-A635-1C39A202C200}" dt="2023-03-01T07:14:41.232" v="1940" actId="1035"/>
          <ac:grpSpMkLst>
            <pc:docMk/>
            <pc:sldMk cId="280619949" sldId="2714"/>
            <ac:grpSpMk id="9" creationId="{7C46DFDE-4B13-99B2-6717-B313A96CDC60}"/>
          </ac:grpSpMkLst>
        </pc:grpChg>
        <pc:picChg chg="mod">
          <ac:chgData name="Xin Luo" userId="82312ee5779919a4" providerId="LiveId" clId="{B10D17D3-3A51-854C-A635-1C39A202C200}" dt="2023-03-01T07:14:38.928" v="1938" actId="164"/>
          <ac:picMkLst>
            <pc:docMk/>
            <pc:sldMk cId="280619949" sldId="2714"/>
            <ac:picMk id="5" creationId="{0604E948-208D-161C-F579-7EA72A1F42DC}"/>
          </ac:picMkLst>
        </pc:picChg>
      </pc:sldChg>
      <pc:sldChg chg="modSp mod">
        <pc:chgData name="Xin Luo" userId="82312ee5779919a4" providerId="LiveId" clId="{B10D17D3-3A51-854C-A635-1C39A202C200}" dt="2023-03-01T06:46:02.276" v="991" actId="1076"/>
        <pc:sldMkLst>
          <pc:docMk/>
          <pc:sldMk cId="3852391939" sldId="2715"/>
        </pc:sldMkLst>
        <pc:spChg chg="mod">
          <ac:chgData name="Xin Luo" userId="82312ee5779919a4" providerId="LiveId" clId="{B10D17D3-3A51-854C-A635-1C39A202C200}" dt="2023-03-01T06:45:33.026" v="990" actId="113"/>
          <ac:spMkLst>
            <pc:docMk/>
            <pc:sldMk cId="3852391939" sldId="2715"/>
            <ac:spMk id="5" creationId="{FCD10A89-5E0E-5D73-1D4F-9E11D943B29C}"/>
          </ac:spMkLst>
        </pc:spChg>
        <pc:picChg chg="mod">
          <ac:chgData name="Xin Luo" userId="82312ee5779919a4" providerId="LiveId" clId="{B10D17D3-3A51-854C-A635-1C39A202C200}" dt="2023-03-01T06:46:02.276" v="991" actId="1076"/>
          <ac:picMkLst>
            <pc:docMk/>
            <pc:sldMk cId="3852391939" sldId="2715"/>
            <ac:picMk id="2050" creationId="{8F8FBDFD-CF37-F4FE-58FA-9350A0CDABC7}"/>
          </ac:picMkLst>
        </pc:picChg>
      </pc:sldChg>
      <pc:sldChg chg="addSp delSp modSp mod ord">
        <pc:chgData name="Xin Luo" userId="82312ee5779919a4" providerId="LiveId" clId="{B10D17D3-3A51-854C-A635-1C39A202C200}" dt="2023-03-01T07:52:13.787" v="2795" actId="113"/>
        <pc:sldMkLst>
          <pc:docMk/>
          <pc:sldMk cId="3026715585" sldId="2716"/>
        </pc:sldMkLst>
        <pc:spChg chg="mod">
          <ac:chgData name="Xin Luo" userId="82312ee5779919a4" providerId="LiveId" clId="{B10D17D3-3A51-854C-A635-1C39A202C200}" dt="2023-03-01T07:52:13.787" v="2795" actId="113"/>
          <ac:spMkLst>
            <pc:docMk/>
            <pc:sldMk cId="3026715585" sldId="2716"/>
            <ac:spMk id="4" creationId="{B31A8325-31D8-6F06-6D89-E39763C56875}"/>
          </ac:spMkLst>
        </pc:spChg>
        <pc:spChg chg="add">
          <ac:chgData name="Xin Luo" userId="82312ee5779919a4" providerId="LiveId" clId="{B10D17D3-3A51-854C-A635-1C39A202C200}" dt="2023-03-01T06:39:50.043" v="928"/>
          <ac:spMkLst>
            <pc:docMk/>
            <pc:sldMk cId="3026715585" sldId="2716"/>
            <ac:spMk id="5" creationId="{9FC3EA85-249E-1417-9BEE-658D18412D50}"/>
          </ac:spMkLst>
        </pc:spChg>
        <pc:spChg chg="add mod">
          <ac:chgData name="Xin Luo" userId="82312ee5779919a4" providerId="LiveId" clId="{B10D17D3-3A51-854C-A635-1C39A202C200}" dt="2023-03-01T06:50:38.874" v="1125" actId="20577"/>
          <ac:spMkLst>
            <pc:docMk/>
            <pc:sldMk cId="3026715585" sldId="2716"/>
            <ac:spMk id="6" creationId="{A742F445-FD1E-D792-ED2C-06B36B983C52}"/>
          </ac:spMkLst>
        </pc:spChg>
        <pc:spChg chg="del mod">
          <ac:chgData name="Xin Luo" userId="82312ee5779919a4" providerId="LiveId" clId="{B10D17D3-3A51-854C-A635-1C39A202C200}" dt="2023-03-01T06:34:22.687" v="924" actId="478"/>
          <ac:spMkLst>
            <pc:docMk/>
            <pc:sldMk cId="3026715585" sldId="2716"/>
            <ac:spMk id="17" creationId="{9E05FFCA-3371-AF5C-381D-71D984055F5A}"/>
          </ac:spMkLst>
        </pc:spChg>
        <pc:picChg chg="add mod">
          <ac:chgData name="Xin Luo" userId="82312ee5779919a4" providerId="LiveId" clId="{B10D17D3-3A51-854C-A635-1C39A202C200}" dt="2023-03-01T06:47:24.214" v="997" actId="1076"/>
          <ac:picMkLst>
            <pc:docMk/>
            <pc:sldMk cId="3026715585" sldId="2716"/>
            <ac:picMk id="1028" creationId="{66985166-168F-6888-A257-804014E303E4}"/>
          </ac:picMkLst>
        </pc:picChg>
      </pc:sldChg>
      <pc:sldChg chg="modSp mod">
        <pc:chgData name="Xin Luo" userId="82312ee5779919a4" providerId="LiveId" clId="{B10D17D3-3A51-854C-A635-1C39A202C200}" dt="2023-03-01T06:51:03.850" v="1134" actId="113"/>
        <pc:sldMkLst>
          <pc:docMk/>
          <pc:sldMk cId="4136986794" sldId="2717"/>
        </pc:sldMkLst>
        <pc:spChg chg="mod">
          <ac:chgData name="Xin Luo" userId="82312ee5779919a4" providerId="LiveId" clId="{B10D17D3-3A51-854C-A635-1C39A202C200}" dt="2023-03-01T06:51:03.850" v="1134" actId="113"/>
          <ac:spMkLst>
            <pc:docMk/>
            <pc:sldMk cId="4136986794" sldId="2717"/>
            <ac:spMk id="5" creationId="{FCD10A89-5E0E-5D73-1D4F-9E11D943B29C}"/>
          </ac:spMkLst>
        </pc:spChg>
        <pc:picChg chg="mod">
          <ac:chgData name="Xin Luo" userId="82312ee5779919a4" providerId="LiveId" clId="{B10D17D3-3A51-854C-A635-1C39A202C200}" dt="2023-03-01T06:50:48.055" v="1127" actId="1076"/>
          <ac:picMkLst>
            <pc:docMk/>
            <pc:sldMk cId="4136986794" sldId="2717"/>
            <ac:picMk id="6" creationId="{2260B411-AFF0-1E09-142B-45C9F88562F7}"/>
          </ac:picMkLst>
        </pc:picChg>
      </pc:sldChg>
      <pc:sldChg chg="modSp mod">
        <pc:chgData name="Xin Luo" userId="82312ee5779919a4" providerId="LiveId" clId="{B10D17D3-3A51-854C-A635-1C39A202C200}" dt="2023-03-01T07:36:29.598" v="2248" actId="14100"/>
        <pc:sldMkLst>
          <pc:docMk/>
          <pc:sldMk cId="1778017482" sldId="2718"/>
        </pc:sldMkLst>
        <pc:spChg chg="mod">
          <ac:chgData name="Xin Luo" userId="82312ee5779919a4" providerId="LiveId" clId="{B10D17D3-3A51-854C-A635-1C39A202C200}" dt="2023-03-01T06:51:18.514" v="1137" actId="255"/>
          <ac:spMkLst>
            <pc:docMk/>
            <pc:sldMk cId="1778017482" sldId="2718"/>
            <ac:spMk id="5" creationId="{FCD10A89-5E0E-5D73-1D4F-9E11D943B29C}"/>
          </ac:spMkLst>
        </pc:spChg>
        <pc:picChg chg="mod">
          <ac:chgData name="Xin Luo" userId="82312ee5779919a4" providerId="LiveId" clId="{B10D17D3-3A51-854C-A635-1C39A202C200}" dt="2023-03-01T07:36:29.598" v="2248" actId="14100"/>
          <ac:picMkLst>
            <pc:docMk/>
            <pc:sldMk cId="1778017482" sldId="2718"/>
            <ac:picMk id="3074" creationId="{3E8CF22C-6E5D-0AAE-1F79-795E8B77EEF7}"/>
          </ac:picMkLst>
        </pc:picChg>
      </pc:sldChg>
      <pc:sldChg chg="addSp modSp mod">
        <pc:chgData name="Xin Luo" userId="82312ee5779919a4" providerId="LiveId" clId="{B10D17D3-3A51-854C-A635-1C39A202C200}" dt="2023-03-04T03:02:31.854" v="4924" actId="20577"/>
        <pc:sldMkLst>
          <pc:docMk/>
          <pc:sldMk cId="1858913004" sldId="2719"/>
        </pc:sldMkLst>
        <pc:spChg chg="mod">
          <ac:chgData name="Xin Luo" userId="82312ee5779919a4" providerId="LiveId" clId="{B10D17D3-3A51-854C-A635-1C39A202C200}" dt="2023-03-04T02:35:39.622" v="4451" actId="1035"/>
          <ac:spMkLst>
            <pc:docMk/>
            <pc:sldMk cId="1858913004" sldId="2719"/>
            <ac:spMk id="2" creationId="{631AADB6-C88A-D817-4683-FC087E4E240F}"/>
          </ac:spMkLst>
        </pc:spChg>
        <pc:spChg chg="add mod">
          <ac:chgData name="Xin Luo" userId="82312ee5779919a4" providerId="LiveId" clId="{B10D17D3-3A51-854C-A635-1C39A202C200}" dt="2023-03-01T08:54:50.949" v="3823" actId="404"/>
          <ac:spMkLst>
            <pc:docMk/>
            <pc:sldMk cId="1858913004" sldId="2719"/>
            <ac:spMk id="4" creationId="{814FF4E1-B17F-D4F8-E834-173BA3B0D059}"/>
          </ac:spMkLst>
        </pc:spChg>
        <pc:spChg chg="mod">
          <ac:chgData name="Xin Luo" userId="82312ee5779919a4" providerId="LiveId" clId="{B10D17D3-3A51-854C-A635-1C39A202C200}" dt="2023-03-04T02:35:30.997" v="4439" actId="1038"/>
          <ac:spMkLst>
            <pc:docMk/>
            <pc:sldMk cId="1858913004" sldId="2719"/>
            <ac:spMk id="5" creationId="{FCD10A89-5E0E-5D73-1D4F-9E11D943B29C}"/>
          </ac:spMkLst>
        </pc:spChg>
        <pc:spChg chg="add mod">
          <ac:chgData name="Xin Luo" userId="82312ee5779919a4" providerId="LiveId" clId="{B10D17D3-3A51-854C-A635-1C39A202C200}" dt="2023-03-04T03:02:31.854" v="4924" actId="20577"/>
          <ac:spMkLst>
            <pc:docMk/>
            <pc:sldMk cId="1858913004" sldId="2719"/>
            <ac:spMk id="6" creationId="{10943A92-9E22-44EA-2939-C64F8E264329}"/>
          </ac:spMkLst>
        </pc:spChg>
      </pc:sldChg>
      <pc:sldChg chg="modSp del mod">
        <pc:chgData name="Xin Luo" userId="82312ee5779919a4" providerId="LiveId" clId="{B10D17D3-3A51-854C-A635-1C39A202C200}" dt="2023-03-01T06:31:51.569" v="913" actId="2696"/>
        <pc:sldMkLst>
          <pc:docMk/>
          <pc:sldMk cId="1410676903" sldId="2721"/>
        </pc:sldMkLst>
        <pc:spChg chg="mod">
          <ac:chgData name="Xin Luo" userId="82312ee5779919a4" providerId="LiveId" clId="{B10D17D3-3A51-854C-A635-1C39A202C200}" dt="2023-03-01T06:31:01.523" v="912" actId="1076"/>
          <ac:spMkLst>
            <pc:docMk/>
            <pc:sldMk cId="1410676903" sldId="2721"/>
            <ac:spMk id="9" creationId="{D5E43916-6543-2664-EE40-07ABFFB01F26}"/>
          </ac:spMkLst>
        </pc:spChg>
        <pc:picChg chg="mod">
          <ac:chgData name="Xin Luo" userId="82312ee5779919a4" providerId="LiveId" clId="{B10D17D3-3A51-854C-A635-1C39A202C200}" dt="2023-03-01T06:30:57.904" v="911" actId="1076"/>
          <ac:picMkLst>
            <pc:docMk/>
            <pc:sldMk cId="1410676903" sldId="2721"/>
            <ac:picMk id="8" creationId="{BA45F6EA-D51F-F9F8-F33E-5E3217612D76}"/>
          </ac:picMkLst>
        </pc:picChg>
      </pc:sldChg>
      <pc:sldChg chg="addSp delSp modSp add mod">
        <pc:chgData name="Xin Luo" userId="82312ee5779919a4" providerId="LiveId" clId="{B10D17D3-3A51-854C-A635-1C39A202C200}" dt="2023-03-01T07:37:11.730" v="2251" actId="478"/>
        <pc:sldMkLst>
          <pc:docMk/>
          <pc:sldMk cId="295872025" sldId="2722"/>
        </pc:sldMkLst>
        <pc:spChg chg="add del mod">
          <ac:chgData name="Xin Luo" userId="82312ee5779919a4" providerId="LiveId" clId="{B10D17D3-3A51-854C-A635-1C39A202C200}" dt="2023-03-01T07:37:11.730" v="2251" actId="478"/>
          <ac:spMkLst>
            <pc:docMk/>
            <pc:sldMk cId="295872025" sldId="2722"/>
            <ac:spMk id="2" creationId="{1B26B48C-9811-89AB-3B65-3E6557BF8546}"/>
          </ac:spMkLst>
        </pc:spChg>
        <pc:spChg chg="mod">
          <ac:chgData name="Xin Luo" userId="82312ee5779919a4" providerId="LiveId" clId="{B10D17D3-3A51-854C-A635-1C39A202C200}" dt="2023-03-01T03:12:16.184" v="288" actId="20577"/>
          <ac:spMkLst>
            <pc:docMk/>
            <pc:sldMk cId="295872025" sldId="2722"/>
            <ac:spMk id="12" creationId="{00000000-0000-0000-0000-000000000000}"/>
          </ac:spMkLst>
        </pc:spChg>
        <pc:spChg chg="mod">
          <ac:chgData name="Xin Luo" userId="82312ee5779919a4" providerId="LiveId" clId="{B10D17D3-3A51-854C-A635-1C39A202C200}" dt="2023-03-01T03:21:17.754" v="890" actId="20577"/>
          <ac:spMkLst>
            <pc:docMk/>
            <pc:sldMk cId="295872025" sldId="2722"/>
            <ac:spMk id="14" creationId="{00000000-0000-0000-0000-000000000000}"/>
          </ac:spMkLst>
        </pc:spChg>
        <pc:spChg chg="mod">
          <ac:chgData name="Xin Luo" userId="82312ee5779919a4" providerId="LiveId" clId="{B10D17D3-3A51-854C-A635-1C39A202C200}" dt="2023-03-01T07:37:07.662" v="2249" actId="1076"/>
          <ac:spMkLst>
            <pc:docMk/>
            <pc:sldMk cId="295872025" sldId="2722"/>
            <ac:spMk id="19" creationId="{00000000-0000-0000-0000-000000000000}"/>
          </ac:spMkLst>
        </pc:spChg>
      </pc:sldChg>
      <pc:sldChg chg="add del">
        <pc:chgData name="Xin Luo" userId="82312ee5779919a4" providerId="LiveId" clId="{B10D17D3-3A51-854C-A635-1C39A202C200}" dt="2023-03-01T03:11:46.236" v="248"/>
        <pc:sldMkLst>
          <pc:docMk/>
          <pc:sldMk cId="3482772982" sldId="2722"/>
        </pc:sldMkLst>
      </pc:sldChg>
      <pc:sldChg chg="addSp delSp modSp add mod ord">
        <pc:chgData name="Xin Luo" userId="82312ee5779919a4" providerId="LiveId" clId="{B10D17D3-3A51-854C-A635-1C39A202C200}" dt="2023-03-01T07:02:34.534" v="1561" actId="1035"/>
        <pc:sldMkLst>
          <pc:docMk/>
          <pc:sldMk cId="769179569" sldId="2723"/>
        </pc:sldMkLst>
        <pc:spChg chg="del">
          <ac:chgData name="Xin Luo" userId="82312ee5779919a4" providerId="LiveId" clId="{B10D17D3-3A51-854C-A635-1C39A202C200}" dt="2023-03-01T06:32:32.946" v="917" actId="478"/>
          <ac:spMkLst>
            <pc:docMk/>
            <pc:sldMk cId="769179569" sldId="2723"/>
            <ac:spMk id="4" creationId="{B31A8325-31D8-6F06-6D89-E39763C56875}"/>
          </ac:spMkLst>
        </pc:spChg>
        <pc:spChg chg="mod">
          <ac:chgData name="Xin Luo" userId="82312ee5779919a4" providerId="LiveId" clId="{B10D17D3-3A51-854C-A635-1C39A202C200}" dt="2023-03-01T07:02:34.534" v="1561" actId="1035"/>
          <ac:spMkLst>
            <pc:docMk/>
            <pc:sldMk cId="769179569" sldId="2723"/>
            <ac:spMk id="17" creationId="{9E05FFCA-3371-AF5C-381D-71D984055F5A}"/>
          </ac:spMkLst>
        </pc:spChg>
        <pc:picChg chg="add mod">
          <ac:chgData name="Xin Luo" userId="82312ee5779919a4" providerId="LiveId" clId="{B10D17D3-3A51-854C-A635-1C39A202C200}" dt="2023-03-01T06:33:34.384" v="922" actId="1076"/>
          <ac:picMkLst>
            <pc:docMk/>
            <pc:sldMk cId="769179569" sldId="2723"/>
            <ac:picMk id="6" creationId="{E48B3BDE-9687-B26A-07FC-D08825F4C5C7}"/>
          </ac:picMkLst>
        </pc:picChg>
      </pc:sldChg>
      <pc:sldChg chg="addSp delSp modSp add del mod">
        <pc:chgData name="Xin Luo" userId="82312ee5779919a4" providerId="LiveId" clId="{B10D17D3-3A51-854C-A635-1C39A202C200}" dt="2023-03-04T02:00:43.985" v="3977" actId="2696"/>
        <pc:sldMkLst>
          <pc:docMk/>
          <pc:sldMk cId="2179406886" sldId="2724"/>
        </pc:sldMkLst>
        <pc:spChg chg="del">
          <ac:chgData name="Xin Luo" userId="82312ee5779919a4" providerId="LiveId" clId="{B10D17D3-3A51-854C-A635-1C39A202C200}" dt="2023-03-01T06:52:19.045" v="1173" actId="478"/>
          <ac:spMkLst>
            <pc:docMk/>
            <pc:sldMk cId="2179406886" sldId="2724"/>
            <ac:spMk id="4" creationId="{58EE51E5-8ACA-984C-6E8D-F8AA658223AD}"/>
          </ac:spMkLst>
        </pc:spChg>
        <pc:spChg chg="del mod">
          <ac:chgData name="Xin Luo" userId="82312ee5779919a4" providerId="LiveId" clId="{B10D17D3-3A51-854C-A635-1C39A202C200}" dt="2023-03-01T06:52:23.892" v="1175" actId="478"/>
          <ac:spMkLst>
            <pc:docMk/>
            <pc:sldMk cId="2179406886" sldId="2724"/>
            <ac:spMk id="5" creationId="{7F4897FB-F086-F339-A15F-A899143C7919}"/>
          </ac:spMkLst>
        </pc:spChg>
        <pc:spChg chg="del">
          <ac:chgData name="Xin Luo" userId="82312ee5779919a4" providerId="LiveId" clId="{B10D17D3-3A51-854C-A635-1C39A202C200}" dt="2023-03-01T06:52:17.227" v="1172" actId="478"/>
          <ac:spMkLst>
            <pc:docMk/>
            <pc:sldMk cId="2179406886" sldId="2724"/>
            <ac:spMk id="6" creationId="{7ED1482E-3610-E252-0E80-41B202D30E30}"/>
          </ac:spMkLst>
        </pc:spChg>
        <pc:spChg chg="add mod">
          <ac:chgData name="Xin Luo" userId="82312ee5779919a4" providerId="LiveId" clId="{B10D17D3-3A51-854C-A635-1C39A202C200}" dt="2023-03-01T06:59:49.895" v="1509" actId="1035"/>
          <ac:spMkLst>
            <pc:docMk/>
            <pc:sldMk cId="2179406886" sldId="2724"/>
            <ac:spMk id="7" creationId="{CCA3837E-1D09-5134-A225-250CEF7F9C13}"/>
          </ac:spMkLst>
        </pc:spChg>
        <pc:picChg chg="del">
          <ac:chgData name="Xin Luo" userId="82312ee5779919a4" providerId="LiveId" clId="{B10D17D3-3A51-854C-A635-1C39A202C200}" dt="2023-03-01T06:52:12.055" v="1170" actId="478"/>
          <ac:picMkLst>
            <pc:docMk/>
            <pc:sldMk cId="2179406886" sldId="2724"/>
            <ac:picMk id="5124" creationId="{D17BE6F3-1008-2FC6-54D2-736C673B73E8}"/>
          </ac:picMkLst>
        </pc:picChg>
        <pc:picChg chg="mod">
          <ac:chgData name="Xin Luo" userId="82312ee5779919a4" providerId="LiveId" clId="{B10D17D3-3A51-854C-A635-1C39A202C200}" dt="2023-03-01T06:59:51.894" v="1510" actId="1076"/>
          <ac:picMkLst>
            <pc:docMk/>
            <pc:sldMk cId="2179406886" sldId="2724"/>
            <ac:picMk id="5126" creationId="{EBB0C876-4E86-C2ED-5EE6-3B2BD26768B9}"/>
          </ac:picMkLst>
        </pc:picChg>
        <pc:picChg chg="del">
          <ac:chgData name="Xin Luo" userId="82312ee5779919a4" providerId="LiveId" clId="{B10D17D3-3A51-854C-A635-1C39A202C200}" dt="2023-03-01T06:52:15.250" v="1171" actId="478"/>
          <ac:picMkLst>
            <pc:docMk/>
            <pc:sldMk cId="2179406886" sldId="2724"/>
            <ac:picMk id="5128" creationId="{59C29F54-F731-6EBD-ECA9-847BE3563121}"/>
          </ac:picMkLst>
        </pc:picChg>
      </pc:sldChg>
      <pc:sldChg chg="addSp delSp modSp add mod">
        <pc:chgData name="Xin Luo" userId="82312ee5779919a4" providerId="LiveId" clId="{B10D17D3-3A51-854C-A635-1C39A202C200}" dt="2023-03-04T02:34:13.611" v="4393" actId="1035"/>
        <pc:sldMkLst>
          <pc:docMk/>
          <pc:sldMk cId="57442970" sldId="2725"/>
        </pc:sldMkLst>
        <pc:spChg chg="mod">
          <ac:chgData name="Xin Luo" userId="82312ee5779919a4" providerId="LiveId" clId="{B10D17D3-3A51-854C-A635-1C39A202C200}" dt="2023-03-04T02:32:01.973" v="4385" actId="403"/>
          <ac:spMkLst>
            <pc:docMk/>
            <pc:sldMk cId="57442970" sldId="2725"/>
            <ac:spMk id="2" creationId="{631AADB6-C88A-D817-4683-FC087E4E240F}"/>
          </ac:spMkLst>
        </pc:spChg>
        <pc:spChg chg="add del mod">
          <ac:chgData name="Xin Luo" userId="82312ee5779919a4" providerId="LiveId" clId="{B10D17D3-3A51-854C-A635-1C39A202C200}" dt="2023-03-01T07:09:00.564" v="1684" actId="478"/>
          <ac:spMkLst>
            <pc:docMk/>
            <pc:sldMk cId="57442970" sldId="2725"/>
            <ac:spMk id="4" creationId="{6E0E7525-DD48-9BE0-AA55-4AB1B5AB0AF8}"/>
          </ac:spMkLst>
        </pc:spChg>
        <pc:spChg chg="add del mod">
          <ac:chgData name="Xin Luo" userId="82312ee5779919a4" providerId="LiveId" clId="{B10D17D3-3A51-854C-A635-1C39A202C200}" dt="2023-03-01T07:51:00.839" v="2794" actId="478"/>
          <ac:spMkLst>
            <pc:docMk/>
            <pc:sldMk cId="57442970" sldId="2725"/>
            <ac:spMk id="4" creationId="{7154FD73-ECDF-6A1F-E3C5-6D6473CC5410}"/>
          </ac:spMkLst>
        </pc:spChg>
        <pc:spChg chg="add mod">
          <ac:chgData name="Xin Luo" userId="82312ee5779919a4" providerId="LiveId" clId="{B10D17D3-3A51-854C-A635-1C39A202C200}" dt="2023-03-01T07:14:15.793" v="1936" actId="1035"/>
          <ac:spMkLst>
            <pc:docMk/>
            <pc:sldMk cId="57442970" sldId="2725"/>
            <ac:spMk id="7" creationId="{62959DC6-89B8-A589-6622-E3331C39FC3C}"/>
          </ac:spMkLst>
        </pc:spChg>
        <pc:picChg chg="add mod">
          <ac:chgData name="Xin Luo" userId="82312ee5779919a4" providerId="LiveId" clId="{B10D17D3-3A51-854C-A635-1C39A202C200}" dt="2023-03-04T02:34:13.611" v="4393" actId="1035"/>
          <ac:picMkLst>
            <pc:docMk/>
            <pc:sldMk cId="57442970" sldId="2725"/>
            <ac:picMk id="6" creationId="{9183A3DA-EFC1-4E1A-414F-651FFAB091D0}"/>
          </ac:picMkLst>
        </pc:picChg>
      </pc:sldChg>
      <pc:sldChg chg="add del">
        <pc:chgData name="Xin Luo" userId="82312ee5779919a4" providerId="LiveId" clId="{B10D17D3-3A51-854C-A635-1C39A202C200}" dt="2023-03-01T07:05:06.405" v="1598"/>
        <pc:sldMkLst>
          <pc:docMk/>
          <pc:sldMk cId="4175269822" sldId="2725"/>
        </pc:sldMkLst>
      </pc:sldChg>
      <pc:sldChg chg="add del">
        <pc:chgData name="Xin Luo" userId="82312ee5779919a4" providerId="LiveId" clId="{B10D17D3-3A51-854C-A635-1C39A202C200}" dt="2023-03-01T07:33:58.417" v="1999" actId="2696"/>
        <pc:sldMkLst>
          <pc:docMk/>
          <pc:sldMk cId="2037340697" sldId="2726"/>
        </pc:sldMkLst>
      </pc:sldChg>
      <pc:sldChg chg="modSp add del mod">
        <pc:chgData name="Xin Luo" userId="82312ee5779919a4" providerId="LiveId" clId="{B10D17D3-3A51-854C-A635-1C39A202C200}" dt="2023-03-01T07:37:39.242" v="2283" actId="2696"/>
        <pc:sldMkLst>
          <pc:docMk/>
          <pc:sldMk cId="2258735290" sldId="2726"/>
        </pc:sldMkLst>
        <pc:spChg chg="mod">
          <ac:chgData name="Xin Luo" userId="82312ee5779919a4" providerId="LiveId" clId="{B10D17D3-3A51-854C-A635-1C39A202C200}" dt="2023-03-01T07:37:23.915" v="2262" actId="20577"/>
          <ac:spMkLst>
            <pc:docMk/>
            <pc:sldMk cId="2258735290" sldId="2726"/>
            <ac:spMk id="12" creationId="{00000000-0000-0000-0000-000000000000}"/>
          </ac:spMkLst>
        </pc:spChg>
        <pc:spChg chg="mod">
          <ac:chgData name="Xin Luo" userId="82312ee5779919a4" providerId="LiveId" clId="{B10D17D3-3A51-854C-A635-1C39A202C200}" dt="2023-03-01T07:37:34.195" v="2282" actId="20577"/>
          <ac:spMkLst>
            <pc:docMk/>
            <pc:sldMk cId="2258735290" sldId="2726"/>
            <ac:spMk id="14" creationId="{00000000-0000-0000-0000-000000000000}"/>
          </ac:spMkLst>
        </pc:spChg>
      </pc:sldChg>
      <pc:sldChg chg="modSp add mod">
        <pc:chgData name="Xin Luo" userId="82312ee5779919a4" providerId="LiveId" clId="{B10D17D3-3A51-854C-A635-1C39A202C200}" dt="2023-03-04T02:20:01.519" v="4120" actId="113"/>
        <pc:sldMkLst>
          <pc:docMk/>
          <pc:sldMk cId="4114066566" sldId="2726"/>
        </pc:sldMkLst>
        <pc:spChg chg="mod">
          <ac:chgData name="Xin Luo" userId="82312ee5779919a4" providerId="LiveId" clId="{B10D17D3-3A51-854C-A635-1C39A202C200}" dt="2023-03-01T07:41:27.034" v="2495" actId="1035"/>
          <ac:spMkLst>
            <pc:docMk/>
            <pc:sldMk cId="4114066566" sldId="2726"/>
            <ac:spMk id="4" creationId="{DFE91C0B-C9F8-3FEC-3419-2DE0C6E6DCB8}"/>
          </ac:spMkLst>
        </pc:spChg>
        <pc:spChg chg="mod">
          <ac:chgData name="Xin Luo" userId="82312ee5779919a4" providerId="LiveId" clId="{B10D17D3-3A51-854C-A635-1C39A202C200}" dt="2023-03-04T02:20:01.519" v="4120" actId="113"/>
          <ac:spMkLst>
            <pc:docMk/>
            <pc:sldMk cId="4114066566" sldId="2726"/>
            <ac:spMk id="17" creationId="{9E05FFCA-3371-AF5C-381D-71D984055F5A}"/>
          </ac:spMkLst>
        </pc:spChg>
      </pc:sldChg>
      <pc:sldChg chg="addSp delSp modSp add mod ord">
        <pc:chgData name="Xin Luo" userId="82312ee5779919a4" providerId="LiveId" clId="{B10D17D3-3A51-854C-A635-1C39A202C200}" dt="2023-03-04T02:22:49.634" v="4156" actId="20577"/>
        <pc:sldMkLst>
          <pc:docMk/>
          <pc:sldMk cId="623131075" sldId="2727"/>
        </pc:sldMkLst>
        <pc:spChg chg="add del mod">
          <ac:chgData name="Xin Luo" userId="82312ee5779919a4" providerId="LiveId" clId="{B10D17D3-3A51-854C-A635-1C39A202C200}" dt="2023-03-04T02:21:43.886" v="4131" actId="478"/>
          <ac:spMkLst>
            <pc:docMk/>
            <pc:sldMk cId="623131075" sldId="2727"/>
            <ac:spMk id="5" creationId="{913214EF-BBA3-95BD-757D-C451E214DD76}"/>
          </ac:spMkLst>
        </pc:spChg>
        <pc:spChg chg="mod">
          <ac:chgData name="Xin Luo" userId="82312ee5779919a4" providerId="LiveId" clId="{B10D17D3-3A51-854C-A635-1C39A202C200}" dt="2023-03-04T02:22:49.634" v="4156" actId="20577"/>
          <ac:spMkLst>
            <pc:docMk/>
            <pc:sldMk cId="623131075" sldId="2727"/>
            <ac:spMk id="17" creationId="{9E05FFCA-3371-AF5C-381D-71D984055F5A}"/>
          </ac:spMkLst>
        </pc:spChg>
      </pc:sldChg>
      <pc:sldChg chg="addSp delSp modSp add mod">
        <pc:chgData name="Xin Luo" userId="82312ee5779919a4" providerId="LiveId" clId="{B10D17D3-3A51-854C-A635-1C39A202C200}" dt="2023-03-04T02:25:34.886" v="4245" actId="113"/>
        <pc:sldMkLst>
          <pc:docMk/>
          <pc:sldMk cId="1683372320" sldId="2728"/>
        </pc:sldMkLst>
        <pc:spChg chg="mod">
          <ac:chgData name="Xin Luo" userId="82312ee5779919a4" providerId="LiveId" clId="{B10D17D3-3A51-854C-A635-1C39A202C200}" dt="2023-03-01T08:15:30.267" v="2797" actId="2711"/>
          <ac:spMkLst>
            <pc:docMk/>
            <pc:sldMk cId="1683372320" sldId="2728"/>
            <ac:spMk id="3" creationId="{00000000-0000-0000-0000-000000000000}"/>
          </ac:spMkLst>
        </pc:spChg>
        <pc:spChg chg="mod">
          <ac:chgData name="Xin Luo" userId="82312ee5779919a4" providerId="LiveId" clId="{B10D17D3-3A51-854C-A635-1C39A202C200}" dt="2023-03-04T02:15:35.388" v="4029" actId="20577"/>
          <ac:spMkLst>
            <pc:docMk/>
            <pc:sldMk cId="1683372320" sldId="2728"/>
            <ac:spMk id="4" creationId="{DFE91C0B-C9F8-3FEC-3419-2DE0C6E6DCB8}"/>
          </ac:spMkLst>
        </pc:spChg>
        <pc:spChg chg="add del mod">
          <ac:chgData name="Xin Luo" userId="82312ee5779919a4" providerId="LiveId" clId="{B10D17D3-3A51-854C-A635-1C39A202C200}" dt="2023-03-04T02:23:31.141" v="4167" actId="478"/>
          <ac:spMkLst>
            <pc:docMk/>
            <pc:sldMk cId="1683372320" sldId="2728"/>
            <ac:spMk id="5" creationId="{1B0BE935-AC9C-D1EE-AD6A-7C386013DA7C}"/>
          </ac:spMkLst>
        </pc:spChg>
        <pc:spChg chg="add mod">
          <ac:chgData name="Xin Luo" userId="82312ee5779919a4" providerId="LiveId" clId="{B10D17D3-3A51-854C-A635-1C39A202C200}" dt="2023-03-04T02:25:34.886" v="4245" actId="113"/>
          <ac:spMkLst>
            <pc:docMk/>
            <pc:sldMk cId="1683372320" sldId="2728"/>
            <ac:spMk id="6" creationId="{2CCD6DA1-1437-AB5B-BCA8-405D548B2FB8}"/>
          </ac:spMkLst>
        </pc:spChg>
        <pc:spChg chg="add del mod">
          <ac:chgData name="Xin Luo" userId="82312ee5779919a4" providerId="LiveId" clId="{B10D17D3-3A51-854C-A635-1C39A202C200}" dt="2023-03-04T02:23:31.141" v="4167" actId="478"/>
          <ac:spMkLst>
            <pc:docMk/>
            <pc:sldMk cId="1683372320" sldId="2728"/>
            <ac:spMk id="7" creationId="{8A9C6DE8-75E5-EEB7-75DA-B8E0E87A7508}"/>
          </ac:spMkLst>
        </pc:spChg>
        <pc:spChg chg="del mod">
          <ac:chgData name="Xin Luo" userId="82312ee5779919a4" providerId="LiveId" clId="{B10D17D3-3A51-854C-A635-1C39A202C200}" dt="2023-03-04T02:15:38.307" v="4030" actId="478"/>
          <ac:spMkLst>
            <pc:docMk/>
            <pc:sldMk cId="1683372320" sldId="2728"/>
            <ac:spMk id="17" creationId="{9E05FFCA-3371-AF5C-381D-71D984055F5A}"/>
          </ac:spMkLst>
        </pc:spChg>
      </pc:sldChg>
      <pc:sldChg chg="delSp modSp add mod">
        <pc:chgData name="Xin Luo" userId="82312ee5779919a4" providerId="LiveId" clId="{B10D17D3-3A51-854C-A635-1C39A202C200}" dt="2023-03-04T02:52:21.019" v="4898" actId="20577"/>
        <pc:sldMkLst>
          <pc:docMk/>
          <pc:sldMk cId="240261692" sldId="2729"/>
        </pc:sldMkLst>
        <pc:spChg chg="mod">
          <ac:chgData name="Xin Luo" userId="82312ee5779919a4" providerId="LiveId" clId="{B10D17D3-3A51-854C-A635-1C39A202C200}" dt="2023-03-01T08:35:17.222" v="2819" actId="20577"/>
          <ac:spMkLst>
            <pc:docMk/>
            <pc:sldMk cId="240261692" sldId="2729"/>
            <ac:spMk id="2" creationId="{631AADB6-C88A-D817-4683-FC087E4E240F}"/>
          </ac:spMkLst>
        </pc:spChg>
        <pc:spChg chg="mod">
          <ac:chgData name="Xin Luo" userId="82312ee5779919a4" providerId="LiveId" clId="{B10D17D3-3A51-854C-A635-1C39A202C200}" dt="2023-03-04T02:52:21.019" v="4898" actId="20577"/>
          <ac:spMkLst>
            <pc:docMk/>
            <pc:sldMk cId="240261692" sldId="2729"/>
            <ac:spMk id="5" creationId="{FCD10A89-5E0E-5D73-1D4F-9E11D943B29C}"/>
          </ac:spMkLst>
        </pc:spChg>
        <pc:picChg chg="del">
          <ac:chgData name="Xin Luo" userId="82312ee5779919a4" providerId="LiveId" clId="{B10D17D3-3A51-854C-A635-1C39A202C200}" dt="2023-03-01T08:35:20.583" v="2820" actId="478"/>
          <ac:picMkLst>
            <pc:docMk/>
            <pc:sldMk cId="240261692" sldId="2729"/>
            <ac:picMk id="3074" creationId="{3E8CF22C-6E5D-0AAE-1F79-795E8B77EEF7}"/>
          </ac:picMkLst>
        </pc:picChg>
      </pc:sldChg>
      <pc:sldChg chg="delSp add mod">
        <pc:chgData name="Xin Luo" userId="82312ee5779919a4" providerId="LiveId" clId="{B10D17D3-3A51-854C-A635-1C39A202C200}" dt="2023-03-04T02:21:28.084" v="4127" actId="478"/>
        <pc:sldMkLst>
          <pc:docMk/>
          <pc:sldMk cId="736914780" sldId="2730"/>
        </pc:sldMkLst>
        <pc:spChg chg="del">
          <ac:chgData name="Xin Luo" userId="82312ee5779919a4" providerId="LiveId" clId="{B10D17D3-3A51-854C-A635-1C39A202C200}" dt="2023-03-04T02:21:28.084" v="4127" actId="478"/>
          <ac:spMkLst>
            <pc:docMk/>
            <pc:sldMk cId="736914780" sldId="2730"/>
            <ac:spMk id="5" creationId="{913214EF-BBA3-95BD-757D-C451E214DD76}"/>
          </ac:spMkLst>
        </pc:spChg>
      </pc:sldChg>
      <pc:sldChg chg="addSp delSp modSp add mod">
        <pc:chgData name="Xin Luo" userId="82312ee5779919a4" providerId="LiveId" clId="{B10D17D3-3A51-854C-A635-1C39A202C200}" dt="2023-03-04T03:51:10.104" v="4946" actId="20577"/>
        <pc:sldMkLst>
          <pc:docMk/>
          <pc:sldMk cId="3309691984" sldId="2731"/>
        </pc:sldMkLst>
        <pc:spChg chg="add del mod">
          <ac:chgData name="Xin Luo" userId="82312ee5779919a4" providerId="LiveId" clId="{B10D17D3-3A51-854C-A635-1C39A202C200}" dt="2023-03-04T02:30:44.123" v="4384"/>
          <ac:spMkLst>
            <pc:docMk/>
            <pc:sldMk cId="3309691984" sldId="2731"/>
            <ac:spMk id="2" creationId="{089F4E60-62E0-2B9F-D522-F40E6CF74A6E}"/>
          </ac:spMkLst>
        </pc:spChg>
        <pc:spChg chg="mod">
          <ac:chgData name="Xin Luo" userId="82312ee5779919a4" providerId="LiveId" clId="{B10D17D3-3A51-854C-A635-1C39A202C200}" dt="2023-03-04T02:26:05.734" v="4271" actId="20577"/>
          <ac:spMkLst>
            <pc:docMk/>
            <pc:sldMk cId="3309691984" sldId="2731"/>
            <ac:spMk id="4" creationId="{DFE91C0B-C9F8-3FEC-3419-2DE0C6E6DCB8}"/>
          </ac:spMkLst>
        </pc:spChg>
        <pc:spChg chg="mod">
          <ac:chgData name="Xin Luo" userId="82312ee5779919a4" providerId="LiveId" clId="{B10D17D3-3A51-854C-A635-1C39A202C200}" dt="2023-03-04T03:51:10.104" v="4946" actId="20577"/>
          <ac:spMkLst>
            <pc:docMk/>
            <pc:sldMk cId="3309691984" sldId="2731"/>
            <ac:spMk id="5" creationId="{1B0BE935-AC9C-D1EE-AD6A-7C386013DA7C}"/>
          </ac:spMkLst>
        </pc:spChg>
        <pc:spChg chg="del">
          <ac:chgData name="Xin Luo" userId="82312ee5779919a4" providerId="LiveId" clId="{B10D17D3-3A51-854C-A635-1C39A202C200}" dt="2023-03-04T02:23:28.089" v="4166" actId="478"/>
          <ac:spMkLst>
            <pc:docMk/>
            <pc:sldMk cId="3309691984" sldId="2731"/>
            <ac:spMk id="6" creationId="{2CCD6DA1-1437-AB5B-BCA8-405D548B2FB8}"/>
          </ac:spMkLst>
        </pc:spChg>
        <pc:spChg chg="del">
          <ac:chgData name="Xin Luo" userId="82312ee5779919a4" providerId="LiveId" clId="{B10D17D3-3A51-854C-A635-1C39A202C200}" dt="2023-03-04T02:25:55.810" v="4256" actId="478"/>
          <ac:spMkLst>
            <pc:docMk/>
            <pc:sldMk cId="3309691984" sldId="2731"/>
            <ac:spMk id="7" creationId="{8A9C6DE8-75E5-EEB7-75DA-B8E0E87A7508}"/>
          </ac:spMkLst>
        </pc:spChg>
      </pc:sldChg>
      <pc:sldChg chg="add del">
        <pc:chgData name="Xin Luo" userId="82312ee5779919a4" providerId="LiveId" clId="{B10D17D3-3A51-854C-A635-1C39A202C200}" dt="2023-03-04T02:23:57.461" v="4178"/>
        <pc:sldMkLst>
          <pc:docMk/>
          <pc:sldMk cId="636882973" sldId="2732"/>
        </pc:sldMkLst>
      </pc:sldChg>
      <pc:sldChg chg="addSp modSp add mod">
        <pc:chgData name="Xin Luo" userId="82312ee5779919a4" providerId="LiveId" clId="{B10D17D3-3A51-854C-A635-1C39A202C200}" dt="2023-03-04T02:45:16.670" v="4844" actId="1035"/>
        <pc:sldMkLst>
          <pc:docMk/>
          <pc:sldMk cId="1199790559" sldId="2732"/>
        </pc:sldMkLst>
        <pc:spChg chg="mod">
          <ac:chgData name="Xin Luo" userId="82312ee5779919a4" providerId="LiveId" clId="{B10D17D3-3A51-854C-A635-1C39A202C200}" dt="2023-03-04T02:36:32.822" v="4507" actId="20577"/>
          <ac:spMkLst>
            <pc:docMk/>
            <pc:sldMk cId="1199790559" sldId="2732"/>
            <ac:spMk id="5" creationId="{FCD10A89-5E0E-5D73-1D4F-9E11D943B29C}"/>
          </ac:spMkLst>
        </pc:spChg>
        <pc:spChg chg="add mod">
          <ac:chgData name="Xin Luo" userId="82312ee5779919a4" providerId="LiveId" clId="{B10D17D3-3A51-854C-A635-1C39A202C200}" dt="2023-03-04T02:45:16.670" v="4844" actId="1035"/>
          <ac:spMkLst>
            <pc:docMk/>
            <pc:sldMk cId="1199790559" sldId="2732"/>
            <ac:spMk id="9" creationId="{D0806663-124A-FC93-799D-3E9155542C92}"/>
          </ac:spMkLst>
        </pc:spChg>
        <pc:picChg chg="add mod">
          <ac:chgData name="Xin Luo" userId="82312ee5779919a4" providerId="LiveId" clId="{B10D17D3-3A51-854C-A635-1C39A202C200}" dt="2023-03-04T02:45:16.670" v="4844" actId="1035"/>
          <ac:picMkLst>
            <pc:docMk/>
            <pc:sldMk cId="1199790559" sldId="2732"/>
            <ac:picMk id="6" creationId="{2DBA9CB4-7F2C-2F79-C8F7-B159ED2F97ED}"/>
          </ac:picMkLst>
        </pc:picChg>
        <pc:picChg chg="add mod">
          <ac:chgData name="Xin Luo" userId="82312ee5779919a4" providerId="LiveId" clId="{B10D17D3-3A51-854C-A635-1C39A202C200}" dt="2023-03-04T02:45:16.670" v="4844" actId="1035"/>
          <ac:picMkLst>
            <pc:docMk/>
            <pc:sldMk cId="1199790559" sldId="2732"/>
            <ac:picMk id="8" creationId="{03B7A21D-1E22-BD59-B187-8F6FC3C70FAD}"/>
          </ac:picMkLst>
        </pc:picChg>
      </pc:sldChg>
      <pc:sldChg chg="add del">
        <pc:chgData name="Xin Luo" userId="82312ee5779919a4" providerId="LiveId" clId="{B10D17D3-3A51-854C-A635-1C39A202C200}" dt="2023-03-04T02:23:46.363" v="4174"/>
        <pc:sldMkLst>
          <pc:docMk/>
          <pc:sldMk cId="1709681614" sldId="2732"/>
        </pc:sldMkLst>
      </pc:sldChg>
      <pc:sldChg chg="add del">
        <pc:chgData name="Xin Luo" userId="82312ee5779919a4" providerId="LiveId" clId="{B10D17D3-3A51-854C-A635-1C39A202C200}" dt="2023-03-04T02:23:42.217" v="4171"/>
        <pc:sldMkLst>
          <pc:docMk/>
          <pc:sldMk cId="1869539113" sldId="2732"/>
        </pc:sldMkLst>
      </pc:sldChg>
      <pc:sldChg chg="add del">
        <pc:chgData name="Xin Luo" userId="82312ee5779919a4" providerId="LiveId" clId="{B10D17D3-3A51-854C-A635-1C39A202C200}" dt="2023-03-04T02:24:00.681" v="4180"/>
        <pc:sldMkLst>
          <pc:docMk/>
          <pc:sldMk cId="2562253795" sldId="2732"/>
        </pc:sldMkLst>
      </pc:sldChg>
      <pc:sldChg chg="add del">
        <pc:chgData name="Xin Luo" userId="82312ee5779919a4" providerId="LiveId" clId="{B10D17D3-3A51-854C-A635-1C39A202C200}" dt="2023-03-04T02:24:05.543" v="4182"/>
        <pc:sldMkLst>
          <pc:docMk/>
          <pc:sldMk cId="4062346908" sldId="2732"/>
        </pc:sldMkLst>
      </pc:sldChg>
      <pc:sldChg chg="addSp delSp modSp add mod">
        <pc:chgData name="Xin Luo" userId="82312ee5779919a4" providerId="LiveId" clId="{B10D17D3-3A51-854C-A635-1C39A202C200}" dt="2023-03-04T02:54:53.881" v="4905" actId="1076"/>
        <pc:sldMkLst>
          <pc:docMk/>
          <pc:sldMk cId="3625541778" sldId="2733"/>
        </pc:sldMkLst>
        <pc:spChg chg="mod">
          <ac:chgData name="Xin Luo" userId="82312ee5779919a4" providerId="LiveId" clId="{B10D17D3-3A51-854C-A635-1C39A202C200}" dt="2023-03-04T02:53:09.195" v="4899"/>
          <ac:spMkLst>
            <pc:docMk/>
            <pc:sldMk cId="3625541778" sldId="2733"/>
            <ac:spMk id="5" creationId="{FCD10A89-5E0E-5D73-1D4F-9E11D943B29C}"/>
          </ac:spMkLst>
        </pc:spChg>
        <pc:spChg chg="del">
          <ac:chgData name="Xin Luo" userId="82312ee5779919a4" providerId="LiveId" clId="{B10D17D3-3A51-854C-A635-1C39A202C200}" dt="2023-03-04T02:46:11.998" v="4878" actId="478"/>
          <ac:spMkLst>
            <pc:docMk/>
            <pc:sldMk cId="3625541778" sldId="2733"/>
            <ac:spMk id="9" creationId="{D0806663-124A-FC93-799D-3E9155542C92}"/>
          </ac:spMkLst>
        </pc:spChg>
        <pc:picChg chg="del">
          <ac:chgData name="Xin Luo" userId="82312ee5779919a4" providerId="LiveId" clId="{B10D17D3-3A51-854C-A635-1C39A202C200}" dt="2023-03-04T02:45:31.328" v="4868" actId="478"/>
          <ac:picMkLst>
            <pc:docMk/>
            <pc:sldMk cId="3625541778" sldId="2733"/>
            <ac:picMk id="6" creationId="{2DBA9CB4-7F2C-2F79-C8F7-B159ED2F97ED}"/>
          </ac:picMkLst>
        </pc:picChg>
        <pc:picChg chg="add mod">
          <ac:chgData name="Xin Luo" userId="82312ee5779919a4" providerId="LiveId" clId="{B10D17D3-3A51-854C-A635-1C39A202C200}" dt="2023-03-04T02:54:53.881" v="4905" actId="1076"/>
          <ac:picMkLst>
            <pc:docMk/>
            <pc:sldMk cId="3625541778" sldId="2733"/>
            <ac:picMk id="7" creationId="{D7FD8593-2387-9EBB-B64C-4F79275A1E99}"/>
          </ac:picMkLst>
        </pc:picChg>
        <pc:picChg chg="del">
          <ac:chgData name="Xin Luo" userId="82312ee5779919a4" providerId="LiveId" clId="{B10D17D3-3A51-854C-A635-1C39A202C200}" dt="2023-03-04T02:45:32.347" v="4869" actId="478"/>
          <ac:picMkLst>
            <pc:docMk/>
            <pc:sldMk cId="3625541778" sldId="2733"/>
            <ac:picMk id="8" creationId="{03B7A21D-1E22-BD59-B187-8F6FC3C70FAD}"/>
          </ac:picMkLst>
        </pc:picChg>
      </pc:sldChg>
      <pc:sldChg chg="add del">
        <pc:chgData name="Xin Luo" userId="82312ee5779919a4" providerId="LiveId" clId="{B10D17D3-3A51-854C-A635-1C39A202C200}" dt="2023-03-04T02:45:51.767" v="4871"/>
        <pc:sldMkLst>
          <pc:docMk/>
          <pc:sldMk cId="3578463388" sldId="2734"/>
        </pc:sldMkLst>
      </pc:sldChg>
    </pc:docChg>
  </pc:docChgLst>
  <pc:docChgLst>
    <pc:chgData name="Xin Luo" userId="82312ee5779919a4" providerId="LiveId" clId="{102DBD0E-538E-AC49-8724-CFC1D32FB8F4}"/>
    <pc:docChg chg="undo custSel addSld delSld modSld sldOrd">
      <pc:chgData name="Xin Luo" userId="82312ee5779919a4" providerId="LiveId" clId="{102DBD0E-538E-AC49-8724-CFC1D32FB8F4}" dt="2023-11-02T15:29:30.972" v="1478" actId="20577"/>
      <pc:docMkLst>
        <pc:docMk/>
      </pc:docMkLst>
      <pc:sldChg chg="delSp modSp mod">
        <pc:chgData name="Xin Luo" userId="82312ee5779919a4" providerId="LiveId" clId="{102DBD0E-538E-AC49-8724-CFC1D32FB8F4}" dt="2023-11-02T13:58:17.119" v="263" actId="20577"/>
        <pc:sldMkLst>
          <pc:docMk/>
          <pc:sldMk cId="1576120367" sldId="2387"/>
        </pc:sldMkLst>
        <pc:spChg chg="mod">
          <ac:chgData name="Xin Luo" userId="82312ee5779919a4" providerId="LiveId" clId="{102DBD0E-538E-AC49-8724-CFC1D32FB8F4}" dt="2023-11-02T13:57:23.692" v="258" actId="20577"/>
          <ac:spMkLst>
            <pc:docMk/>
            <pc:sldMk cId="1576120367" sldId="2387"/>
            <ac:spMk id="5" creationId="{5C122EB0-B760-BC58-121E-98929155DE13}"/>
          </ac:spMkLst>
        </pc:spChg>
        <pc:spChg chg="mod">
          <ac:chgData name="Xin Luo" userId="82312ee5779919a4" providerId="LiveId" clId="{102DBD0E-538E-AC49-8724-CFC1D32FB8F4}" dt="2023-11-02T13:58:17.119" v="263" actId="20577"/>
          <ac:spMkLst>
            <pc:docMk/>
            <pc:sldMk cId="1576120367" sldId="2387"/>
            <ac:spMk id="21" creationId="{5E1CF5B6-D3D6-ED4D-9527-A0A3BA87F030}"/>
          </ac:spMkLst>
        </pc:spChg>
        <pc:grpChg chg="mod">
          <ac:chgData name="Xin Luo" userId="82312ee5779919a4" providerId="LiveId" clId="{102DBD0E-538E-AC49-8724-CFC1D32FB8F4}" dt="2023-11-02T12:55:30.826" v="114" actId="1036"/>
          <ac:grpSpMkLst>
            <pc:docMk/>
            <pc:sldMk cId="1576120367" sldId="2387"/>
            <ac:grpSpMk id="2" creationId="{1818EBCB-380D-926A-5B23-181F7E7C8ECD}"/>
          </ac:grpSpMkLst>
        </pc:grpChg>
        <pc:grpChg chg="del">
          <ac:chgData name="Xin Luo" userId="82312ee5779919a4" providerId="LiveId" clId="{102DBD0E-538E-AC49-8724-CFC1D32FB8F4}" dt="2023-11-02T12:54:57.466" v="88" actId="478"/>
          <ac:grpSpMkLst>
            <pc:docMk/>
            <pc:sldMk cId="1576120367" sldId="2387"/>
            <ac:grpSpMk id="7" creationId="{70856234-5F93-A6CB-46BF-2F1FA1D250C7}"/>
          </ac:grpSpMkLst>
        </pc:grpChg>
        <pc:grpChg chg="del">
          <ac:chgData name="Xin Luo" userId="82312ee5779919a4" providerId="LiveId" clId="{102DBD0E-538E-AC49-8724-CFC1D32FB8F4}" dt="2023-11-02T12:54:57.466" v="88" actId="478"/>
          <ac:grpSpMkLst>
            <pc:docMk/>
            <pc:sldMk cId="1576120367" sldId="2387"/>
            <ac:grpSpMk id="15" creationId="{31C2D7F0-12A3-5736-3C52-F8C7E4C99303}"/>
          </ac:grpSpMkLst>
        </pc:grpChg>
        <pc:grpChg chg="mod">
          <ac:chgData name="Xin Luo" userId="82312ee5779919a4" providerId="LiveId" clId="{102DBD0E-538E-AC49-8724-CFC1D32FB8F4}" dt="2023-11-02T12:55:28.347" v="108" actId="1035"/>
          <ac:grpSpMkLst>
            <pc:docMk/>
            <pc:sldMk cId="1576120367" sldId="2387"/>
            <ac:grpSpMk id="18" creationId="{96FB7E62-B9C8-B5B3-ED4D-2B48DF771118}"/>
          </ac:grpSpMkLst>
        </pc:grpChg>
      </pc:sldChg>
      <pc:sldChg chg="modSp mod">
        <pc:chgData name="Xin Luo" userId="82312ee5779919a4" providerId="LiveId" clId="{102DBD0E-538E-AC49-8724-CFC1D32FB8F4}" dt="2023-11-02T13:58:27.897" v="273" actId="20577"/>
        <pc:sldMkLst>
          <pc:docMk/>
          <pc:sldMk cId="2415901206" sldId="2447"/>
        </pc:sldMkLst>
        <pc:spChg chg="mod">
          <ac:chgData name="Xin Luo" userId="82312ee5779919a4" providerId="LiveId" clId="{102DBD0E-538E-AC49-8724-CFC1D32FB8F4}" dt="2023-11-02T13:58:27.897" v="273" actId="20577"/>
          <ac:spMkLst>
            <pc:docMk/>
            <pc:sldMk cId="2415901206" sldId="2447"/>
            <ac:spMk id="7" creationId="{00000000-0000-0000-0000-000000000000}"/>
          </ac:spMkLst>
        </pc:spChg>
      </pc:sldChg>
      <pc:sldChg chg="modSp mod">
        <pc:chgData name="Xin Luo" userId="82312ee5779919a4" providerId="LiveId" clId="{102DBD0E-538E-AC49-8724-CFC1D32FB8F4}" dt="2023-11-02T15:28:27.839" v="1466" actId="20577"/>
        <pc:sldMkLst>
          <pc:docMk/>
          <pc:sldMk cId="1858913004" sldId="2719"/>
        </pc:sldMkLst>
        <pc:spChg chg="mod">
          <ac:chgData name="Xin Luo" userId="82312ee5779919a4" providerId="LiveId" clId="{102DBD0E-538E-AC49-8724-CFC1D32FB8F4}" dt="2023-11-02T15:28:27.839" v="1466" actId="20577"/>
          <ac:spMkLst>
            <pc:docMk/>
            <pc:sldMk cId="1858913004" sldId="2719"/>
            <ac:spMk id="3" creationId="{00000000-0000-0000-0000-000000000000}"/>
          </ac:spMkLst>
        </pc:spChg>
      </pc:sldChg>
      <pc:sldChg chg="addSp delSp modSp mod modNotesTx">
        <pc:chgData name="Xin Luo" userId="82312ee5779919a4" providerId="LiveId" clId="{102DBD0E-538E-AC49-8724-CFC1D32FB8F4}" dt="2023-11-02T14:50:51.270" v="1363" actId="20577"/>
        <pc:sldMkLst>
          <pc:docMk/>
          <pc:sldMk cId="2133851870" sldId="2741"/>
        </pc:sldMkLst>
        <pc:spChg chg="add del mod">
          <ac:chgData name="Xin Luo" userId="82312ee5779919a4" providerId="LiveId" clId="{102DBD0E-538E-AC49-8724-CFC1D32FB8F4}" dt="2023-11-02T14:06:50.906" v="395" actId="478"/>
          <ac:spMkLst>
            <pc:docMk/>
            <pc:sldMk cId="2133851870" sldId="2741"/>
            <ac:spMk id="4" creationId="{0CCD3C3B-137B-EE5D-1AD5-AE7DEA125319}"/>
          </ac:spMkLst>
        </pc:spChg>
        <pc:spChg chg="add mod">
          <ac:chgData name="Xin Luo" userId="82312ee5779919a4" providerId="LiveId" clId="{102DBD0E-538E-AC49-8724-CFC1D32FB8F4}" dt="2023-11-02T14:19:17.389" v="919" actId="20577"/>
          <ac:spMkLst>
            <pc:docMk/>
            <pc:sldMk cId="2133851870" sldId="2741"/>
            <ac:spMk id="5" creationId="{EEE74AC5-C512-72E4-AF39-2F55BECF6D4F}"/>
          </ac:spMkLst>
        </pc:spChg>
        <pc:spChg chg="del">
          <ac:chgData name="Xin Luo" userId="82312ee5779919a4" providerId="LiveId" clId="{102DBD0E-538E-AC49-8724-CFC1D32FB8F4}" dt="2023-11-02T14:10:28.574" v="437" actId="478"/>
          <ac:spMkLst>
            <pc:docMk/>
            <pc:sldMk cId="2133851870" sldId="2741"/>
            <ac:spMk id="6" creationId="{30ABD9F5-CE66-7DB6-6C64-A78C15B7A937}"/>
          </ac:spMkLst>
        </pc:spChg>
        <pc:spChg chg="add mod">
          <ac:chgData name="Xin Luo" userId="82312ee5779919a4" providerId="LiveId" clId="{102DBD0E-538E-AC49-8724-CFC1D32FB8F4}" dt="2023-11-02T14:19:05.790" v="910" actId="20577"/>
          <ac:spMkLst>
            <pc:docMk/>
            <pc:sldMk cId="2133851870" sldId="2741"/>
            <ac:spMk id="12" creationId="{E213C3BE-3BAD-6CEF-77D0-A9794981A5CA}"/>
          </ac:spMkLst>
        </pc:spChg>
        <pc:spChg chg="mod topLvl">
          <ac:chgData name="Xin Luo" userId="82312ee5779919a4" providerId="LiveId" clId="{102DBD0E-538E-AC49-8724-CFC1D32FB8F4}" dt="2023-11-02T14:08:38.044" v="433" actId="14100"/>
          <ac:spMkLst>
            <pc:docMk/>
            <pc:sldMk cId="2133851870" sldId="2741"/>
            <ac:spMk id="16" creationId="{5D3C90BB-FAA5-7D92-02BF-94DBB25DC4E3}"/>
          </ac:spMkLst>
        </pc:spChg>
        <pc:spChg chg="mod topLvl">
          <ac:chgData name="Xin Luo" userId="82312ee5779919a4" providerId="LiveId" clId="{102DBD0E-538E-AC49-8724-CFC1D32FB8F4}" dt="2023-11-02T14:05:43.614" v="381" actId="403"/>
          <ac:spMkLst>
            <pc:docMk/>
            <pc:sldMk cId="2133851870" sldId="2741"/>
            <ac:spMk id="19" creationId="{26844A25-A8E1-8A17-231A-3EC4FAC817CE}"/>
          </ac:spMkLst>
        </pc:spChg>
        <pc:spChg chg="mod topLvl">
          <ac:chgData name="Xin Luo" userId="82312ee5779919a4" providerId="LiveId" clId="{102DBD0E-538E-AC49-8724-CFC1D32FB8F4}" dt="2023-11-02T14:05:43.614" v="381" actId="403"/>
          <ac:spMkLst>
            <pc:docMk/>
            <pc:sldMk cId="2133851870" sldId="2741"/>
            <ac:spMk id="20" creationId="{97876973-27E1-1F7F-69C0-ABF699B194D3}"/>
          </ac:spMkLst>
        </pc:spChg>
        <pc:spChg chg="mod topLvl">
          <ac:chgData name="Xin Luo" userId="82312ee5779919a4" providerId="LiveId" clId="{102DBD0E-538E-AC49-8724-CFC1D32FB8F4}" dt="2023-11-02T14:07:15.057" v="427" actId="14100"/>
          <ac:spMkLst>
            <pc:docMk/>
            <pc:sldMk cId="2133851870" sldId="2741"/>
            <ac:spMk id="30" creationId="{9DBFC3AC-10CA-7CFC-1BBB-5A61407C93A9}"/>
          </ac:spMkLst>
        </pc:spChg>
        <pc:spChg chg="mod topLvl">
          <ac:chgData name="Xin Luo" userId="82312ee5779919a4" providerId="LiveId" clId="{102DBD0E-538E-AC49-8724-CFC1D32FB8F4}" dt="2023-11-02T14:05:49.691" v="382" actId="14100"/>
          <ac:spMkLst>
            <pc:docMk/>
            <pc:sldMk cId="2133851870" sldId="2741"/>
            <ac:spMk id="31" creationId="{D6985718-E61A-90C1-33C0-B3BE737DC66D}"/>
          </ac:spMkLst>
        </pc:spChg>
        <pc:spChg chg="mod topLvl">
          <ac:chgData name="Xin Luo" userId="82312ee5779919a4" providerId="LiveId" clId="{102DBD0E-538E-AC49-8724-CFC1D32FB8F4}" dt="2023-11-02T14:07:00.716" v="423" actId="1036"/>
          <ac:spMkLst>
            <pc:docMk/>
            <pc:sldMk cId="2133851870" sldId="2741"/>
            <ac:spMk id="32" creationId="{B90FFACB-7265-EEC2-B50D-6AD12B2EE2EF}"/>
          </ac:spMkLst>
        </pc:spChg>
        <pc:spChg chg="mod topLvl">
          <ac:chgData name="Xin Luo" userId="82312ee5779919a4" providerId="LiveId" clId="{102DBD0E-538E-AC49-8724-CFC1D32FB8F4}" dt="2023-11-02T14:07:12.098" v="426" actId="14100"/>
          <ac:spMkLst>
            <pc:docMk/>
            <pc:sldMk cId="2133851870" sldId="2741"/>
            <ac:spMk id="35" creationId="{76BA70F9-CD61-286B-D069-C74BCAA4CC39}"/>
          </ac:spMkLst>
        </pc:spChg>
        <pc:spChg chg="del">
          <ac:chgData name="Xin Luo" userId="82312ee5779919a4" providerId="LiveId" clId="{102DBD0E-538E-AC49-8724-CFC1D32FB8F4}" dt="2023-11-02T14:10:27.262" v="436" actId="478"/>
          <ac:spMkLst>
            <pc:docMk/>
            <pc:sldMk cId="2133851870" sldId="2741"/>
            <ac:spMk id="37" creationId="{D2DBDA54-E356-68AB-DD58-941FC52941D5}"/>
          </ac:spMkLst>
        </pc:spChg>
        <pc:spChg chg="mod">
          <ac:chgData name="Xin Luo" userId="82312ee5779919a4" providerId="LiveId" clId="{102DBD0E-538E-AC49-8724-CFC1D32FB8F4}" dt="2023-11-02T14:12:35.078" v="555" actId="20577"/>
          <ac:spMkLst>
            <pc:docMk/>
            <pc:sldMk cId="2133851870" sldId="2741"/>
            <ac:spMk id="39" creationId="{902411B9-BAC9-2645-52BD-299BFEBEE7A7}"/>
          </ac:spMkLst>
        </pc:spChg>
        <pc:grpChg chg="add del mod">
          <ac:chgData name="Xin Luo" userId="82312ee5779919a4" providerId="LiveId" clId="{102DBD0E-538E-AC49-8724-CFC1D32FB8F4}" dt="2023-11-02T14:10:22.754" v="435" actId="478"/>
          <ac:grpSpMkLst>
            <pc:docMk/>
            <pc:sldMk cId="2133851870" sldId="2741"/>
            <ac:grpSpMk id="2" creationId="{F54D2D7D-5C3D-D6CE-095A-776508C39E59}"/>
          </ac:grpSpMkLst>
        </pc:grpChg>
        <pc:grpChg chg="del mod">
          <ac:chgData name="Xin Luo" userId="82312ee5779919a4" providerId="LiveId" clId="{102DBD0E-538E-AC49-8724-CFC1D32FB8F4}" dt="2023-11-02T14:04:23.005" v="367" actId="165"/>
          <ac:grpSpMkLst>
            <pc:docMk/>
            <pc:sldMk cId="2133851870" sldId="2741"/>
            <ac:grpSpMk id="36" creationId="{ADB95EB4-51B3-49DD-D993-6471C3A85462}"/>
          </ac:grpSpMkLst>
        </pc:grpChg>
        <pc:picChg chg="add mod">
          <ac:chgData name="Xin Luo" userId="82312ee5779919a4" providerId="LiveId" clId="{102DBD0E-538E-AC49-8724-CFC1D32FB8F4}" dt="2023-11-02T14:19:15.032" v="918" actId="1035"/>
          <ac:picMkLst>
            <pc:docMk/>
            <pc:sldMk cId="2133851870" sldId="2741"/>
            <ac:picMk id="8" creationId="{826AADE0-B843-43D8-0BF1-609020841809}"/>
          </ac:picMkLst>
        </pc:picChg>
        <pc:picChg chg="add del mod">
          <ac:chgData name="Xin Luo" userId="82312ee5779919a4" providerId="LiveId" clId="{102DBD0E-538E-AC49-8724-CFC1D32FB8F4}" dt="2023-11-02T14:17:37.675" v="804"/>
          <ac:picMkLst>
            <pc:docMk/>
            <pc:sldMk cId="2133851870" sldId="2741"/>
            <ac:picMk id="10" creationId="{2C6C8D3A-3B9B-D793-6BD5-173FA1E7EBBA}"/>
          </ac:picMkLst>
        </pc:picChg>
        <pc:picChg chg="mod topLvl">
          <ac:chgData name="Xin Luo" userId="82312ee5779919a4" providerId="LiveId" clId="{102DBD0E-538E-AC49-8724-CFC1D32FB8F4}" dt="2023-11-02T14:05:43.614" v="381" actId="403"/>
          <ac:picMkLst>
            <pc:docMk/>
            <pc:sldMk cId="2133851870" sldId="2741"/>
            <ac:picMk id="15" creationId="{D141D089-9578-B335-81CD-A16FE04867C4}"/>
          </ac:picMkLst>
        </pc:picChg>
        <pc:cxnChg chg="mod topLvl">
          <ac:chgData name="Xin Luo" userId="82312ee5779919a4" providerId="LiveId" clId="{102DBD0E-538E-AC49-8724-CFC1D32FB8F4}" dt="2023-11-02T14:05:43.614" v="381" actId="403"/>
          <ac:cxnSpMkLst>
            <pc:docMk/>
            <pc:sldMk cId="2133851870" sldId="2741"/>
            <ac:cxnSpMk id="25" creationId="{66F88340-CEBC-2B67-84DF-4942FA229A0C}"/>
          </ac:cxnSpMkLst>
        </pc:cxnChg>
        <pc:cxnChg chg="mod topLvl">
          <ac:chgData name="Xin Luo" userId="82312ee5779919a4" providerId="LiveId" clId="{102DBD0E-538E-AC49-8724-CFC1D32FB8F4}" dt="2023-11-02T14:05:43.614" v="381" actId="403"/>
          <ac:cxnSpMkLst>
            <pc:docMk/>
            <pc:sldMk cId="2133851870" sldId="2741"/>
            <ac:cxnSpMk id="28" creationId="{297596E9-61E9-6F59-4FE3-84F04DB10A23}"/>
          </ac:cxnSpMkLst>
        </pc:cxnChg>
        <pc:cxnChg chg="mod topLvl">
          <ac:chgData name="Xin Luo" userId="82312ee5779919a4" providerId="LiveId" clId="{102DBD0E-538E-AC49-8724-CFC1D32FB8F4}" dt="2023-11-02T14:05:43.614" v="381" actId="403"/>
          <ac:cxnSpMkLst>
            <pc:docMk/>
            <pc:sldMk cId="2133851870" sldId="2741"/>
            <ac:cxnSpMk id="33" creationId="{4A5BBA71-7DD6-6A4D-817D-B787D1BE7E78}"/>
          </ac:cxnSpMkLst>
        </pc:cxnChg>
      </pc:sldChg>
      <pc:sldChg chg="modSp mod">
        <pc:chgData name="Xin Luo" userId="82312ee5779919a4" providerId="LiveId" clId="{102DBD0E-538E-AC49-8724-CFC1D32FB8F4}" dt="2023-11-02T14:00:39.954" v="357" actId="20577"/>
        <pc:sldMkLst>
          <pc:docMk/>
          <pc:sldMk cId="3854072849" sldId="2749"/>
        </pc:sldMkLst>
        <pc:spChg chg="mod">
          <ac:chgData name="Xin Luo" userId="82312ee5779919a4" providerId="LiveId" clId="{102DBD0E-538E-AC49-8724-CFC1D32FB8F4}" dt="2023-11-02T14:00:39.954" v="357" actId="20577"/>
          <ac:spMkLst>
            <pc:docMk/>
            <pc:sldMk cId="3854072849" sldId="2749"/>
            <ac:spMk id="3" creationId="{00000000-0000-0000-0000-000000000000}"/>
          </ac:spMkLst>
        </pc:spChg>
        <pc:spChg chg="mod">
          <ac:chgData name="Xin Luo" userId="82312ee5779919a4" providerId="LiveId" clId="{102DBD0E-538E-AC49-8724-CFC1D32FB8F4}" dt="2023-11-02T14:00:35.669" v="343" actId="20577"/>
          <ac:spMkLst>
            <pc:docMk/>
            <pc:sldMk cId="3854072849" sldId="2749"/>
            <ac:spMk id="4" creationId="{814FF4E1-B17F-D4F8-E834-173BA3B0D059}"/>
          </ac:spMkLst>
        </pc:spChg>
      </pc:sldChg>
      <pc:sldChg chg="modSp mod">
        <pc:chgData name="Xin Luo" userId="82312ee5779919a4" providerId="LiveId" clId="{102DBD0E-538E-AC49-8724-CFC1D32FB8F4}" dt="2023-11-02T14:01:14.443" v="362"/>
        <pc:sldMkLst>
          <pc:docMk/>
          <pc:sldMk cId="1538855213" sldId="2752"/>
        </pc:sldMkLst>
        <pc:spChg chg="mod">
          <ac:chgData name="Xin Luo" userId="82312ee5779919a4" providerId="LiveId" clId="{102DBD0E-538E-AC49-8724-CFC1D32FB8F4}" dt="2023-11-02T13:47:42.276" v="195"/>
          <ac:spMkLst>
            <pc:docMk/>
            <pc:sldMk cId="1538855213" sldId="2752"/>
            <ac:spMk id="3" creationId="{00000000-0000-0000-0000-000000000000}"/>
          </ac:spMkLst>
        </pc:spChg>
        <pc:spChg chg="mod">
          <ac:chgData name="Xin Luo" userId="82312ee5779919a4" providerId="LiveId" clId="{102DBD0E-538E-AC49-8724-CFC1D32FB8F4}" dt="2023-11-02T14:01:14.443" v="362"/>
          <ac:spMkLst>
            <pc:docMk/>
            <pc:sldMk cId="1538855213" sldId="2752"/>
            <ac:spMk id="4" creationId="{814FF4E1-B17F-D4F8-E834-173BA3B0D059}"/>
          </ac:spMkLst>
        </pc:spChg>
      </pc:sldChg>
      <pc:sldChg chg="modSp mod ord">
        <pc:chgData name="Xin Luo" userId="82312ee5779919a4" providerId="LiveId" clId="{102DBD0E-538E-AC49-8724-CFC1D32FB8F4}" dt="2023-11-02T15:28:26.377" v="1464" actId="20577"/>
        <pc:sldMkLst>
          <pc:docMk/>
          <pc:sldMk cId="183758405" sldId="2753"/>
        </pc:sldMkLst>
        <pc:spChg chg="mod">
          <ac:chgData name="Xin Luo" userId="82312ee5779919a4" providerId="LiveId" clId="{102DBD0E-538E-AC49-8724-CFC1D32FB8F4}" dt="2023-11-02T15:28:26.377" v="1464" actId="20577"/>
          <ac:spMkLst>
            <pc:docMk/>
            <pc:sldMk cId="183758405" sldId="2753"/>
            <ac:spMk id="3" creationId="{00000000-0000-0000-0000-000000000000}"/>
          </ac:spMkLst>
        </pc:spChg>
        <pc:spChg chg="mod">
          <ac:chgData name="Xin Luo" userId="82312ee5779919a4" providerId="LiveId" clId="{102DBD0E-538E-AC49-8724-CFC1D32FB8F4}" dt="2023-11-02T14:00:02.378" v="303" actId="20577"/>
          <ac:spMkLst>
            <pc:docMk/>
            <pc:sldMk cId="183758405" sldId="2753"/>
            <ac:spMk id="4" creationId="{814FF4E1-B17F-D4F8-E834-173BA3B0D059}"/>
          </ac:spMkLst>
        </pc:spChg>
        <pc:spChg chg="mod">
          <ac:chgData name="Xin Luo" userId="82312ee5779919a4" providerId="LiveId" clId="{102DBD0E-538E-AC49-8724-CFC1D32FB8F4}" dt="2023-11-02T14:00:05.761" v="308" actId="20577"/>
          <ac:spMkLst>
            <pc:docMk/>
            <pc:sldMk cId="183758405" sldId="2753"/>
            <ac:spMk id="6" creationId="{10943A92-9E22-44EA-2939-C64F8E264329}"/>
          </ac:spMkLst>
        </pc:spChg>
        <pc:picChg chg="mod">
          <ac:chgData name="Xin Luo" userId="82312ee5779919a4" providerId="LiveId" clId="{102DBD0E-538E-AC49-8724-CFC1D32FB8F4}" dt="2023-11-02T14:00:50.463" v="360" actId="1076"/>
          <ac:picMkLst>
            <pc:docMk/>
            <pc:sldMk cId="183758405" sldId="2753"/>
            <ac:picMk id="11" creationId="{7E34C778-F2EE-FE65-5801-C4B29518F087}"/>
          </ac:picMkLst>
        </pc:picChg>
      </pc:sldChg>
      <pc:sldChg chg="del">
        <pc:chgData name="Xin Luo" userId="82312ee5779919a4" providerId="LiveId" clId="{102DBD0E-538E-AC49-8724-CFC1D32FB8F4}" dt="2023-11-02T15:23:51.762" v="1430" actId="2696"/>
        <pc:sldMkLst>
          <pc:docMk/>
          <pc:sldMk cId="2460377606" sldId="2755"/>
        </pc:sldMkLst>
      </pc:sldChg>
      <pc:sldChg chg="addSp modSp mod">
        <pc:chgData name="Xin Luo" userId="82312ee5779919a4" providerId="LiveId" clId="{102DBD0E-538E-AC49-8724-CFC1D32FB8F4}" dt="2023-11-02T15:29:30.972" v="1478" actId="20577"/>
        <pc:sldMkLst>
          <pc:docMk/>
          <pc:sldMk cId="2743960499" sldId="2757"/>
        </pc:sldMkLst>
        <pc:spChg chg="mod">
          <ac:chgData name="Xin Luo" userId="82312ee5779919a4" providerId="LiveId" clId="{102DBD0E-538E-AC49-8724-CFC1D32FB8F4}" dt="2023-11-02T15:28:38.546" v="1470" actId="20577"/>
          <ac:spMkLst>
            <pc:docMk/>
            <pc:sldMk cId="2743960499" sldId="2757"/>
            <ac:spMk id="3" creationId="{00000000-0000-0000-0000-000000000000}"/>
          </ac:spMkLst>
        </pc:spChg>
        <pc:spChg chg="mod">
          <ac:chgData name="Xin Luo" userId="82312ee5779919a4" providerId="LiveId" clId="{102DBD0E-538E-AC49-8724-CFC1D32FB8F4}" dt="2023-11-02T15:29:30.972" v="1478" actId="20577"/>
          <ac:spMkLst>
            <pc:docMk/>
            <pc:sldMk cId="2743960499" sldId="2757"/>
            <ac:spMk id="18" creationId="{4FCA9F66-5BEA-B0DF-5C31-FA90901E3E90}"/>
          </ac:spMkLst>
        </pc:spChg>
        <pc:spChg chg="mod">
          <ac:chgData name="Xin Luo" userId="82312ee5779919a4" providerId="LiveId" clId="{102DBD0E-538E-AC49-8724-CFC1D32FB8F4}" dt="2023-11-02T15:29:06.751" v="1474" actId="164"/>
          <ac:spMkLst>
            <pc:docMk/>
            <pc:sldMk cId="2743960499" sldId="2757"/>
            <ac:spMk id="67" creationId="{848E1AC0-F642-22E4-F9BF-7A1D391B756B}"/>
          </ac:spMkLst>
        </pc:spChg>
        <pc:grpChg chg="add mod">
          <ac:chgData name="Xin Luo" userId="82312ee5779919a4" providerId="LiveId" clId="{102DBD0E-538E-AC49-8724-CFC1D32FB8F4}" dt="2023-11-02T15:29:13.079" v="1476" actId="1076"/>
          <ac:grpSpMkLst>
            <pc:docMk/>
            <pc:sldMk cId="2743960499" sldId="2757"/>
            <ac:grpSpMk id="2" creationId="{7C3A10A8-5AC9-FBB5-341E-4D7703179374}"/>
          </ac:grpSpMkLst>
        </pc:grpChg>
        <pc:grpChg chg="mod">
          <ac:chgData name="Xin Luo" userId="82312ee5779919a4" providerId="LiveId" clId="{102DBD0E-538E-AC49-8724-CFC1D32FB8F4}" dt="2023-11-02T15:29:06.751" v="1474" actId="164"/>
          <ac:grpSpMkLst>
            <pc:docMk/>
            <pc:sldMk cId="2743960499" sldId="2757"/>
            <ac:grpSpMk id="68" creationId="{826353CD-4C91-2632-9DE7-822F16E1917D}"/>
          </ac:grpSpMkLst>
        </pc:grpChg>
        <pc:cxnChg chg="mod">
          <ac:chgData name="Xin Luo" userId="82312ee5779919a4" providerId="LiveId" clId="{102DBD0E-538E-AC49-8724-CFC1D32FB8F4}" dt="2023-11-02T15:29:06.751" v="1474" actId="164"/>
          <ac:cxnSpMkLst>
            <pc:docMk/>
            <pc:sldMk cId="2743960499" sldId="2757"/>
            <ac:cxnSpMk id="50" creationId="{86B7F7E6-7181-916F-BFE2-98449625BD60}"/>
          </ac:cxnSpMkLst>
        </pc:cxnChg>
        <pc:cxnChg chg="mod">
          <ac:chgData name="Xin Luo" userId="82312ee5779919a4" providerId="LiveId" clId="{102DBD0E-538E-AC49-8724-CFC1D32FB8F4}" dt="2023-11-02T15:29:06.751" v="1474" actId="164"/>
          <ac:cxnSpMkLst>
            <pc:docMk/>
            <pc:sldMk cId="2743960499" sldId="2757"/>
            <ac:cxnSpMk id="70" creationId="{D3BD69BA-BC42-11AC-0E94-CB53BD6C88E6}"/>
          </ac:cxnSpMkLst>
        </pc:cxnChg>
      </pc:sldChg>
      <pc:sldChg chg="del">
        <pc:chgData name="Xin Luo" userId="82312ee5779919a4" providerId="LiveId" clId="{102DBD0E-538E-AC49-8724-CFC1D32FB8F4}" dt="2023-11-02T12:58:24.427" v="140" actId="2696"/>
        <pc:sldMkLst>
          <pc:docMk/>
          <pc:sldMk cId="2137074072" sldId="2761"/>
        </pc:sldMkLst>
      </pc:sldChg>
      <pc:sldChg chg="modSp mod">
        <pc:chgData name="Xin Luo" userId="82312ee5779919a4" providerId="LiveId" clId="{102DBD0E-538E-AC49-8724-CFC1D32FB8F4}" dt="2023-11-02T13:45:57.067" v="161" actId="20577"/>
        <pc:sldMkLst>
          <pc:docMk/>
          <pc:sldMk cId="2241021106" sldId="2763"/>
        </pc:sldMkLst>
        <pc:spChg chg="mod">
          <ac:chgData name="Xin Luo" userId="82312ee5779919a4" providerId="LiveId" clId="{102DBD0E-538E-AC49-8724-CFC1D32FB8F4}" dt="2023-11-02T12:49:26.710" v="1" actId="122"/>
          <ac:spMkLst>
            <pc:docMk/>
            <pc:sldMk cId="2241021106" sldId="2763"/>
            <ac:spMk id="3" creationId="{AABF8A9A-03FE-2516-7E19-C8FD65DBFB0D}"/>
          </ac:spMkLst>
        </pc:spChg>
        <pc:spChg chg="mod">
          <ac:chgData name="Xin Luo" userId="82312ee5779919a4" providerId="LiveId" clId="{102DBD0E-538E-AC49-8724-CFC1D32FB8F4}" dt="2023-11-02T13:45:57.067" v="161" actId="20577"/>
          <ac:spMkLst>
            <pc:docMk/>
            <pc:sldMk cId="2241021106" sldId="2763"/>
            <ac:spMk id="24" creationId="{00000000-0000-0000-0000-000000000000}"/>
          </ac:spMkLst>
        </pc:spChg>
      </pc:sldChg>
      <pc:sldChg chg="modSp add del mod ord">
        <pc:chgData name="Xin Luo" userId="82312ee5779919a4" providerId="LiveId" clId="{102DBD0E-538E-AC49-8724-CFC1D32FB8F4}" dt="2023-11-02T13:59:10.837" v="274" actId="2696"/>
        <pc:sldMkLst>
          <pc:docMk/>
          <pc:sldMk cId="327931413" sldId="2764"/>
        </pc:sldMkLst>
        <pc:spChg chg="mod">
          <ac:chgData name="Xin Luo" userId="82312ee5779919a4" providerId="LiveId" clId="{102DBD0E-538E-AC49-8724-CFC1D32FB8F4}" dt="2023-11-02T13:52:04.039" v="246" actId="20577"/>
          <ac:spMkLst>
            <pc:docMk/>
            <pc:sldMk cId="327931413" sldId="2764"/>
            <ac:spMk id="7" creationId="{00000000-0000-0000-0000-000000000000}"/>
          </ac:spMkLst>
        </pc:spChg>
      </pc:sldChg>
      <pc:sldChg chg="modSp add mod">
        <pc:chgData name="Xin Luo" userId="82312ee5779919a4" providerId="LiveId" clId="{102DBD0E-538E-AC49-8724-CFC1D32FB8F4}" dt="2023-11-02T15:24:22.734" v="1440" actId="1076"/>
        <pc:sldMkLst>
          <pc:docMk/>
          <pc:sldMk cId="3416711872" sldId="2764"/>
        </pc:sldMkLst>
        <pc:spChg chg="mod">
          <ac:chgData name="Xin Luo" userId="82312ee5779919a4" providerId="LiveId" clId="{102DBD0E-538E-AC49-8724-CFC1D32FB8F4}" dt="2023-11-02T15:24:11.245" v="1435" actId="1076"/>
          <ac:spMkLst>
            <pc:docMk/>
            <pc:sldMk cId="3416711872" sldId="2764"/>
            <ac:spMk id="6" creationId="{30ABD9F5-CE66-7DB6-6C64-A78C15B7A937}"/>
          </ac:spMkLst>
        </pc:spChg>
        <pc:spChg chg="mod">
          <ac:chgData name="Xin Luo" userId="82312ee5779919a4" providerId="LiveId" clId="{102DBD0E-538E-AC49-8724-CFC1D32FB8F4}" dt="2023-11-02T15:24:17.015" v="1438" actId="1076"/>
          <ac:spMkLst>
            <pc:docMk/>
            <pc:sldMk cId="3416711872" sldId="2764"/>
            <ac:spMk id="37" creationId="{D2DBDA54-E356-68AB-DD58-941FC52941D5}"/>
          </ac:spMkLst>
        </pc:spChg>
        <pc:spChg chg="mod">
          <ac:chgData name="Xin Luo" userId="82312ee5779919a4" providerId="LiveId" clId="{102DBD0E-538E-AC49-8724-CFC1D32FB8F4}" dt="2023-11-02T15:24:22.734" v="1440" actId="1076"/>
          <ac:spMkLst>
            <pc:docMk/>
            <pc:sldMk cId="3416711872" sldId="2764"/>
            <ac:spMk id="39" creationId="{902411B9-BAC9-2645-52BD-299BFEBEE7A7}"/>
          </ac:spMkLst>
        </pc:spChg>
      </pc:sldChg>
      <pc:sldChg chg="addSp delSp modSp add mod modNotesTx">
        <pc:chgData name="Xin Luo" userId="82312ee5779919a4" providerId="LiveId" clId="{102DBD0E-538E-AC49-8724-CFC1D32FB8F4}" dt="2023-11-02T15:10:49.038" v="1427" actId="14100"/>
        <pc:sldMkLst>
          <pc:docMk/>
          <pc:sldMk cId="844484593" sldId="2765"/>
        </pc:sldMkLst>
        <pc:spChg chg="mod">
          <ac:chgData name="Xin Luo" userId="82312ee5779919a4" providerId="LiveId" clId="{102DBD0E-538E-AC49-8724-CFC1D32FB8F4}" dt="2023-11-02T14:58:20.414" v="1389" actId="20577"/>
          <ac:spMkLst>
            <pc:docMk/>
            <pc:sldMk cId="844484593" sldId="2765"/>
            <ac:spMk id="5" creationId="{EEE74AC5-C512-72E4-AF39-2F55BECF6D4F}"/>
          </ac:spMkLst>
        </pc:spChg>
        <pc:spChg chg="add del mod">
          <ac:chgData name="Xin Luo" userId="82312ee5779919a4" providerId="LiveId" clId="{102DBD0E-538E-AC49-8724-CFC1D32FB8F4}" dt="2023-11-02T14:57:25.649" v="1368"/>
          <ac:spMkLst>
            <pc:docMk/>
            <pc:sldMk cId="844484593" sldId="2765"/>
            <ac:spMk id="6" creationId="{2CF5B881-A979-9730-D17F-39E24BEE42AB}"/>
          </ac:spMkLst>
        </pc:spChg>
        <pc:spChg chg="add mod">
          <ac:chgData name="Xin Luo" userId="82312ee5779919a4" providerId="LiveId" clId="{102DBD0E-538E-AC49-8724-CFC1D32FB8F4}" dt="2023-11-02T15:10:49.038" v="1427" actId="14100"/>
          <ac:spMkLst>
            <pc:docMk/>
            <pc:sldMk cId="844484593" sldId="2765"/>
            <ac:spMk id="7" creationId="{E28BAADC-F60B-B047-B6EA-E7810598ACE5}"/>
          </ac:spMkLst>
        </pc:spChg>
        <pc:spChg chg="mod">
          <ac:chgData name="Xin Luo" userId="82312ee5779919a4" providerId="LiveId" clId="{102DBD0E-538E-AC49-8724-CFC1D32FB8F4}" dt="2023-11-02T14:49:11.320" v="1354" actId="1076"/>
          <ac:spMkLst>
            <pc:docMk/>
            <pc:sldMk cId="844484593" sldId="2765"/>
            <ac:spMk id="12" creationId="{E213C3BE-3BAD-6CEF-77D0-A9794981A5CA}"/>
          </ac:spMkLst>
        </pc:spChg>
        <pc:picChg chg="add mod">
          <ac:chgData name="Xin Luo" userId="82312ee5779919a4" providerId="LiveId" clId="{102DBD0E-538E-AC49-8724-CFC1D32FB8F4}" dt="2023-11-02T14:55:47.413" v="1365" actId="1076"/>
          <ac:picMkLst>
            <pc:docMk/>
            <pc:sldMk cId="844484593" sldId="2765"/>
            <ac:picMk id="4" creationId="{2BCA08EF-8312-5966-35F6-DFCA292D7FC4}"/>
          </ac:picMkLst>
        </pc:picChg>
        <pc:picChg chg="del">
          <ac:chgData name="Xin Luo" userId="82312ee5779919a4" providerId="LiveId" clId="{102DBD0E-538E-AC49-8724-CFC1D32FB8F4}" dt="2023-11-02T14:49:41.053" v="1355" actId="478"/>
          <ac:picMkLst>
            <pc:docMk/>
            <pc:sldMk cId="844484593" sldId="2765"/>
            <ac:picMk id="8" creationId="{826AADE0-B843-43D8-0BF1-609020841809}"/>
          </ac:picMkLst>
        </pc:picChg>
      </pc:sldChg>
      <pc:sldChg chg="modSp add mod">
        <pc:chgData name="Xin Luo" userId="82312ee5779919a4" providerId="LiveId" clId="{102DBD0E-538E-AC49-8724-CFC1D32FB8F4}" dt="2023-11-02T15:24:53.133" v="1456" actId="20577"/>
        <pc:sldMkLst>
          <pc:docMk/>
          <pc:sldMk cId="3871216750" sldId="2766"/>
        </pc:sldMkLst>
        <pc:spChg chg="mod">
          <ac:chgData name="Xin Luo" userId="82312ee5779919a4" providerId="LiveId" clId="{102DBD0E-538E-AC49-8724-CFC1D32FB8F4}" dt="2023-11-02T15:24:53.133" v="1456" actId="20577"/>
          <ac:spMkLst>
            <pc:docMk/>
            <pc:sldMk cId="3871216750" sldId="2766"/>
            <ac:spMk id="7" creationId="{00000000-0000-0000-0000-000000000000}"/>
          </ac:spMkLst>
        </pc:spChg>
      </pc:sldChg>
    </pc:docChg>
  </pc:docChgLst>
  <pc:docChgLst>
    <pc:chgData name="Xin Luo" userId="82312ee5779919a4" providerId="LiveId" clId="{57D09FE4-BEBB-7042-8CD8-840F82555E1A}"/>
    <pc:docChg chg="custSel addSld modSld sldOrd">
      <pc:chgData name="Xin Luo" userId="82312ee5779919a4" providerId="LiveId" clId="{57D09FE4-BEBB-7042-8CD8-840F82555E1A}" dt="2023-11-04T10:41:03.005" v="589" actId="1036"/>
      <pc:docMkLst>
        <pc:docMk/>
      </pc:docMkLst>
      <pc:sldChg chg="addSp modSp mod">
        <pc:chgData name="Xin Luo" userId="82312ee5779919a4" providerId="LiveId" clId="{57D09FE4-BEBB-7042-8CD8-840F82555E1A}" dt="2023-11-04T09:38:15.492" v="227" actId="20577"/>
        <pc:sldMkLst>
          <pc:docMk/>
          <pc:sldMk cId="1576120367" sldId="2387"/>
        </pc:sldMkLst>
        <pc:spChg chg="mod">
          <ac:chgData name="Xin Luo" userId="82312ee5779919a4" providerId="LiveId" clId="{57D09FE4-BEBB-7042-8CD8-840F82555E1A}" dt="2023-11-04T09:35:46.658" v="207" actId="20577"/>
          <ac:spMkLst>
            <pc:docMk/>
            <pc:sldMk cId="1576120367" sldId="2387"/>
            <ac:spMk id="7" creationId="{7946C16E-1FE6-2818-5482-2818A37EA28F}"/>
          </ac:spMkLst>
        </pc:spChg>
        <pc:spChg chg="mod">
          <ac:chgData name="Xin Luo" userId="82312ee5779919a4" providerId="LiveId" clId="{57D09FE4-BEBB-7042-8CD8-840F82555E1A}" dt="2023-11-04T09:38:15.492" v="227" actId="20577"/>
          <ac:spMkLst>
            <pc:docMk/>
            <pc:sldMk cId="1576120367" sldId="2387"/>
            <ac:spMk id="8" creationId="{C5A97136-5655-53B3-58DB-3B7DC71E8D86}"/>
          </ac:spMkLst>
        </pc:spChg>
        <pc:grpChg chg="mod">
          <ac:chgData name="Xin Luo" userId="82312ee5779919a4" providerId="LiveId" clId="{57D09FE4-BEBB-7042-8CD8-840F82555E1A}" dt="2023-11-04T09:38:01.018" v="213" actId="1035"/>
          <ac:grpSpMkLst>
            <pc:docMk/>
            <pc:sldMk cId="1576120367" sldId="2387"/>
            <ac:grpSpMk id="2" creationId="{1818EBCB-380D-926A-5B23-181F7E7C8ECD}"/>
          </ac:grpSpMkLst>
        </pc:grpChg>
        <pc:grpChg chg="add mod">
          <ac:chgData name="Xin Luo" userId="82312ee5779919a4" providerId="LiveId" clId="{57D09FE4-BEBB-7042-8CD8-840F82555E1A}" dt="2023-11-04T09:35:37.575" v="192" actId="1035"/>
          <ac:grpSpMkLst>
            <pc:docMk/>
            <pc:sldMk cId="1576120367" sldId="2387"/>
            <ac:grpSpMk id="3" creationId="{E73BC833-B5F4-9F13-25BD-D4461FFF17E6}"/>
          </ac:grpSpMkLst>
        </pc:grpChg>
        <pc:grpChg chg="mod">
          <ac:chgData name="Xin Luo" userId="82312ee5779919a4" providerId="LiveId" clId="{57D09FE4-BEBB-7042-8CD8-840F82555E1A}" dt="2023-11-04T09:35:42.916" v="202" actId="1036"/>
          <ac:grpSpMkLst>
            <pc:docMk/>
            <pc:sldMk cId="1576120367" sldId="2387"/>
            <ac:grpSpMk id="18" creationId="{96FB7E62-B9C8-B5B3-ED4D-2B48DF771118}"/>
          </ac:grpSpMkLst>
        </pc:grpChg>
      </pc:sldChg>
      <pc:sldChg chg="modSp mod">
        <pc:chgData name="Xin Luo" userId="82312ee5779919a4" providerId="LiveId" clId="{57D09FE4-BEBB-7042-8CD8-840F82555E1A}" dt="2023-11-03T10:20:35.134" v="164" actId="14100"/>
        <pc:sldMkLst>
          <pc:docMk/>
          <pc:sldMk cId="2743960499" sldId="2757"/>
        </pc:sldMkLst>
        <pc:spChg chg="mod">
          <ac:chgData name="Xin Luo" userId="82312ee5779919a4" providerId="LiveId" clId="{57D09FE4-BEBB-7042-8CD8-840F82555E1A}" dt="2023-11-03T10:20:35.134" v="164" actId="14100"/>
          <ac:spMkLst>
            <pc:docMk/>
            <pc:sldMk cId="2743960499" sldId="2757"/>
            <ac:spMk id="18" creationId="{4FCA9F66-5BEA-B0DF-5C31-FA90901E3E90}"/>
          </ac:spMkLst>
        </pc:spChg>
      </pc:sldChg>
      <pc:sldChg chg="modSp mod">
        <pc:chgData name="Xin Luo" userId="82312ee5779919a4" providerId="LiveId" clId="{57D09FE4-BEBB-7042-8CD8-840F82555E1A}" dt="2023-11-04T10:21:09.791" v="319" actId="1076"/>
        <pc:sldMkLst>
          <pc:docMk/>
          <pc:sldMk cId="899117486" sldId="2758"/>
        </pc:sldMkLst>
        <pc:grpChg chg="mod">
          <ac:chgData name="Xin Luo" userId="82312ee5779919a4" providerId="LiveId" clId="{57D09FE4-BEBB-7042-8CD8-840F82555E1A}" dt="2023-11-04T10:21:09.791" v="319" actId="1076"/>
          <ac:grpSpMkLst>
            <pc:docMk/>
            <pc:sldMk cId="899117486" sldId="2758"/>
            <ac:grpSpMk id="137" creationId="{8E122FC7-747B-6A1F-32FF-735EADDB7DD6}"/>
          </ac:grpSpMkLst>
        </pc:grpChg>
      </pc:sldChg>
      <pc:sldChg chg="addSp delSp modSp mod ord">
        <pc:chgData name="Xin Luo" userId="82312ee5779919a4" providerId="LiveId" clId="{57D09FE4-BEBB-7042-8CD8-840F82555E1A}" dt="2023-11-03T01:35:33.958" v="163" actId="1076"/>
        <pc:sldMkLst>
          <pc:docMk/>
          <pc:sldMk cId="1756138031" sldId="2760"/>
        </pc:sldMkLst>
        <pc:spChg chg="add mod">
          <ac:chgData name="Xin Luo" userId="82312ee5779919a4" providerId="LiveId" clId="{57D09FE4-BEBB-7042-8CD8-840F82555E1A}" dt="2023-11-03T01:29:13.720" v="114" actId="20577"/>
          <ac:spMkLst>
            <pc:docMk/>
            <pc:sldMk cId="1756138031" sldId="2760"/>
            <ac:spMk id="6" creationId="{2436439B-2952-E5CC-EA9D-96D0D03B6CC8}"/>
          </ac:spMkLst>
        </pc:spChg>
        <pc:spChg chg="mod">
          <ac:chgData name="Xin Luo" userId="82312ee5779919a4" providerId="LiveId" clId="{57D09FE4-BEBB-7042-8CD8-840F82555E1A}" dt="2023-11-03T01:28:18.479" v="77" actId="1038"/>
          <ac:spMkLst>
            <pc:docMk/>
            <pc:sldMk cId="1756138031" sldId="2760"/>
            <ac:spMk id="34" creationId="{4C25A726-EBA5-8CFD-8030-F41A26319B18}"/>
          </ac:spMkLst>
        </pc:spChg>
        <pc:spChg chg="del">
          <ac:chgData name="Xin Luo" userId="82312ee5779919a4" providerId="LiveId" clId="{57D09FE4-BEBB-7042-8CD8-840F82555E1A}" dt="2023-11-03T01:27:40.942" v="61" actId="478"/>
          <ac:spMkLst>
            <pc:docMk/>
            <pc:sldMk cId="1756138031" sldId="2760"/>
            <ac:spMk id="38" creationId="{92DE9834-2334-6221-9CC1-FB7D2D1C3FBD}"/>
          </ac:spMkLst>
        </pc:spChg>
        <pc:spChg chg="del">
          <ac:chgData name="Xin Luo" userId="82312ee5779919a4" providerId="LiveId" clId="{57D09FE4-BEBB-7042-8CD8-840F82555E1A}" dt="2023-11-03T01:27:53.348" v="63" actId="478"/>
          <ac:spMkLst>
            <pc:docMk/>
            <pc:sldMk cId="1756138031" sldId="2760"/>
            <ac:spMk id="39" creationId="{F7414AFB-64D6-052D-0272-8B205A6AD15E}"/>
          </ac:spMkLst>
        </pc:spChg>
        <pc:spChg chg="del">
          <ac:chgData name="Xin Luo" userId="82312ee5779919a4" providerId="LiveId" clId="{57D09FE4-BEBB-7042-8CD8-840F82555E1A}" dt="2023-11-03T01:27:37.464" v="60" actId="478"/>
          <ac:spMkLst>
            <pc:docMk/>
            <pc:sldMk cId="1756138031" sldId="2760"/>
            <ac:spMk id="41" creationId="{6F0FCEA5-172B-A211-2E39-717647986D71}"/>
          </ac:spMkLst>
        </pc:spChg>
        <pc:spChg chg="mod">
          <ac:chgData name="Xin Luo" userId="82312ee5779919a4" providerId="LiveId" clId="{57D09FE4-BEBB-7042-8CD8-840F82555E1A}" dt="2023-11-03T01:35:33.958" v="163" actId="1076"/>
          <ac:spMkLst>
            <pc:docMk/>
            <pc:sldMk cId="1756138031" sldId="2760"/>
            <ac:spMk id="50" creationId="{934AE4FC-2EDD-5507-D501-C63C6A068167}"/>
          </ac:spMkLst>
        </pc:spChg>
        <pc:spChg chg="mod">
          <ac:chgData name="Xin Luo" userId="82312ee5779919a4" providerId="LiveId" clId="{57D09FE4-BEBB-7042-8CD8-840F82555E1A}" dt="2023-11-03T01:35:04.475" v="159" actId="1036"/>
          <ac:spMkLst>
            <pc:docMk/>
            <pc:sldMk cId="1756138031" sldId="2760"/>
            <ac:spMk id="53" creationId="{7F212C84-8453-9A2C-5CB9-D2D81DE3653C}"/>
          </ac:spMkLst>
        </pc:spChg>
        <pc:spChg chg="mod">
          <ac:chgData name="Xin Luo" userId="82312ee5779919a4" providerId="LiveId" clId="{57D09FE4-BEBB-7042-8CD8-840F82555E1A}" dt="2023-11-03T01:27:27.622" v="59" actId="20577"/>
          <ac:spMkLst>
            <pc:docMk/>
            <pc:sldMk cId="1756138031" sldId="2760"/>
            <ac:spMk id="54" creationId="{FFE79D8B-F011-1634-7461-9638BA0BE67E}"/>
          </ac:spMkLst>
        </pc:spChg>
        <pc:spChg chg="mod">
          <ac:chgData name="Xin Luo" userId="82312ee5779919a4" providerId="LiveId" clId="{57D09FE4-BEBB-7042-8CD8-840F82555E1A}" dt="2023-11-03T01:29:21.117" v="137" actId="1037"/>
          <ac:spMkLst>
            <pc:docMk/>
            <pc:sldMk cId="1756138031" sldId="2760"/>
            <ac:spMk id="55" creationId="{43F2A2D1-E4DA-DF17-9F75-AC721CFFB6E3}"/>
          </ac:spMkLst>
        </pc:spChg>
        <pc:spChg chg="mod">
          <ac:chgData name="Xin Luo" userId="82312ee5779919a4" providerId="LiveId" clId="{57D09FE4-BEBB-7042-8CD8-840F82555E1A}" dt="2023-11-03T01:35:00.401" v="154" actId="1035"/>
          <ac:spMkLst>
            <pc:docMk/>
            <pc:sldMk cId="1756138031" sldId="2760"/>
            <ac:spMk id="58" creationId="{1F48810A-F4E4-3503-A7C9-CCC6B2D391C1}"/>
          </ac:spMkLst>
        </pc:spChg>
        <pc:grpChg chg="mod">
          <ac:chgData name="Xin Luo" userId="82312ee5779919a4" providerId="LiveId" clId="{57D09FE4-BEBB-7042-8CD8-840F82555E1A}" dt="2023-11-03T01:27:27.622" v="59" actId="20577"/>
          <ac:grpSpMkLst>
            <pc:docMk/>
            <pc:sldMk cId="1756138031" sldId="2760"/>
            <ac:grpSpMk id="59" creationId="{CB2E03D9-8194-BF51-9AD0-193A6112FC74}"/>
          </ac:grpSpMkLst>
        </pc:grpChg>
        <pc:cxnChg chg="mod">
          <ac:chgData name="Xin Luo" userId="82312ee5779919a4" providerId="LiveId" clId="{57D09FE4-BEBB-7042-8CD8-840F82555E1A}" dt="2023-11-03T01:28:04.758" v="65" actId="14100"/>
          <ac:cxnSpMkLst>
            <pc:docMk/>
            <pc:sldMk cId="1756138031" sldId="2760"/>
            <ac:cxnSpMk id="32" creationId="{33347CCF-2595-6233-309A-B30517A92523}"/>
          </ac:cxnSpMkLst>
        </pc:cxnChg>
        <pc:cxnChg chg="del">
          <ac:chgData name="Xin Luo" userId="82312ee5779919a4" providerId="LiveId" clId="{57D09FE4-BEBB-7042-8CD8-840F82555E1A}" dt="2023-11-03T01:27:50.539" v="62" actId="478"/>
          <ac:cxnSpMkLst>
            <pc:docMk/>
            <pc:sldMk cId="1756138031" sldId="2760"/>
            <ac:cxnSpMk id="40" creationId="{2F264973-4A88-74F7-03C2-73736D4084FF}"/>
          </ac:cxnSpMkLst>
        </pc:cxnChg>
        <pc:cxnChg chg="mod">
          <ac:chgData name="Xin Luo" userId="82312ee5779919a4" providerId="LiveId" clId="{57D09FE4-BEBB-7042-8CD8-840F82555E1A}" dt="2023-11-03T01:35:09.290" v="160" actId="14100"/>
          <ac:cxnSpMkLst>
            <pc:docMk/>
            <pc:sldMk cId="1756138031" sldId="2760"/>
            <ac:cxnSpMk id="57" creationId="{574EDAAC-D84D-F616-CE8D-C18C96207A06}"/>
          </ac:cxnSpMkLst>
        </pc:cxnChg>
      </pc:sldChg>
      <pc:sldChg chg="modSp mod">
        <pc:chgData name="Xin Luo" userId="82312ee5779919a4" providerId="LiveId" clId="{57D09FE4-BEBB-7042-8CD8-840F82555E1A}" dt="2023-11-04T09:35:02.832" v="170" actId="20577"/>
        <pc:sldMkLst>
          <pc:docMk/>
          <pc:sldMk cId="2241021106" sldId="2763"/>
        </pc:sldMkLst>
        <pc:spChg chg="mod">
          <ac:chgData name="Xin Luo" userId="82312ee5779919a4" providerId="LiveId" clId="{57D09FE4-BEBB-7042-8CD8-840F82555E1A}" dt="2023-11-04T09:35:02.832" v="170" actId="20577"/>
          <ac:spMkLst>
            <pc:docMk/>
            <pc:sldMk cId="2241021106" sldId="2763"/>
            <ac:spMk id="24" creationId="{00000000-0000-0000-0000-000000000000}"/>
          </ac:spMkLst>
        </pc:spChg>
      </pc:sldChg>
      <pc:sldChg chg="addSp modSp mod">
        <pc:chgData name="Xin Luo" userId="82312ee5779919a4" providerId="LiveId" clId="{57D09FE4-BEBB-7042-8CD8-840F82555E1A}" dt="2023-11-03T01:07:51.978" v="57" actId="20577"/>
        <pc:sldMkLst>
          <pc:docMk/>
          <pc:sldMk cId="3416711872" sldId="2764"/>
        </pc:sldMkLst>
        <pc:spChg chg="add mod">
          <ac:chgData name="Xin Luo" userId="82312ee5779919a4" providerId="LiveId" clId="{57D09FE4-BEBB-7042-8CD8-840F82555E1A}" dt="2023-11-03T01:07:51.978" v="57" actId="20577"/>
          <ac:spMkLst>
            <pc:docMk/>
            <pc:sldMk cId="3416711872" sldId="2764"/>
            <ac:spMk id="4" creationId="{0EA38AF0-8EBC-A252-C01A-2AAEACE4C5C3}"/>
          </ac:spMkLst>
        </pc:spChg>
        <pc:spChg chg="mod">
          <ac:chgData name="Xin Luo" userId="82312ee5779919a4" providerId="LiveId" clId="{57D09FE4-BEBB-7042-8CD8-840F82555E1A}" dt="2023-11-03T01:07:45.516" v="34" actId="1035"/>
          <ac:spMkLst>
            <pc:docMk/>
            <pc:sldMk cId="3416711872" sldId="2764"/>
            <ac:spMk id="39" creationId="{902411B9-BAC9-2645-52BD-299BFEBEE7A7}"/>
          </ac:spMkLst>
        </pc:spChg>
      </pc:sldChg>
      <pc:sldChg chg="modSp add mod">
        <pc:chgData name="Xin Luo" userId="82312ee5779919a4" providerId="LiveId" clId="{57D09FE4-BEBB-7042-8CD8-840F82555E1A}" dt="2023-11-04T09:38:44.180" v="240" actId="20577"/>
        <pc:sldMkLst>
          <pc:docMk/>
          <pc:sldMk cId="3453341958" sldId="2767"/>
        </pc:sldMkLst>
        <pc:spChg chg="mod">
          <ac:chgData name="Xin Luo" userId="82312ee5779919a4" providerId="LiveId" clId="{57D09FE4-BEBB-7042-8CD8-840F82555E1A}" dt="2023-11-04T09:38:44.180" v="240" actId="20577"/>
          <ac:spMkLst>
            <pc:docMk/>
            <pc:sldMk cId="3453341958" sldId="2767"/>
            <ac:spMk id="7" creationId="{00000000-0000-0000-0000-000000000000}"/>
          </ac:spMkLst>
        </pc:spChg>
      </pc:sldChg>
      <pc:sldChg chg="add">
        <pc:chgData name="Xin Luo" userId="82312ee5779919a4" providerId="LiveId" clId="{57D09FE4-BEBB-7042-8CD8-840F82555E1A}" dt="2023-11-04T09:39:02.500" v="241"/>
        <pc:sldMkLst>
          <pc:docMk/>
          <pc:sldMk cId="1242581188" sldId="2768"/>
        </pc:sldMkLst>
      </pc:sldChg>
      <pc:sldChg chg="add">
        <pc:chgData name="Xin Luo" userId="82312ee5779919a4" providerId="LiveId" clId="{57D09FE4-BEBB-7042-8CD8-840F82555E1A}" dt="2023-11-04T09:39:02.500" v="241"/>
        <pc:sldMkLst>
          <pc:docMk/>
          <pc:sldMk cId="3557511794" sldId="2769"/>
        </pc:sldMkLst>
      </pc:sldChg>
      <pc:sldChg chg="add">
        <pc:chgData name="Xin Luo" userId="82312ee5779919a4" providerId="LiveId" clId="{57D09FE4-BEBB-7042-8CD8-840F82555E1A}" dt="2023-11-04T09:39:02.500" v="241"/>
        <pc:sldMkLst>
          <pc:docMk/>
          <pc:sldMk cId="2688037546" sldId="2770"/>
        </pc:sldMkLst>
      </pc:sldChg>
      <pc:sldChg chg="addSp delSp modSp add mod">
        <pc:chgData name="Xin Luo" userId="82312ee5779919a4" providerId="LiveId" clId="{57D09FE4-BEBB-7042-8CD8-840F82555E1A}" dt="2023-11-04T10:41:03.005" v="589" actId="1036"/>
        <pc:sldMkLst>
          <pc:docMk/>
          <pc:sldMk cId="3723264012" sldId="2771"/>
        </pc:sldMkLst>
        <pc:spChg chg="mod">
          <ac:chgData name="Xin Luo" userId="82312ee5779919a4" providerId="LiveId" clId="{57D09FE4-BEBB-7042-8CD8-840F82555E1A}" dt="2023-11-04T10:40:55.642" v="579" actId="1035"/>
          <ac:spMkLst>
            <pc:docMk/>
            <pc:sldMk cId="3723264012" sldId="2771"/>
            <ac:spMk id="4" creationId="{814FF4E1-B17F-D4F8-E834-173BA3B0D059}"/>
          </ac:spMkLst>
        </pc:spChg>
        <pc:spChg chg="mod">
          <ac:chgData name="Xin Luo" userId="82312ee5779919a4" providerId="LiveId" clId="{57D09FE4-BEBB-7042-8CD8-840F82555E1A}" dt="2023-11-04T10:40:58.505" v="582" actId="1035"/>
          <ac:spMkLst>
            <pc:docMk/>
            <pc:sldMk cId="3723264012" sldId="2771"/>
            <ac:spMk id="6" creationId="{10943A92-9E22-44EA-2939-C64F8E264329}"/>
          </ac:spMkLst>
        </pc:spChg>
        <pc:spChg chg="del mod topLvl">
          <ac:chgData name="Xin Luo" userId="82312ee5779919a4" providerId="LiveId" clId="{57D09FE4-BEBB-7042-8CD8-840F82555E1A}" dt="2023-11-04T10:21:29.693" v="323" actId="478"/>
          <ac:spMkLst>
            <pc:docMk/>
            <pc:sldMk cId="3723264012" sldId="2771"/>
            <ac:spMk id="13" creationId="{2445F3BF-73E4-6165-7C85-B65BD8FAD6DB}"/>
          </ac:spMkLst>
        </pc:spChg>
        <pc:spChg chg="del mod topLvl">
          <ac:chgData name="Xin Luo" userId="82312ee5779919a4" providerId="LiveId" clId="{57D09FE4-BEBB-7042-8CD8-840F82555E1A}" dt="2023-11-04T10:21:29.693" v="323" actId="478"/>
          <ac:spMkLst>
            <pc:docMk/>
            <pc:sldMk cId="3723264012" sldId="2771"/>
            <ac:spMk id="14" creationId="{A0AEA262-03C1-7B4A-102F-FA31909639B3}"/>
          </ac:spMkLst>
        </pc:spChg>
        <pc:spChg chg="del mod topLvl">
          <ac:chgData name="Xin Luo" userId="82312ee5779919a4" providerId="LiveId" clId="{57D09FE4-BEBB-7042-8CD8-840F82555E1A}" dt="2023-11-04T10:21:29.693" v="323" actId="478"/>
          <ac:spMkLst>
            <pc:docMk/>
            <pc:sldMk cId="3723264012" sldId="2771"/>
            <ac:spMk id="15" creationId="{35A4429A-3718-A903-F676-D854FABA2CC5}"/>
          </ac:spMkLst>
        </pc:spChg>
        <pc:spChg chg="del mod topLvl">
          <ac:chgData name="Xin Luo" userId="82312ee5779919a4" providerId="LiveId" clId="{57D09FE4-BEBB-7042-8CD8-840F82555E1A}" dt="2023-11-04T10:21:29.693" v="323" actId="478"/>
          <ac:spMkLst>
            <pc:docMk/>
            <pc:sldMk cId="3723264012" sldId="2771"/>
            <ac:spMk id="16" creationId="{3D80EB52-283C-9799-734C-02323F1E6E9A}"/>
          </ac:spMkLst>
        </pc:spChg>
        <pc:spChg chg="del mod topLvl">
          <ac:chgData name="Xin Luo" userId="82312ee5779919a4" providerId="LiveId" clId="{57D09FE4-BEBB-7042-8CD8-840F82555E1A}" dt="2023-11-04T10:21:29.693" v="323" actId="478"/>
          <ac:spMkLst>
            <pc:docMk/>
            <pc:sldMk cId="3723264012" sldId="2771"/>
            <ac:spMk id="17" creationId="{E11C7306-B4F5-2BD4-B33D-26984FC08245}"/>
          </ac:spMkLst>
        </pc:spChg>
        <pc:spChg chg="mod topLvl">
          <ac:chgData name="Xin Luo" userId="82312ee5779919a4" providerId="LiveId" clId="{57D09FE4-BEBB-7042-8CD8-840F82555E1A}" dt="2023-11-04T10:21:47.277" v="330" actId="1076"/>
          <ac:spMkLst>
            <pc:docMk/>
            <pc:sldMk cId="3723264012" sldId="2771"/>
            <ac:spMk id="19" creationId="{4CE0E9A9-8770-390F-B578-BF2B87B53FCA}"/>
          </ac:spMkLst>
        </pc:spChg>
        <pc:spChg chg="mod topLvl">
          <ac:chgData name="Xin Luo" userId="82312ee5779919a4" providerId="LiveId" clId="{57D09FE4-BEBB-7042-8CD8-840F82555E1A}" dt="2023-11-04T10:21:47.277" v="330" actId="1076"/>
          <ac:spMkLst>
            <pc:docMk/>
            <pc:sldMk cId="3723264012" sldId="2771"/>
            <ac:spMk id="25" creationId="{298AD9F8-069E-3F04-E129-B40F4F92F833}"/>
          </ac:spMkLst>
        </pc:spChg>
        <pc:spChg chg="mod topLvl">
          <ac:chgData name="Xin Luo" userId="82312ee5779919a4" providerId="LiveId" clId="{57D09FE4-BEBB-7042-8CD8-840F82555E1A}" dt="2023-11-04T10:21:47.277" v="330" actId="1076"/>
          <ac:spMkLst>
            <pc:docMk/>
            <pc:sldMk cId="3723264012" sldId="2771"/>
            <ac:spMk id="26" creationId="{97840AE8-A4B2-7672-CFE4-BEFDFE970A62}"/>
          </ac:spMkLst>
        </pc:spChg>
        <pc:spChg chg="mod topLvl">
          <ac:chgData name="Xin Luo" userId="82312ee5779919a4" providerId="LiveId" clId="{57D09FE4-BEBB-7042-8CD8-840F82555E1A}" dt="2023-11-04T10:21:47.277" v="330" actId="1076"/>
          <ac:spMkLst>
            <pc:docMk/>
            <pc:sldMk cId="3723264012" sldId="2771"/>
            <ac:spMk id="27" creationId="{A5961B92-A8C5-99E5-C29C-09D6798E0DF1}"/>
          </ac:spMkLst>
        </pc:spChg>
        <pc:spChg chg="mod topLvl">
          <ac:chgData name="Xin Luo" userId="82312ee5779919a4" providerId="LiveId" clId="{57D09FE4-BEBB-7042-8CD8-840F82555E1A}" dt="2023-11-04T10:21:47.277" v="330" actId="1076"/>
          <ac:spMkLst>
            <pc:docMk/>
            <pc:sldMk cId="3723264012" sldId="2771"/>
            <ac:spMk id="28" creationId="{49EDD622-A901-4AA7-E705-48C9CA5F86A7}"/>
          </ac:spMkLst>
        </pc:spChg>
        <pc:spChg chg="mod topLvl">
          <ac:chgData name="Xin Luo" userId="82312ee5779919a4" providerId="LiveId" clId="{57D09FE4-BEBB-7042-8CD8-840F82555E1A}" dt="2023-11-04T10:21:47.277" v="330" actId="1076"/>
          <ac:spMkLst>
            <pc:docMk/>
            <pc:sldMk cId="3723264012" sldId="2771"/>
            <ac:spMk id="29" creationId="{0FD6FEE5-D651-54C2-0E24-9C5FC008DD86}"/>
          </ac:spMkLst>
        </pc:spChg>
        <pc:spChg chg="mod">
          <ac:chgData name="Xin Luo" userId="82312ee5779919a4" providerId="LiveId" clId="{57D09FE4-BEBB-7042-8CD8-840F82555E1A}" dt="2023-11-04T10:21:20.274" v="321"/>
          <ac:spMkLst>
            <pc:docMk/>
            <pc:sldMk cId="3723264012" sldId="2771"/>
            <ac:spMk id="32" creationId="{4BE910E4-DAC9-DF9C-8186-C6AE3A5DDF2C}"/>
          </ac:spMkLst>
        </pc:spChg>
        <pc:spChg chg="mod">
          <ac:chgData name="Xin Luo" userId="82312ee5779919a4" providerId="LiveId" clId="{57D09FE4-BEBB-7042-8CD8-840F82555E1A}" dt="2023-11-04T10:21:20.274" v="321"/>
          <ac:spMkLst>
            <pc:docMk/>
            <pc:sldMk cId="3723264012" sldId="2771"/>
            <ac:spMk id="33" creationId="{2674A485-BE5F-824A-026C-3A6EF39EC28A}"/>
          </ac:spMkLst>
        </pc:spChg>
        <pc:spChg chg="mod">
          <ac:chgData name="Xin Luo" userId="82312ee5779919a4" providerId="LiveId" clId="{57D09FE4-BEBB-7042-8CD8-840F82555E1A}" dt="2023-11-04T10:28:03.041" v="440" actId="1037"/>
          <ac:spMkLst>
            <pc:docMk/>
            <pc:sldMk cId="3723264012" sldId="2771"/>
            <ac:spMk id="34" creationId="{2E477DCA-CA04-807A-F0B2-4823346280EC}"/>
          </ac:spMkLst>
        </pc:spChg>
        <pc:spChg chg="mod">
          <ac:chgData name="Xin Luo" userId="82312ee5779919a4" providerId="LiveId" clId="{57D09FE4-BEBB-7042-8CD8-840F82555E1A}" dt="2023-11-04T10:21:20.274" v="321"/>
          <ac:spMkLst>
            <pc:docMk/>
            <pc:sldMk cId="3723264012" sldId="2771"/>
            <ac:spMk id="35" creationId="{5AEFBD3D-7AE8-AD2D-4A4B-6C58FF3D3244}"/>
          </ac:spMkLst>
        </pc:spChg>
        <pc:spChg chg="mod">
          <ac:chgData name="Xin Luo" userId="82312ee5779919a4" providerId="LiveId" clId="{57D09FE4-BEBB-7042-8CD8-840F82555E1A}" dt="2023-11-04T10:21:20.274" v="321"/>
          <ac:spMkLst>
            <pc:docMk/>
            <pc:sldMk cId="3723264012" sldId="2771"/>
            <ac:spMk id="36" creationId="{71C02F0D-933D-0CEF-099C-1C0CD5632683}"/>
          </ac:spMkLst>
        </pc:spChg>
        <pc:spChg chg="mod">
          <ac:chgData name="Xin Luo" userId="82312ee5779919a4" providerId="LiveId" clId="{57D09FE4-BEBB-7042-8CD8-840F82555E1A}" dt="2023-11-04T10:21:20.274" v="321"/>
          <ac:spMkLst>
            <pc:docMk/>
            <pc:sldMk cId="3723264012" sldId="2771"/>
            <ac:spMk id="37" creationId="{66E65D1E-F8B6-6FC7-E779-A0F21E18F316}"/>
          </ac:spMkLst>
        </pc:spChg>
        <pc:spChg chg="mod">
          <ac:chgData name="Xin Luo" userId="82312ee5779919a4" providerId="LiveId" clId="{57D09FE4-BEBB-7042-8CD8-840F82555E1A}" dt="2023-11-04T10:21:20.274" v="321"/>
          <ac:spMkLst>
            <pc:docMk/>
            <pc:sldMk cId="3723264012" sldId="2771"/>
            <ac:spMk id="38" creationId="{14959FFA-9B5B-37D7-010E-201D07CEA703}"/>
          </ac:spMkLst>
        </pc:spChg>
        <pc:spChg chg="mod">
          <ac:chgData name="Xin Luo" userId="82312ee5779919a4" providerId="LiveId" clId="{57D09FE4-BEBB-7042-8CD8-840F82555E1A}" dt="2023-11-04T10:21:20.274" v="321"/>
          <ac:spMkLst>
            <pc:docMk/>
            <pc:sldMk cId="3723264012" sldId="2771"/>
            <ac:spMk id="39" creationId="{3D8E76AE-DCC5-CDCD-480A-E3C0AE00D587}"/>
          </ac:spMkLst>
        </pc:spChg>
        <pc:spChg chg="mod">
          <ac:chgData name="Xin Luo" userId="82312ee5779919a4" providerId="LiveId" clId="{57D09FE4-BEBB-7042-8CD8-840F82555E1A}" dt="2023-11-04T10:21:20.274" v="321"/>
          <ac:spMkLst>
            <pc:docMk/>
            <pc:sldMk cId="3723264012" sldId="2771"/>
            <ac:spMk id="43" creationId="{E4935190-6EA6-12A1-15B1-DD953C16E635}"/>
          </ac:spMkLst>
        </pc:spChg>
        <pc:spChg chg="mod">
          <ac:chgData name="Xin Luo" userId="82312ee5779919a4" providerId="LiveId" clId="{57D09FE4-BEBB-7042-8CD8-840F82555E1A}" dt="2023-11-04T10:21:20.274" v="321"/>
          <ac:spMkLst>
            <pc:docMk/>
            <pc:sldMk cId="3723264012" sldId="2771"/>
            <ac:spMk id="47" creationId="{771CDABC-0F31-4482-909F-EA0504A558C2}"/>
          </ac:spMkLst>
        </pc:spChg>
        <pc:spChg chg="mod">
          <ac:chgData name="Xin Luo" userId="82312ee5779919a4" providerId="LiveId" clId="{57D09FE4-BEBB-7042-8CD8-840F82555E1A}" dt="2023-11-04T10:21:20.274" v="321"/>
          <ac:spMkLst>
            <pc:docMk/>
            <pc:sldMk cId="3723264012" sldId="2771"/>
            <ac:spMk id="51" creationId="{D0EA4DDB-495C-AC38-ACC0-F2DE4B18079F}"/>
          </ac:spMkLst>
        </pc:spChg>
        <pc:spChg chg="mod">
          <ac:chgData name="Xin Luo" userId="82312ee5779919a4" providerId="LiveId" clId="{57D09FE4-BEBB-7042-8CD8-840F82555E1A}" dt="2023-11-04T10:21:20.274" v="321"/>
          <ac:spMkLst>
            <pc:docMk/>
            <pc:sldMk cId="3723264012" sldId="2771"/>
            <ac:spMk id="55" creationId="{53642B45-C05D-3099-3E00-3995E2621A35}"/>
          </ac:spMkLst>
        </pc:spChg>
        <pc:spChg chg="mod">
          <ac:chgData name="Xin Luo" userId="82312ee5779919a4" providerId="LiveId" clId="{57D09FE4-BEBB-7042-8CD8-840F82555E1A}" dt="2023-11-04T10:21:20.274" v="321"/>
          <ac:spMkLst>
            <pc:docMk/>
            <pc:sldMk cId="3723264012" sldId="2771"/>
            <ac:spMk id="59" creationId="{048F20BC-CFE4-5DC7-2782-B1E8A82DC94B}"/>
          </ac:spMkLst>
        </pc:spChg>
        <pc:spChg chg="mod">
          <ac:chgData name="Xin Luo" userId="82312ee5779919a4" providerId="LiveId" clId="{57D09FE4-BEBB-7042-8CD8-840F82555E1A}" dt="2023-11-04T10:22:24.471" v="338"/>
          <ac:spMkLst>
            <pc:docMk/>
            <pc:sldMk cId="3723264012" sldId="2771"/>
            <ac:spMk id="68" creationId="{4EA60DB1-693E-3C0E-51B1-3CEB9BBC0AA1}"/>
          </ac:spMkLst>
        </pc:spChg>
        <pc:spChg chg="mod">
          <ac:chgData name="Xin Luo" userId="82312ee5779919a4" providerId="LiveId" clId="{57D09FE4-BEBB-7042-8CD8-840F82555E1A}" dt="2023-11-04T10:22:24.471" v="338"/>
          <ac:spMkLst>
            <pc:docMk/>
            <pc:sldMk cId="3723264012" sldId="2771"/>
            <ac:spMk id="69" creationId="{6AF8BFA5-84C0-A475-359F-3F9796D8955F}"/>
          </ac:spMkLst>
        </pc:spChg>
        <pc:spChg chg="mod">
          <ac:chgData name="Xin Luo" userId="82312ee5779919a4" providerId="LiveId" clId="{57D09FE4-BEBB-7042-8CD8-840F82555E1A}" dt="2023-11-04T10:22:24.471" v="338"/>
          <ac:spMkLst>
            <pc:docMk/>
            <pc:sldMk cId="3723264012" sldId="2771"/>
            <ac:spMk id="70" creationId="{0DCACFB5-F622-D442-A1FD-2C525E92C39D}"/>
          </ac:spMkLst>
        </pc:spChg>
        <pc:spChg chg="mod">
          <ac:chgData name="Xin Luo" userId="82312ee5779919a4" providerId="LiveId" clId="{57D09FE4-BEBB-7042-8CD8-840F82555E1A}" dt="2023-11-04T10:22:24.471" v="338"/>
          <ac:spMkLst>
            <pc:docMk/>
            <pc:sldMk cId="3723264012" sldId="2771"/>
            <ac:spMk id="71" creationId="{95B54B4D-58BA-253B-779F-E6E1C7784A96}"/>
          </ac:spMkLst>
        </pc:spChg>
        <pc:spChg chg="mod">
          <ac:chgData name="Xin Luo" userId="82312ee5779919a4" providerId="LiveId" clId="{57D09FE4-BEBB-7042-8CD8-840F82555E1A}" dt="2023-11-04T10:22:24.471" v="338"/>
          <ac:spMkLst>
            <pc:docMk/>
            <pc:sldMk cId="3723264012" sldId="2771"/>
            <ac:spMk id="72" creationId="{CFB72258-8F12-05DB-BEF4-E23AD9322507}"/>
          </ac:spMkLst>
        </pc:spChg>
        <pc:spChg chg="mod">
          <ac:chgData name="Xin Luo" userId="82312ee5779919a4" providerId="LiveId" clId="{57D09FE4-BEBB-7042-8CD8-840F82555E1A}" dt="2023-11-04T10:22:24.471" v="338"/>
          <ac:spMkLst>
            <pc:docMk/>
            <pc:sldMk cId="3723264012" sldId="2771"/>
            <ac:spMk id="74" creationId="{0F53DD31-D720-2C02-F652-D3DA4357988A}"/>
          </ac:spMkLst>
        </pc:spChg>
        <pc:spChg chg="mod">
          <ac:chgData name="Xin Luo" userId="82312ee5779919a4" providerId="LiveId" clId="{57D09FE4-BEBB-7042-8CD8-840F82555E1A}" dt="2023-11-04T10:22:24.471" v="338"/>
          <ac:spMkLst>
            <pc:docMk/>
            <pc:sldMk cId="3723264012" sldId="2771"/>
            <ac:spMk id="80" creationId="{9E67C532-EF82-400D-08E0-B3F169FE9BC4}"/>
          </ac:spMkLst>
        </pc:spChg>
        <pc:spChg chg="mod">
          <ac:chgData name="Xin Luo" userId="82312ee5779919a4" providerId="LiveId" clId="{57D09FE4-BEBB-7042-8CD8-840F82555E1A}" dt="2023-11-04T10:22:24.471" v="338"/>
          <ac:spMkLst>
            <pc:docMk/>
            <pc:sldMk cId="3723264012" sldId="2771"/>
            <ac:spMk id="81" creationId="{CD9139E9-1A39-F38D-D1B1-7436F8B53BA2}"/>
          </ac:spMkLst>
        </pc:spChg>
        <pc:spChg chg="mod">
          <ac:chgData name="Xin Luo" userId="82312ee5779919a4" providerId="LiveId" clId="{57D09FE4-BEBB-7042-8CD8-840F82555E1A}" dt="2023-11-04T10:22:24.471" v="338"/>
          <ac:spMkLst>
            <pc:docMk/>
            <pc:sldMk cId="3723264012" sldId="2771"/>
            <ac:spMk id="82" creationId="{68003EF1-6957-D558-7BF4-C75D1EBE0A7E}"/>
          </ac:spMkLst>
        </pc:spChg>
        <pc:spChg chg="mod">
          <ac:chgData name="Xin Luo" userId="82312ee5779919a4" providerId="LiveId" clId="{57D09FE4-BEBB-7042-8CD8-840F82555E1A}" dt="2023-11-04T10:22:24.471" v="338"/>
          <ac:spMkLst>
            <pc:docMk/>
            <pc:sldMk cId="3723264012" sldId="2771"/>
            <ac:spMk id="83" creationId="{B4EEE098-A710-F1A0-6D7A-BB4BE77CCA4A}"/>
          </ac:spMkLst>
        </pc:spChg>
        <pc:spChg chg="mod">
          <ac:chgData name="Xin Luo" userId="82312ee5779919a4" providerId="LiveId" clId="{57D09FE4-BEBB-7042-8CD8-840F82555E1A}" dt="2023-11-04T10:22:24.471" v="338"/>
          <ac:spMkLst>
            <pc:docMk/>
            <pc:sldMk cId="3723264012" sldId="2771"/>
            <ac:spMk id="84" creationId="{F6DD76AD-5F23-BABE-3308-8354CF09AF4C}"/>
          </ac:spMkLst>
        </pc:spChg>
        <pc:spChg chg="mod">
          <ac:chgData name="Xin Luo" userId="82312ee5779919a4" providerId="LiveId" clId="{57D09FE4-BEBB-7042-8CD8-840F82555E1A}" dt="2023-11-04T10:22:24.471" v="338"/>
          <ac:spMkLst>
            <pc:docMk/>
            <pc:sldMk cId="3723264012" sldId="2771"/>
            <ac:spMk id="87" creationId="{415E3A23-620F-52D9-DF9D-22C05FA3B926}"/>
          </ac:spMkLst>
        </pc:spChg>
        <pc:spChg chg="mod">
          <ac:chgData name="Xin Luo" userId="82312ee5779919a4" providerId="LiveId" clId="{57D09FE4-BEBB-7042-8CD8-840F82555E1A}" dt="2023-11-04T10:22:24.471" v="338"/>
          <ac:spMkLst>
            <pc:docMk/>
            <pc:sldMk cId="3723264012" sldId="2771"/>
            <ac:spMk id="88" creationId="{4DEFD903-81F8-CDC6-BC51-273C89F7CEF9}"/>
          </ac:spMkLst>
        </pc:spChg>
        <pc:spChg chg="mod">
          <ac:chgData name="Xin Luo" userId="82312ee5779919a4" providerId="LiveId" clId="{57D09FE4-BEBB-7042-8CD8-840F82555E1A}" dt="2023-11-04T10:22:24.471" v="338"/>
          <ac:spMkLst>
            <pc:docMk/>
            <pc:sldMk cId="3723264012" sldId="2771"/>
            <ac:spMk id="89" creationId="{C8D7F070-95C3-4909-8AFD-D58D15D7F52A}"/>
          </ac:spMkLst>
        </pc:spChg>
        <pc:spChg chg="mod">
          <ac:chgData name="Xin Luo" userId="82312ee5779919a4" providerId="LiveId" clId="{57D09FE4-BEBB-7042-8CD8-840F82555E1A}" dt="2023-11-04T10:22:24.471" v="338"/>
          <ac:spMkLst>
            <pc:docMk/>
            <pc:sldMk cId="3723264012" sldId="2771"/>
            <ac:spMk id="90" creationId="{1C8133D5-0EF0-0FB8-FB09-D0C3A4C2DDB2}"/>
          </ac:spMkLst>
        </pc:spChg>
        <pc:spChg chg="mod">
          <ac:chgData name="Xin Luo" userId="82312ee5779919a4" providerId="LiveId" clId="{57D09FE4-BEBB-7042-8CD8-840F82555E1A}" dt="2023-11-04T10:22:24.471" v="338"/>
          <ac:spMkLst>
            <pc:docMk/>
            <pc:sldMk cId="3723264012" sldId="2771"/>
            <ac:spMk id="91" creationId="{95CE07A9-7A07-36A4-940F-291ABA0ABA1F}"/>
          </ac:spMkLst>
        </pc:spChg>
        <pc:spChg chg="mod">
          <ac:chgData name="Xin Luo" userId="82312ee5779919a4" providerId="LiveId" clId="{57D09FE4-BEBB-7042-8CD8-840F82555E1A}" dt="2023-11-04T10:22:24.471" v="338"/>
          <ac:spMkLst>
            <pc:docMk/>
            <pc:sldMk cId="3723264012" sldId="2771"/>
            <ac:spMk id="92" creationId="{5A9F102F-22A5-8280-A74D-8B08EECA9158}"/>
          </ac:spMkLst>
        </pc:spChg>
        <pc:spChg chg="mod">
          <ac:chgData name="Xin Luo" userId="82312ee5779919a4" providerId="LiveId" clId="{57D09FE4-BEBB-7042-8CD8-840F82555E1A}" dt="2023-11-04T10:22:24.471" v="338"/>
          <ac:spMkLst>
            <pc:docMk/>
            <pc:sldMk cId="3723264012" sldId="2771"/>
            <ac:spMk id="93" creationId="{6198525D-D3DD-47D3-B28D-46D6315276B4}"/>
          </ac:spMkLst>
        </pc:spChg>
        <pc:spChg chg="mod">
          <ac:chgData name="Xin Luo" userId="82312ee5779919a4" providerId="LiveId" clId="{57D09FE4-BEBB-7042-8CD8-840F82555E1A}" dt="2023-11-04T10:22:24.471" v="338"/>
          <ac:spMkLst>
            <pc:docMk/>
            <pc:sldMk cId="3723264012" sldId="2771"/>
            <ac:spMk id="94" creationId="{A6D100C6-725B-AFE0-FC0B-6C862115693C}"/>
          </ac:spMkLst>
        </pc:spChg>
        <pc:spChg chg="mod">
          <ac:chgData name="Xin Luo" userId="82312ee5779919a4" providerId="LiveId" clId="{57D09FE4-BEBB-7042-8CD8-840F82555E1A}" dt="2023-11-04T10:22:24.471" v="338"/>
          <ac:spMkLst>
            <pc:docMk/>
            <pc:sldMk cId="3723264012" sldId="2771"/>
            <ac:spMk id="98" creationId="{43B7AED0-C471-53BF-722B-CDF15939C851}"/>
          </ac:spMkLst>
        </pc:spChg>
        <pc:spChg chg="mod">
          <ac:chgData name="Xin Luo" userId="82312ee5779919a4" providerId="LiveId" clId="{57D09FE4-BEBB-7042-8CD8-840F82555E1A}" dt="2023-11-04T10:22:24.471" v="338"/>
          <ac:spMkLst>
            <pc:docMk/>
            <pc:sldMk cId="3723264012" sldId="2771"/>
            <ac:spMk id="102" creationId="{A1373F42-7B64-EB2F-A37D-21986DD68D70}"/>
          </ac:spMkLst>
        </pc:spChg>
        <pc:spChg chg="mod">
          <ac:chgData name="Xin Luo" userId="82312ee5779919a4" providerId="LiveId" clId="{57D09FE4-BEBB-7042-8CD8-840F82555E1A}" dt="2023-11-04T10:22:24.471" v="338"/>
          <ac:spMkLst>
            <pc:docMk/>
            <pc:sldMk cId="3723264012" sldId="2771"/>
            <ac:spMk id="106" creationId="{1FA8C0AE-4EA4-C813-F425-4ED9A6CB7617}"/>
          </ac:spMkLst>
        </pc:spChg>
        <pc:spChg chg="mod">
          <ac:chgData name="Xin Luo" userId="82312ee5779919a4" providerId="LiveId" clId="{57D09FE4-BEBB-7042-8CD8-840F82555E1A}" dt="2023-11-04T10:22:24.471" v="338"/>
          <ac:spMkLst>
            <pc:docMk/>
            <pc:sldMk cId="3723264012" sldId="2771"/>
            <ac:spMk id="110" creationId="{4E4D7F0A-AD56-51FB-C97D-5FEE9D4E2EC8}"/>
          </ac:spMkLst>
        </pc:spChg>
        <pc:spChg chg="mod">
          <ac:chgData name="Xin Luo" userId="82312ee5779919a4" providerId="LiveId" clId="{57D09FE4-BEBB-7042-8CD8-840F82555E1A}" dt="2023-11-04T10:22:24.471" v="338"/>
          <ac:spMkLst>
            <pc:docMk/>
            <pc:sldMk cId="3723264012" sldId="2771"/>
            <ac:spMk id="114" creationId="{0DDB1D23-BA51-D37B-6F51-9525F94D4F1F}"/>
          </ac:spMkLst>
        </pc:spChg>
        <pc:spChg chg="add mod">
          <ac:chgData name="Xin Luo" userId="82312ee5779919a4" providerId="LiveId" clId="{57D09FE4-BEBB-7042-8CD8-840F82555E1A}" dt="2023-11-04T10:23:01.542" v="354" actId="1076"/>
          <ac:spMkLst>
            <pc:docMk/>
            <pc:sldMk cId="3723264012" sldId="2771"/>
            <ac:spMk id="116" creationId="{5E634E57-AED2-20F8-720B-EAA3D495C52B}"/>
          </ac:spMkLst>
        </pc:spChg>
        <pc:spChg chg="add mod">
          <ac:chgData name="Xin Luo" userId="82312ee5779919a4" providerId="LiveId" clId="{57D09FE4-BEBB-7042-8CD8-840F82555E1A}" dt="2023-11-04T10:25:01.357" v="410" actId="1076"/>
          <ac:spMkLst>
            <pc:docMk/>
            <pc:sldMk cId="3723264012" sldId="2771"/>
            <ac:spMk id="117" creationId="{1349C908-1A1E-A91A-5AF2-51ACD7C415CA}"/>
          </ac:spMkLst>
        </pc:spChg>
        <pc:spChg chg="add mod">
          <ac:chgData name="Xin Luo" userId="82312ee5779919a4" providerId="LiveId" clId="{57D09FE4-BEBB-7042-8CD8-840F82555E1A}" dt="2023-11-04T10:27:48.741" v="435" actId="688"/>
          <ac:spMkLst>
            <pc:docMk/>
            <pc:sldMk cId="3723264012" sldId="2771"/>
            <ac:spMk id="122" creationId="{0504072A-5DCA-EB6D-7AC6-0D577CBD92F0}"/>
          </ac:spMkLst>
        </pc:spChg>
        <pc:grpChg chg="add del mod">
          <ac:chgData name="Xin Luo" userId="82312ee5779919a4" providerId="LiveId" clId="{57D09FE4-BEBB-7042-8CD8-840F82555E1A}" dt="2023-11-04T10:21:25.475" v="322" actId="165"/>
          <ac:grpSpMkLst>
            <pc:docMk/>
            <pc:sldMk cId="3723264012" sldId="2771"/>
            <ac:grpSpMk id="2" creationId="{0C76A98E-F819-503E-9F63-18374319C229}"/>
          </ac:grpSpMkLst>
        </pc:grpChg>
        <pc:grpChg chg="del mod topLvl">
          <ac:chgData name="Xin Luo" userId="82312ee5779919a4" providerId="LiveId" clId="{57D09FE4-BEBB-7042-8CD8-840F82555E1A}" dt="2023-11-04T10:21:29.693" v="323" actId="478"/>
          <ac:grpSpMkLst>
            <pc:docMk/>
            <pc:sldMk cId="3723264012" sldId="2771"/>
            <ac:grpSpMk id="8" creationId="{755F618E-3CBD-C165-1CB1-827C410150C6}"/>
          </ac:grpSpMkLst>
        </pc:grpChg>
        <pc:grpChg chg="del mod topLvl">
          <ac:chgData name="Xin Luo" userId="82312ee5779919a4" providerId="LiveId" clId="{57D09FE4-BEBB-7042-8CD8-840F82555E1A}" dt="2023-11-04T10:21:29.693" v="323" actId="478"/>
          <ac:grpSpMkLst>
            <pc:docMk/>
            <pc:sldMk cId="3723264012" sldId="2771"/>
            <ac:grpSpMk id="9" creationId="{B9EFE681-C1A1-B9AD-A4F6-373ECD7750DF}"/>
          </ac:grpSpMkLst>
        </pc:grpChg>
        <pc:grpChg chg="del mod topLvl">
          <ac:chgData name="Xin Luo" userId="82312ee5779919a4" providerId="LiveId" clId="{57D09FE4-BEBB-7042-8CD8-840F82555E1A}" dt="2023-11-04T10:21:29.693" v="323" actId="478"/>
          <ac:grpSpMkLst>
            <pc:docMk/>
            <pc:sldMk cId="3723264012" sldId="2771"/>
            <ac:grpSpMk id="10" creationId="{A67966B3-E198-CCA6-A135-133D6E12D92A}"/>
          </ac:grpSpMkLst>
        </pc:grpChg>
        <pc:grpChg chg="del mod topLvl">
          <ac:chgData name="Xin Luo" userId="82312ee5779919a4" providerId="LiveId" clId="{57D09FE4-BEBB-7042-8CD8-840F82555E1A}" dt="2023-11-04T10:21:29.693" v="323" actId="478"/>
          <ac:grpSpMkLst>
            <pc:docMk/>
            <pc:sldMk cId="3723264012" sldId="2771"/>
            <ac:grpSpMk id="11" creationId="{CD588EDA-BFA2-0B16-72C3-E3DB8CC0AFA6}"/>
          </ac:grpSpMkLst>
        </pc:grpChg>
        <pc:grpChg chg="del mod topLvl">
          <ac:chgData name="Xin Luo" userId="82312ee5779919a4" providerId="LiveId" clId="{57D09FE4-BEBB-7042-8CD8-840F82555E1A}" dt="2023-11-04T10:21:29.693" v="323" actId="478"/>
          <ac:grpSpMkLst>
            <pc:docMk/>
            <pc:sldMk cId="3723264012" sldId="2771"/>
            <ac:grpSpMk id="12" creationId="{0FB3E7B9-6AEA-C6F1-BABF-EACB8D22D479}"/>
          </ac:grpSpMkLst>
        </pc:grpChg>
        <pc:grpChg chg="mod topLvl">
          <ac:chgData name="Xin Luo" userId="82312ee5779919a4" providerId="LiveId" clId="{57D09FE4-BEBB-7042-8CD8-840F82555E1A}" dt="2023-11-04T10:21:47.277" v="330" actId="1076"/>
          <ac:grpSpMkLst>
            <pc:docMk/>
            <pc:sldMk cId="3723264012" sldId="2771"/>
            <ac:grpSpMk id="18" creationId="{C060AB29-94BE-1F79-861E-3274C2FD1FB2}"/>
          </ac:grpSpMkLst>
        </pc:grpChg>
        <pc:grpChg chg="add mod">
          <ac:chgData name="Xin Luo" userId="82312ee5779919a4" providerId="LiveId" clId="{57D09FE4-BEBB-7042-8CD8-840F82555E1A}" dt="2023-11-04T10:28:13.278" v="445" actId="1038"/>
          <ac:grpSpMkLst>
            <pc:docMk/>
            <pc:sldMk cId="3723264012" sldId="2771"/>
            <ac:grpSpMk id="60" creationId="{224180B2-EDE4-1A85-AFF5-B84801E2F487}"/>
          </ac:grpSpMkLst>
        </pc:grpChg>
        <pc:grpChg chg="add del mod">
          <ac:chgData name="Xin Luo" userId="82312ee5779919a4" providerId="LiveId" clId="{57D09FE4-BEBB-7042-8CD8-840F82555E1A}" dt="2023-11-04T10:22:25.380" v="339"/>
          <ac:grpSpMkLst>
            <pc:docMk/>
            <pc:sldMk cId="3723264012" sldId="2771"/>
            <ac:grpSpMk id="61" creationId="{1B006181-D562-E65B-7BB3-67CA23A85316}"/>
          </ac:grpSpMkLst>
        </pc:grpChg>
        <pc:grpChg chg="mod">
          <ac:chgData name="Xin Luo" userId="82312ee5779919a4" providerId="LiveId" clId="{57D09FE4-BEBB-7042-8CD8-840F82555E1A}" dt="2023-11-04T10:22:24.471" v="338"/>
          <ac:grpSpMkLst>
            <pc:docMk/>
            <pc:sldMk cId="3723264012" sldId="2771"/>
            <ac:grpSpMk id="63" creationId="{428EC8E5-1421-29C9-F336-E03810675F15}"/>
          </ac:grpSpMkLst>
        </pc:grpChg>
        <pc:grpChg chg="mod">
          <ac:chgData name="Xin Luo" userId="82312ee5779919a4" providerId="LiveId" clId="{57D09FE4-BEBB-7042-8CD8-840F82555E1A}" dt="2023-11-04T10:22:24.471" v="338"/>
          <ac:grpSpMkLst>
            <pc:docMk/>
            <pc:sldMk cId="3723264012" sldId="2771"/>
            <ac:grpSpMk id="64" creationId="{5EB93598-8B45-7666-5987-FDB3FEB01932}"/>
          </ac:grpSpMkLst>
        </pc:grpChg>
        <pc:grpChg chg="mod">
          <ac:chgData name="Xin Luo" userId="82312ee5779919a4" providerId="LiveId" clId="{57D09FE4-BEBB-7042-8CD8-840F82555E1A}" dt="2023-11-04T10:22:24.471" v="338"/>
          <ac:grpSpMkLst>
            <pc:docMk/>
            <pc:sldMk cId="3723264012" sldId="2771"/>
            <ac:grpSpMk id="65" creationId="{04529BC0-F712-DD89-4CB5-31A0B8C091C2}"/>
          </ac:grpSpMkLst>
        </pc:grpChg>
        <pc:grpChg chg="mod">
          <ac:chgData name="Xin Luo" userId="82312ee5779919a4" providerId="LiveId" clId="{57D09FE4-BEBB-7042-8CD8-840F82555E1A}" dt="2023-11-04T10:22:24.471" v="338"/>
          <ac:grpSpMkLst>
            <pc:docMk/>
            <pc:sldMk cId="3723264012" sldId="2771"/>
            <ac:grpSpMk id="66" creationId="{41A3CF1D-865F-8467-6E87-6815B71F3DE9}"/>
          </ac:grpSpMkLst>
        </pc:grpChg>
        <pc:grpChg chg="mod">
          <ac:chgData name="Xin Luo" userId="82312ee5779919a4" providerId="LiveId" clId="{57D09FE4-BEBB-7042-8CD8-840F82555E1A}" dt="2023-11-04T10:22:24.471" v="338"/>
          <ac:grpSpMkLst>
            <pc:docMk/>
            <pc:sldMk cId="3723264012" sldId="2771"/>
            <ac:grpSpMk id="67" creationId="{198E2213-B815-97F5-B23D-98F7780B41FA}"/>
          </ac:grpSpMkLst>
        </pc:grpChg>
        <pc:grpChg chg="mod">
          <ac:chgData name="Xin Luo" userId="82312ee5779919a4" providerId="LiveId" clId="{57D09FE4-BEBB-7042-8CD8-840F82555E1A}" dt="2023-11-04T10:22:24.471" v="338"/>
          <ac:grpSpMkLst>
            <pc:docMk/>
            <pc:sldMk cId="3723264012" sldId="2771"/>
            <ac:grpSpMk id="73" creationId="{73E826B5-E8BC-70C5-AE93-309A68D53D7D}"/>
          </ac:grpSpMkLst>
        </pc:grpChg>
        <pc:grpChg chg="add mod">
          <ac:chgData name="Xin Luo" userId="82312ee5779919a4" providerId="LiveId" clId="{57D09FE4-BEBB-7042-8CD8-840F82555E1A}" dt="2023-11-04T10:41:03.005" v="589" actId="1036"/>
          <ac:grpSpMkLst>
            <pc:docMk/>
            <pc:sldMk cId="3723264012" sldId="2771"/>
            <ac:grpSpMk id="124" creationId="{DCD39C96-D402-8346-BD05-C286E2517B52}"/>
          </ac:grpSpMkLst>
        </pc:grpChg>
        <pc:picChg chg="del">
          <ac:chgData name="Xin Luo" userId="82312ee5779919a4" providerId="LiveId" clId="{57D09FE4-BEBB-7042-8CD8-840F82555E1A}" dt="2023-11-04T09:46:42.269" v="243" actId="478"/>
          <ac:picMkLst>
            <pc:docMk/>
            <pc:sldMk cId="3723264012" sldId="2771"/>
            <ac:picMk id="5" creationId="{EFA74296-2E0D-1619-303C-1C21AD36EEE6}"/>
          </ac:picMkLst>
        </pc:picChg>
        <pc:picChg chg="mod">
          <ac:chgData name="Xin Luo" userId="82312ee5779919a4" providerId="LiveId" clId="{57D09FE4-BEBB-7042-8CD8-840F82555E1A}" dt="2023-11-04T10:21:20.274" v="321"/>
          <ac:picMkLst>
            <pc:docMk/>
            <pc:sldMk cId="3723264012" sldId="2771"/>
            <ac:picMk id="40" creationId="{D4C68C11-B94D-BD51-B809-C73E4D5585C7}"/>
          </ac:picMkLst>
        </pc:picChg>
        <pc:picChg chg="mod">
          <ac:chgData name="Xin Luo" userId="82312ee5779919a4" providerId="LiveId" clId="{57D09FE4-BEBB-7042-8CD8-840F82555E1A}" dt="2023-11-04T10:21:20.274" v="321"/>
          <ac:picMkLst>
            <pc:docMk/>
            <pc:sldMk cId="3723264012" sldId="2771"/>
            <ac:picMk id="44" creationId="{7355AAF3-CA22-3613-C103-92C45A5F561A}"/>
          </ac:picMkLst>
        </pc:picChg>
        <pc:picChg chg="mod">
          <ac:chgData name="Xin Luo" userId="82312ee5779919a4" providerId="LiveId" clId="{57D09FE4-BEBB-7042-8CD8-840F82555E1A}" dt="2023-11-04T10:21:20.274" v="321"/>
          <ac:picMkLst>
            <pc:docMk/>
            <pc:sldMk cId="3723264012" sldId="2771"/>
            <ac:picMk id="48" creationId="{7482150A-0C1B-B1E8-0271-0B93A30582FC}"/>
          </ac:picMkLst>
        </pc:picChg>
        <pc:picChg chg="mod">
          <ac:chgData name="Xin Luo" userId="82312ee5779919a4" providerId="LiveId" clId="{57D09FE4-BEBB-7042-8CD8-840F82555E1A}" dt="2023-11-04T10:21:20.274" v="321"/>
          <ac:picMkLst>
            <pc:docMk/>
            <pc:sldMk cId="3723264012" sldId="2771"/>
            <ac:picMk id="52" creationId="{BACE9814-0357-F368-E11E-188EA5CD0BA2}"/>
          </ac:picMkLst>
        </pc:picChg>
        <pc:picChg chg="mod">
          <ac:chgData name="Xin Luo" userId="82312ee5779919a4" providerId="LiveId" clId="{57D09FE4-BEBB-7042-8CD8-840F82555E1A}" dt="2023-11-04T10:21:20.274" v="321"/>
          <ac:picMkLst>
            <pc:docMk/>
            <pc:sldMk cId="3723264012" sldId="2771"/>
            <ac:picMk id="56" creationId="{362E8784-003A-C56A-B6BA-754E16F4D247}"/>
          </ac:picMkLst>
        </pc:picChg>
        <pc:picChg chg="mod">
          <ac:chgData name="Xin Luo" userId="82312ee5779919a4" providerId="LiveId" clId="{57D09FE4-BEBB-7042-8CD8-840F82555E1A}" dt="2023-11-04T10:22:24.471" v="338"/>
          <ac:picMkLst>
            <pc:docMk/>
            <pc:sldMk cId="3723264012" sldId="2771"/>
            <ac:picMk id="95" creationId="{22D03AB9-4E5E-BFE0-26EF-93752B8FB88E}"/>
          </ac:picMkLst>
        </pc:picChg>
        <pc:picChg chg="mod">
          <ac:chgData name="Xin Luo" userId="82312ee5779919a4" providerId="LiveId" clId="{57D09FE4-BEBB-7042-8CD8-840F82555E1A}" dt="2023-11-04T10:22:24.471" v="338"/>
          <ac:picMkLst>
            <pc:docMk/>
            <pc:sldMk cId="3723264012" sldId="2771"/>
            <ac:picMk id="99" creationId="{00C8CB4D-1966-E3F0-6A22-CEE6541646EC}"/>
          </ac:picMkLst>
        </pc:picChg>
        <pc:picChg chg="mod">
          <ac:chgData name="Xin Luo" userId="82312ee5779919a4" providerId="LiveId" clId="{57D09FE4-BEBB-7042-8CD8-840F82555E1A}" dt="2023-11-04T10:22:24.471" v="338"/>
          <ac:picMkLst>
            <pc:docMk/>
            <pc:sldMk cId="3723264012" sldId="2771"/>
            <ac:picMk id="103" creationId="{3F9AD7B2-829B-93B0-8779-A43EC7CD1115}"/>
          </ac:picMkLst>
        </pc:picChg>
        <pc:picChg chg="mod">
          <ac:chgData name="Xin Luo" userId="82312ee5779919a4" providerId="LiveId" clId="{57D09FE4-BEBB-7042-8CD8-840F82555E1A}" dt="2023-11-04T10:22:24.471" v="338"/>
          <ac:picMkLst>
            <pc:docMk/>
            <pc:sldMk cId="3723264012" sldId="2771"/>
            <ac:picMk id="107" creationId="{1188486F-7E5F-2632-DF36-F950F67E6F7C}"/>
          </ac:picMkLst>
        </pc:picChg>
        <pc:picChg chg="mod">
          <ac:chgData name="Xin Luo" userId="82312ee5779919a4" providerId="LiveId" clId="{57D09FE4-BEBB-7042-8CD8-840F82555E1A}" dt="2023-11-04T10:22:24.471" v="338"/>
          <ac:picMkLst>
            <pc:docMk/>
            <pc:sldMk cId="3723264012" sldId="2771"/>
            <ac:picMk id="111" creationId="{B41707AD-900B-DBFD-A2DD-419C42EFCA2C}"/>
          </ac:picMkLst>
        </pc:picChg>
        <pc:cxnChg chg="del mod topLvl">
          <ac:chgData name="Xin Luo" userId="82312ee5779919a4" providerId="LiveId" clId="{57D09FE4-BEBB-7042-8CD8-840F82555E1A}" dt="2023-11-04T10:21:38.693" v="328" actId="478"/>
          <ac:cxnSpMkLst>
            <pc:docMk/>
            <pc:sldMk cId="3723264012" sldId="2771"/>
            <ac:cxnSpMk id="7" creationId="{489360FE-A6EF-CF86-A043-0EFD6030C220}"/>
          </ac:cxnSpMkLst>
        </pc:cxnChg>
        <pc:cxnChg chg="del mod topLvl">
          <ac:chgData name="Xin Luo" userId="82312ee5779919a4" providerId="LiveId" clId="{57D09FE4-BEBB-7042-8CD8-840F82555E1A}" dt="2023-11-04T10:21:33.098" v="324" actId="478"/>
          <ac:cxnSpMkLst>
            <pc:docMk/>
            <pc:sldMk cId="3723264012" sldId="2771"/>
            <ac:cxnSpMk id="20" creationId="{CF7686D3-A6FF-3B09-2160-F44D361387B4}"/>
          </ac:cxnSpMkLst>
        </pc:cxnChg>
        <pc:cxnChg chg="del mod topLvl">
          <ac:chgData name="Xin Luo" userId="82312ee5779919a4" providerId="LiveId" clId="{57D09FE4-BEBB-7042-8CD8-840F82555E1A}" dt="2023-11-04T10:21:42.074" v="329" actId="478"/>
          <ac:cxnSpMkLst>
            <pc:docMk/>
            <pc:sldMk cId="3723264012" sldId="2771"/>
            <ac:cxnSpMk id="21" creationId="{C978E063-BEBE-E115-0908-290916B688F4}"/>
          </ac:cxnSpMkLst>
        </pc:cxnChg>
        <pc:cxnChg chg="del mod topLvl">
          <ac:chgData name="Xin Luo" userId="82312ee5779919a4" providerId="LiveId" clId="{57D09FE4-BEBB-7042-8CD8-840F82555E1A}" dt="2023-11-04T10:21:34.667" v="325" actId="478"/>
          <ac:cxnSpMkLst>
            <pc:docMk/>
            <pc:sldMk cId="3723264012" sldId="2771"/>
            <ac:cxnSpMk id="22" creationId="{8FE88AF6-FA99-72EF-F0F9-3413D94C96CC}"/>
          </ac:cxnSpMkLst>
        </pc:cxnChg>
        <pc:cxnChg chg="del mod topLvl">
          <ac:chgData name="Xin Luo" userId="82312ee5779919a4" providerId="LiveId" clId="{57D09FE4-BEBB-7042-8CD8-840F82555E1A}" dt="2023-11-04T10:21:36.308" v="326" actId="478"/>
          <ac:cxnSpMkLst>
            <pc:docMk/>
            <pc:sldMk cId="3723264012" sldId="2771"/>
            <ac:cxnSpMk id="23" creationId="{86EA29C9-0B74-54D6-5CD4-CFBE6A7CA9D4}"/>
          </ac:cxnSpMkLst>
        </pc:cxnChg>
        <pc:cxnChg chg="del mod topLvl">
          <ac:chgData name="Xin Luo" userId="82312ee5779919a4" providerId="LiveId" clId="{57D09FE4-BEBB-7042-8CD8-840F82555E1A}" dt="2023-11-04T10:21:37.551" v="327" actId="478"/>
          <ac:cxnSpMkLst>
            <pc:docMk/>
            <pc:sldMk cId="3723264012" sldId="2771"/>
            <ac:cxnSpMk id="24" creationId="{A2B030B2-CE31-BB36-558C-CDA42A5A8370}"/>
          </ac:cxnSpMkLst>
        </pc:cxnChg>
        <pc:cxnChg chg="mod">
          <ac:chgData name="Xin Luo" userId="82312ee5779919a4" providerId="LiveId" clId="{57D09FE4-BEBB-7042-8CD8-840F82555E1A}" dt="2023-11-04T10:21:20.274" v="321"/>
          <ac:cxnSpMkLst>
            <pc:docMk/>
            <pc:sldMk cId="3723264012" sldId="2771"/>
            <ac:cxnSpMk id="30" creationId="{CFEB50C9-3140-8969-879D-BD51D14AB999}"/>
          </ac:cxnSpMkLst>
        </pc:cxnChg>
        <pc:cxnChg chg="mod">
          <ac:chgData name="Xin Luo" userId="82312ee5779919a4" providerId="LiveId" clId="{57D09FE4-BEBB-7042-8CD8-840F82555E1A}" dt="2023-11-04T10:21:20.274" v="321"/>
          <ac:cxnSpMkLst>
            <pc:docMk/>
            <pc:sldMk cId="3723264012" sldId="2771"/>
            <ac:cxnSpMk id="31" creationId="{B6D682C0-D284-4741-AE59-4309CD1C280A}"/>
          </ac:cxnSpMkLst>
        </pc:cxnChg>
        <pc:cxnChg chg="mod">
          <ac:chgData name="Xin Luo" userId="82312ee5779919a4" providerId="LiveId" clId="{57D09FE4-BEBB-7042-8CD8-840F82555E1A}" dt="2023-11-04T10:21:20.274" v="321"/>
          <ac:cxnSpMkLst>
            <pc:docMk/>
            <pc:sldMk cId="3723264012" sldId="2771"/>
            <ac:cxnSpMk id="41" creationId="{DCD2CFE0-7A26-4001-D4BC-8461A34B10BA}"/>
          </ac:cxnSpMkLst>
        </pc:cxnChg>
        <pc:cxnChg chg="mod">
          <ac:chgData name="Xin Luo" userId="82312ee5779919a4" providerId="LiveId" clId="{57D09FE4-BEBB-7042-8CD8-840F82555E1A}" dt="2023-11-04T10:21:20.274" v="321"/>
          <ac:cxnSpMkLst>
            <pc:docMk/>
            <pc:sldMk cId="3723264012" sldId="2771"/>
            <ac:cxnSpMk id="42" creationId="{41CA743C-9253-8863-0879-877A68AB116B}"/>
          </ac:cxnSpMkLst>
        </pc:cxnChg>
        <pc:cxnChg chg="mod">
          <ac:chgData name="Xin Luo" userId="82312ee5779919a4" providerId="LiveId" clId="{57D09FE4-BEBB-7042-8CD8-840F82555E1A}" dt="2023-11-04T10:21:20.274" v="321"/>
          <ac:cxnSpMkLst>
            <pc:docMk/>
            <pc:sldMk cId="3723264012" sldId="2771"/>
            <ac:cxnSpMk id="45" creationId="{31956FD3-CF97-A2F9-FCA4-A969B76F7E2D}"/>
          </ac:cxnSpMkLst>
        </pc:cxnChg>
        <pc:cxnChg chg="mod">
          <ac:chgData name="Xin Luo" userId="82312ee5779919a4" providerId="LiveId" clId="{57D09FE4-BEBB-7042-8CD8-840F82555E1A}" dt="2023-11-04T10:21:20.274" v="321"/>
          <ac:cxnSpMkLst>
            <pc:docMk/>
            <pc:sldMk cId="3723264012" sldId="2771"/>
            <ac:cxnSpMk id="46" creationId="{CD5B4228-26F0-DB91-0253-DA58191064B9}"/>
          </ac:cxnSpMkLst>
        </pc:cxnChg>
        <pc:cxnChg chg="mod">
          <ac:chgData name="Xin Luo" userId="82312ee5779919a4" providerId="LiveId" clId="{57D09FE4-BEBB-7042-8CD8-840F82555E1A}" dt="2023-11-04T10:21:20.274" v="321"/>
          <ac:cxnSpMkLst>
            <pc:docMk/>
            <pc:sldMk cId="3723264012" sldId="2771"/>
            <ac:cxnSpMk id="49" creationId="{FA2A951A-3993-764D-F64C-A70FEB1E703A}"/>
          </ac:cxnSpMkLst>
        </pc:cxnChg>
        <pc:cxnChg chg="mod">
          <ac:chgData name="Xin Luo" userId="82312ee5779919a4" providerId="LiveId" clId="{57D09FE4-BEBB-7042-8CD8-840F82555E1A}" dt="2023-11-04T10:21:20.274" v="321"/>
          <ac:cxnSpMkLst>
            <pc:docMk/>
            <pc:sldMk cId="3723264012" sldId="2771"/>
            <ac:cxnSpMk id="50" creationId="{7E02EFAB-0796-6372-0CB9-828A5C650698}"/>
          </ac:cxnSpMkLst>
        </pc:cxnChg>
        <pc:cxnChg chg="mod">
          <ac:chgData name="Xin Luo" userId="82312ee5779919a4" providerId="LiveId" clId="{57D09FE4-BEBB-7042-8CD8-840F82555E1A}" dt="2023-11-04T10:21:20.274" v="321"/>
          <ac:cxnSpMkLst>
            <pc:docMk/>
            <pc:sldMk cId="3723264012" sldId="2771"/>
            <ac:cxnSpMk id="53" creationId="{A9C9C4C2-AFBD-6E90-261A-76F05DD1A2CE}"/>
          </ac:cxnSpMkLst>
        </pc:cxnChg>
        <pc:cxnChg chg="mod">
          <ac:chgData name="Xin Luo" userId="82312ee5779919a4" providerId="LiveId" clId="{57D09FE4-BEBB-7042-8CD8-840F82555E1A}" dt="2023-11-04T10:21:20.274" v="321"/>
          <ac:cxnSpMkLst>
            <pc:docMk/>
            <pc:sldMk cId="3723264012" sldId="2771"/>
            <ac:cxnSpMk id="54" creationId="{446B88D9-749F-5106-3362-D65C3FE833AC}"/>
          </ac:cxnSpMkLst>
        </pc:cxnChg>
        <pc:cxnChg chg="mod">
          <ac:chgData name="Xin Luo" userId="82312ee5779919a4" providerId="LiveId" clId="{57D09FE4-BEBB-7042-8CD8-840F82555E1A}" dt="2023-11-04T10:21:20.274" v="321"/>
          <ac:cxnSpMkLst>
            <pc:docMk/>
            <pc:sldMk cId="3723264012" sldId="2771"/>
            <ac:cxnSpMk id="57" creationId="{1F1FA193-3FC0-6EE8-BA53-14471E6AE837}"/>
          </ac:cxnSpMkLst>
        </pc:cxnChg>
        <pc:cxnChg chg="mod">
          <ac:chgData name="Xin Luo" userId="82312ee5779919a4" providerId="LiveId" clId="{57D09FE4-BEBB-7042-8CD8-840F82555E1A}" dt="2023-11-04T10:21:20.274" v="321"/>
          <ac:cxnSpMkLst>
            <pc:docMk/>
            <pc:sldMk cId="3723264012" sldId="2771"/>
            <ac:cxnSpMk id="58" creationId="{0D5EEB53-0F17-DE42-8674-68495B0ACDDD}"/>
          </ac:cxnSpMkLst>
        </pc:cxnChg>
        <pc:cxnChg chg="mod">
          <ac:chgData name="Xin Luo" userId="82312ee5779919a4" providerId="LiveId" clId="{57D09FE4-BEBB-7042-8CD8-840F82555E1A}" dt="2023-11-04T10:22:24.471" v="338"/>
          <ac:cxnSpMkLst>
            <pc:docMk/>
            <pc:sldMk cId="3723264012" sldId="2771"/>
            <ac:cxnSpMk id="62" creationId="{F964DE79-45E2-2EC2-A48F-B69B2FAE1EC4}"/>
          </ac:cxnSpMkLst>
        </pc:cxnChg>
        <pc:cxnChg chg="mod">
          <ac:chgData name="Xin Luo" userId="82312ee5779919a4" providerId="LiveId" clId="{57D09FE4-BEBB-7042-8CD8-840F82555E1A}" dt="2023-11-04T10:22:24.471" v="338"/>
          <ac:cxnSpMkLst>
            <pc:docMk/>
            <pc:sldMk cId="3723264012" sldId="2771"/>
            <ac:cxnSpMk id="75" creationId="{DAE7C534-E698-9256-0AF1-817240B13AD4}"/>
          </ac:cxnSpMkLst>
        </pc:cxnChg>
        <pc:cxnChg chg="mod">
          <ac:chgData name="Xin Luo" userId="82312ee5779919a4" providerId="LiveId" clId="{57D09FE4-BEBB-7042-8CD8-840F82555E1A}" dt="2023-11-04T10:22:24.471" v="338"/>
          <ac:cxnSpMkLst>
            <pc:docMk/>
            <pc:sldMk cId="3723264012" sldId="2771"/>
            <ac:cxnSpMk id="76" creationId="{4366ED47-83FA-17C6-8A2C-E8C6B4E37315}"/>
          </ac:cxnSpMkLst>
        </pc:cxnChg>
        <pc:cxnChg chg="mod">
          <ac:chgData name="Xin Luo" userId="82312ee5779919a4" providerId="LiveId" clId="{57D09FE4-BEBB-7042-8CD8-840F82555E1A}" dt="2023-11-04T10:22:24.471" v="338"/>
          <ac:cxnSpMkLst>
            <pc:docMk/>
            <pc:sldMk cId="3723264012" sldId="2771"/>
            <ac:cxnSpMk id="77" creationId="{6C8E3971-9024-056E-A6BB-1FCCD6BF2BBD}"/>
          </ac:cxnSpMkLst>
        </pc:cxnChg>
        <pc:cxnChg chg="mod">
          <ac:chgData name="Xin Luo" userId="82312ee5779919a4" providerId="LiveId" clId="{57D09FE4-BEBB-7042-8CD8-840F82555E1A}" dt="2023-11-04T10:22:24.471" v="338"/>
          <ac:cxnSpMkLst>
            <pc:docMk/>
            <pc:sldMk cId="3723264012" sldId="2771"/>
            <ac:cxnSpMk id="78" creationId="{0DB30E58-FA9E-82B2-5E64-8AFE417903EF}"/>
          </ac:cxnSpMkLst>
        </pc:cxnChg>
        <pc:cxnChg chg="mod">
          <ac:chgData name="Xin Luo" userId="82312ee5779919a4" providerId="LiveId" clId="{57D09FE4-BEBB-7042-8CD8-840F82555E1A}" dt="2023-11-04T10:22:24.471" v="338"/>
          <ac:cxnSpMkLst>
            <pc:docMk/>
            <pc:sldMk cId="3723264012" sldId="2771"/>
            <ac:cxnSpMk id="79" creationId="{410202B4-33B0-059E-0408-6C7850C7C2B2}"/>
          </ac:cxnSpMkLst>
        </pc:cxnChg>
        <pc:cxnChg chg="mod">
          <ac:chgData name="Xin Luo" userId="82312ee5779919a4" providerId="LiveId" clId="{57D09FE4-BEBB-7042-8CD8-840F82555E1A}" dt="2023-11-04T10:22:24.471" v="338"/>
          <ac:cxnSpMkLst>
            <pc:docMk/>
            <pc:sldMk cId="3723264012" sldId="2771"/>
            <ac:cxnSpMk id="85" creationId="{BDA13962-B42C-8F0E-DDC7-77716D377933}"/>
          </ac:cxnSpMkLst>
        </pc:cxnChg>
        <pc:cxnChg chg="mod">
          <ac:chgData name="Xin Luo" userId="82312ee5779919a4" providerId="LiveId" clId="{57D09FE4-BEBB-7042-8CD8-840F82555E1A}" dt="2023-11-04T10:22:24.471" v="338"/>
          <ac:cxnSpMkLst>
            <pc:docMk/>
            <pc:sldMk cId="3723264012" sldId="2771"/>
            <ac:cxnSpMk id="86" creationId="{301DCFB1-1E8E-AFE6-CA86-CF420CB7EAB6}"/>
          </ac:cxnSpMkLst>
        </pc:cxnChg>
        <pc:cxnChg chg="mod">
          <ac:chgData name="Xin Luo" userId="82312ee5779919a4" providerId="LiveId" clId="{57D09FE4-BEBB-7042-8CD8-840F82555E1A}" dt="2023-11-04T10:22:24.471" v="338"/>
          <ac:cxnSpMkLst>
            <pc:docMk/>
            <pc:sldMk cId="3723264012" sldId="2771"/>
            <ac:cxnSpMk id="96" creationId="{88844424-F621-E7D7-F99F-BD46F5B9BBEA}"/>
          </ac:cxnSpMkLst>
        </pc:cxnChg>
        <pc:cxnChg chg="mod">
          <ac:chgData name="Xin Luo" userId="82312ee5779919a4" providerId="LiveId" clId="{57D09FE4-BEBB-7042-8CD8-840F82555E1A}" dt="2023-11-04T10:22:24.471" v="338"/>
          <ac:cxnSpMkLst>
            <pc:docMk/>
            <pc:sldMk cId="3723264012" sldId="2771"/>
            <ac:cxnSpMk id="97" creationId="{C7764301-2249-D981-D77F-6196DBF7A44F}"/>
          </ac:cxnSpMkLst>
        </pc:cxnChg>
        <pc:cxnChg chg="mod">
          <ac:chgData name="Xin Luo" userId="82312ee5779919a4" providerId="LiveId" clId="{57D09FE4-BEBB-7042-8CD8-840F82555E1A}" dt="2023-11-04T10:22:24.471" v="338"/>
          <ac:cxnSpMkLst>
            <pc:docMk/>
            <pc:sldMk cId="3723264012" sldId="2771"/>
            <ac:cxnSpMk id="100" creationId="{59888FAE-F32C-FE97-33E5-E0CE8CC4493E}"/>
          </ac:cxnSpMkLst>
        </pc:cxnChg>
        <pc:cxnChg chg="mod">
          <ac:chgData name="Xin Luo" userId="82312ee5779919a4" providerId="LiveId" clId="{57D09FE4-BEBB-7042-8CD8-840F82555E1A}" dt="2023-11-04T10:22:24.471" v="338"/>
          <ac:cxnSpMkLst>
            <pc:docMk/>
            <pc:sldMk cId="3723264012" sldId="2771"/>
            <ac:cxnSpMk id="101" creationId="{8D8B72D5-8CEC-6F27-A45D-D060F7BAA2EE}"/>
          </ac:cxnSpMkLst>
        </pc:cxnChg>
        <pc:cxnChg chg="mod">
          <ac:chgData name="Xin Luo" userId="82312ee5779919a4" providerId="LiveId" clId="{57D09FE4-BEBB-7042-8CD8-840F82555E1A}" dt="2023-11-04T10:22:24.471" v="338"/>
          <ac:cxnSpMkLst>
            <pc:docMk/>
            <pc:sldMk cId="3723264012" sldId="2771"/>
            <ac:cxnSpMk id="104" creationId="{05C4119A-A330-CDEE-4E0A-0F4944CF294E}"/>
          </ac:cxnSpMkLst>
        </pc:cxnChg>
        <pc:cxnChg chg="mod">
          <ac:chgData name="Xin Luo" userId="82312ee5779919a4" providerId="LiveId" clId="{57D09FE4-BEBB-7042-8CD8-840F82555E1A}" dt="2023-11-04T10:22:24.471" v="338"/>
          <ac:cxnSpMkLst>
            <pc:docMk/>
            <pc:sldMk cId="3723264012" sldId="2771"/>
            <ac:cxnSpMk id="105" creationId="{0533185F-EEDE-05BA-1139-74F620322476}"/>
          </ac:cxnSpMkLst>
        </pc:cxnChg>
        <pc:cxnChg chg="mod">
          <ac:chgData name="Xin Luo" userId="82312ee5779919a4" providerId="LiveId" clId="{57D09FE4-BEBB-7042-8CD8-840F82555E1A}" dt="2023-11-04T10:22:24.471" v="338"/>
          <ac:cxnSpMkLst>
            <pc:docMk/>
            <pc:sldMk cId="3723264012" sldId="2771"/>
            <ac:cxnSpMk id="108" creationId="{D8EF2997-70EE-D5BB-DF78-D2108D51C0CB}"/>
          </ac:cxnSpMkLst>
        </pc:cxnChg>
        <pc:cxnChg chg="mod">
          <ac:chgData name="Xin Luo" userId="82312ee5779919a4" providerId="LiveId" clId="{57D09FE4-BEBB-7042-8CD8-840F82555E1A}" dt="2023-11-04T10:22:24.471" v="338"/>
          <ac:cxnSpMkLst>
            <pc:docMk/>
            <pc:sldMk cId="3723264012" sldId="2771"/>
            <ac:cxnSpMk id="109" creationId="{7CEE98FF-EE8F-583A-0E42-1A825402F566}"/>
          </ac:cxnSpMkLst>
        </pc:cxnChg>
        <pc:cxnChg chg="mod">
          <ac:chgData name="Xin Luo" userId="82312ee5779919a4" providerId="LiveId" clId="{57D09FE4-BEBB-7042-8CD8-840F82555E1A}" dt="2023-11-04T10:22:24.471" v="338"/>
          <ac:cxnSpMkLst>
            <pc:docMk/>
            <pc:sldMk cId="3723264012" sldId="2771"/>
            <ac:cxnSpMk id="112" creationId="{48E0DB4E-AE2A-1B1C-A2CD-8B458CEBAA91}"/>
          </ac:cxnSpMkLst>
        </pc:cxnChg>
        <pc:cxnChg chg="mod">
          <ac:chgData name="Xin Luo" userId="82312ee5779919a4" providerId="LiveId" clId="{57D09FE4-BEBB-7042-8CD8-840F82555E1A}" dt="2023-11-04T10:22:24.471" v="338"/>
          <ac:cxnSpMkLst>
            <pc:docMk/>
            <pc:sldMk cId="3723264012" sldId="2771"/>
            <ac:cxnSpMk id="113" creationId="{A0F8A4B3-62BF-1F8D-8FEC-EAC18518A835}"/>
          </ac:cxnSpMkLst>
        </pc:cxnChg>
        <pc:cxnChg chg="add mod">
          <ac:chgData name="Xin Luo" userId="82312ee5779919a4" providerId="LiveId" clId="{57D09FE4-BEBB-7042-8CD8-840F82555E1A}" dt="2023-11-04T10:28:13.278" v="445" actId="1038"/>
          <ac:cxnSpMkLst>
            <pc:docMk/>
            <pc:sldMk cId="3723264012" sldId="2771"/>
            <ac:cxnSpMk id="119" creationId="{DA76235A-C07A-6C6B-4FEB-A5801A7D34A4}"/>
          </ac:cxnSpMkLst>
        </pc:cxnChg>
      </pc:sldChg>
    </pc:docChg>
  </pc:docChgLst>
  <pc:docChgLst>
    <pc:chgData name="Xin Luo" userId="82312ee5779919a4" providerId="LiveId" clId="{A6DB5D38-8CDE-CA4A-991E-FDF7CC75588B}"/>
    <pc:docChg chg="custSel addSld delSld modSld">
      <pc:chgData name="Xin Luo" userId="82312ee5779919a4" providerId="LiveId" clId="{A6DB5D38-8CDE-CA4A-991E-FDF7CC75588B}" dt="2023-07-02T13:58:23.503" v="308" actId="20577"/>
      <pc:docMkLst>
        <pc:docMk/>
      </pc:docMkLst>
      <pc:sldChg chg="del">
        <pc:chgData name="Xin Luo" userId="82312ee5779919a4" providerId="LiveId" clId="{A6DB5D38-8CDE-CA4A-991E-FDF7CC75588B}" dt="2023-07-02T09:12:46.783" v="3" actId="2696"/>
        <pc:sldMkLst>
          <pc:docMk/>
          <pc:sldMk cId="1153920038" sldId="2206"/>
        </pc:sldMkLst>
      </pc:sldChg>
      <pc:sldChg chg="addSp modSp mod">
        <pc:chgData name="Xin Luo" userId="82312ee5779919a4" providerId="LiveId" clId="{A6DB5D38-8CDE-CA4A-991E-FDF7CC75588B}" dt="2023-07-02T09:33:38.099" v="263" actId="1038"/>
        <pc:sldMkLst>
          <pc:docMk/>
          <pc:sldMk cId="1576120367" sldId="2387"/>
        </pc:sldMkLst>
        <pc:spChg chg="mod">
          <ac:chgData name="Xin Luo" userId="82312ee5779919a4" providerId="LiveId" clId="{A6DB5D38-8CDE-CA4A-991E-FDF7CC75588B}" dt="2023-07-02T09:14:44.525" v="133" actId="20577"/>
          <ac:spMkLst>
            <pc:docMk/>
            <pc:sldMk cId="1576120367" sldId="2387"/>
            <ac:spMk id="4" creationId="{757B3F1E-8914-BCF9-8C32-DC97816E3AB3}"/>
          </ac:spMkLst>
        </pc:spChg>
        <pc:spChg chg="mod">
          <ac:chgData name="Xin Luo" userId="82312ee5779919a4" providerId="LiveId" clId="{A6DB5D38-8CDE-CA4A-991E-FDF7CC75588B}" dt="2023-07-02T09:15:01.535" v="146" actId="20577"/>
          <ac:spMkLst>
            <pc:docMk/>
            <pc:sldMk cId="1576120367" sldId="2387"/>
            <ac:spMk id="5" creationId="{5C122EB0-B760-BC58-121E-98929155DE13}"/>
          </ac:spMkLst>
        </pc:spChg>
        <pc:spChg chg="mod">
          <ac:chgData name="Xin Luo" userId="82312ee5779919a4" providerId="LiveId" clId="{A6DB5D38-8CDE-CA4A-991E-FDF7CC75588B}" dt="2023-07-02T09:15:10.834" v="152" actId="20577"/>
          <ac:spMkLst>
            <pc:docMk/>
            <pc:sldMk cId="1576120367" sldId="2387"/>
            <ac:spMk id="8" creationId="{7B19071C-E4E2-AAD4-0186-633437D7D84E}"/>
          </ac:spMkLst>
        </pc:spChg>
        <pc:spChg chg="mod">
          <ac:chgData name="Xin Luo" userId="82312ee5779919a4" providerId="LiveId" clId="{A6DB5D38-8CDE-CA4A-991E-FDF7CC75588B}" dt="2023-07-02T09:15:16.534" v="166" actId="20577"/>
          <ac:spMkLst>
            <pc:docMk/>
            <pc:sldMk cId="1576120367" sldId="2387"/>
            <ac:spMk id="11" creationId="{CDD1C91E-57E5-EE98-7858-32035990262E}"/>
          </ac:spMkLst>
        </pc:spChg>
        <pc:spChg chg="mod">
          <ac:chgData name="Xin Luo" userId="82312ee5779919a4" providerId="LiveId" clId="{A6DB5D38-8CDE-CA4A-991E-FDF7CC75588B}" dt="2023-07-02T09:14:18.526" v="117" actId="20577"/>
          <ac:spMkLst>
            <pc:docMk/>
            <pc:sldMk cId="1576120367" sldId="2387"/>
            <ac:spMk id="12" creationId="{00000000-0000-0000-0000-000000000000}"/>
          </ac:spMkLst>
        </pc:spChg>
        <pc:spChg chg="mod">
          <ac:chgData name="Xin Luo" userId="82312ee5779919a4" providerId="LiveId" clId="{A6DB5D38-8CDE-CA4A-991E-FDF7CC75588B}" dt="2023-07-02T09:14:05.142" v="106" actId="20577"/>
          <ac:spMkLst>
            <pc:docMk/>
            <pc:sldMk cId="1576120367" sldId="2387"/>
            <ac:spMk id="14" creationId="{00000000-0000-0000-0000-000000000000}"/>
          </ac:spMkLst>
        </pc:spChg>
        <pc:spChg chg="mod">
          <ac:chgData name="Xin Luo" userId="82312ee5779919a4" providerId="LiveId" clId="{A6DB5D38-8CDE-CA4A-991E-FDF7CC75588B}" dt="2023-07-02T09:15:23.330" v="167"/>
          <ac:spMkLst>
            <pc:docMk/>
            <pc:sldMk cId="1576120367" sldId="2387"/>
            <ac:spMk id="16" creationId="{2B3EF181-4B4E-02E4-5C00-C278779005C4}"/>
          </ac:spMkLst>
        </pc:spChg>
        <pc:spChg chg="mod">
          <ac:chgData name="Xin Luo" userId="82312ee5779919a4" providerId="LiveId" clId="{A6DB5D38-8CDE-CA4A-991E-FDF7CC75588B}" dt="2023-07-02T09:15:45.399" v="190" actId="20577"/>
          <ac:spMkLst>
            <pc:docMk/>
            <pc:sldMk cId="1576120367" sldId="2387"/>
            <ac:spMk id="17" creationId="{FD887AF4-9FF3-7651-AC74-9DE5620D250C}"/>
          </ac:spMkLst>
        </pc:spChg>
        <pc:grpChg chg="add mod">
          <ac:chgData name="Xin Luo" userId="82312ee5779919a4" providerId="LiveId" clId="{A6DB5D38-8CDE-CA4A-991E-FDF7CC75588B}" dt="2023-07-02T09:33:29.886" v="259" actId="1035"/>
          <ac:grpSpMkLst>
            <pc:docMk/>
            <pc:sldMk cId="1576120367" sldId="2387"/>
            <ac:grpSpMk id="2" creationId="{1818EBCB-380D-926A-5B23-181F7E7C8ECD}"/>
          </ac:grpSpMkLst>
        </pc:grpChg>
        <pc:grpChg chg="mod">
          <ac:chgData name="Xin Luo" userId="82312ee5779919a4" providerId="LiveId" clId="{A6DB5D38-8CDE-CA4A-991E-FDF7CC75588B}" dt="2023-07-02T09:33:38.099" v="263" actId="1038"/>
          <ac:grpSpMkLst>
            <pc:docMk/>
            <pc:sldMk cId="1576120367" sldId="2387"/>
            <ac:grpSpMk id="3" creationId="{12ED16A1-79B8-7DB1-1CC1-250B051BAD58}"/>
          </ac:grpSpMkLst>
        </pc:grpChg>
        <pc:grpChg chg="add mod">
          <ac:chgData name="Xin Luo" userId="82312ee5779919a4" providerId="LiveId" clId="{A6DB5D38-8CDE-CA4A-991E-FDF7CC75588B}" dt="2023-07-02T09:33:29.886" v="259" actId="1035"/>
          <ac:grpSpMkLst>
            <pc:docMk/>
            <pc:sldMk cId="1576120367" sldId="2387"/>
            <ac:grpSpMk id="7" creationId="{70856234-5F93-A6CB-46BF-2F1FA1D250C7}"/>
          </ac:grpSpMkLst>
        </pc:grpChg>
        <pc:grpChg chg="mod">
          <ac:chgData name="Xin Luo" userId="82312ee5779919a4" providerId="LiveId" clId="{A6DB5D38-8CDE-CA4A-991E-FDF7CC75588B}" dt="2023-07-02T09:33:38.099" v="263" actId="1038"/>
          <ac:grpSpMkLst>
            <pc:docMk/>
            <pc:sldMk cId="1576120367" sldId="2387"/>
            <ac:grpSpMk id="9" creationId="{84B9B8D5-4BCC-CDFF-1E13-B005060A8BDF}"/>
          </ac:grpSpMkLst>
        </pc:grpChg>
        <pc:grpChg chg="add mod">
          <ac:chgData name="Xin Luo" userId="82312ee5779919a4" providerId="LiveId" clId="{A6DB5D38-8CDE-CA4A-991E-FDF7CC75588B}" dt="2023-07-02T09:33:29.886" v="259" actId="1035"/>
          <ac:grpSpMkLst>
            <pc:docMk/>
            <pc:sldMk cId="1576120367" sldId="2387"/>
            <ac:grpSpMk id="15" creationId="{31C2D7F0-12A3-5736-3C52-F8C7E4C99303}"/>
          </ac:grpSpMkLst>
        </pc:grpChg>
      </pc:sldChg>
      <pc:sldChg chg="modSp mod">
        <pc:chgData name="Xin Luo" userId="82312ee5779919a4" providerId="LiveId" clId="{A6DB5D38-8CDE-CA4A-991E-FDF7CC75588B}" dt="2023-07-02T09:16:09.623" v="203" actId="20577"/>
        <pc:sldMkLst>
          <pc:docMk/>
          <pc:sldMk cId="2415901206" sldId="2447"/>
        </pc:sldMkLst>
        <pc:spChg chg="mod">
          <ac:chgData name="Xin Luo" userId="82312ee5779919a4" providerId="LiveId" clId="{A6DB5D38-8CDE-CA4A-991E-FDF7CC75588B}" dt="2023-07-02T09:16:09.623" v="203" actId="20577"/>
          <ac:spMkLst>
            <pc:docMk/>
            <pc:sldMk cId="2415901206" sldId="2447"/>
            <ac:spMk id="7" creationId="{00000000-0000-0000-0000-000000000000}"/>
          </ac:spMkLst>
        </pc:spChg>
      </pc:sldChg>
      <pc:sldChg chg="del">
        <pc:chgData name="Xin Luo" userId="82312ee5779919a4" providerId="LiveId" clId="{A6DB5D38-8CDE-CA4A-991E-FDF7CC75588B}" dt="2023-07-02T09:27:25.044" v="225" actId="2696"/>
        <pc:sldMkLst>
          <pc:docMk/>
          <pc:sldMk cId="4067577602" sldId="2605"/>
        </pc:sldMkLst>
      </pc:sldChg>
      <pc:sldChg chg="del">
        <pc:chgData name="Xin Luo" userId="82312ee5779919a4" providerId="LiveId" clId="{A6DB5D38-8CDE-CA4A-991E-FDF7CC75588B}" dt="2023-07-02T09:13:02.327" v="5" actId="2696"/>
        <pc:sldMkLst>
          <pc:docMk/>
          <pc:sldMk cId="1602808061" sldId="2707"/>
        </pc:sldMkLst>
      </pc:sldChg>
      <pc:sldChg chg="del">
        <pc:chgData name="Xin Luo" userId="82312ee5779919a4" providerId="LiveId" clId="{A6DB5D38-8CDE-CA4A-991E-FDF7CC75588B}" dt="2023-07-02T09:13:02.324" v="4" actId="2696"/>
        <pc:sldMkLst>
          <pc:docMk/>
          <pc:sldMk cId="1658607177" sldId="2708"/>
        </pc:sldMkLst>
      </pc:sldChg>
      <pc:sldChg chg="del">
        <pc:chgData name="Xin Luo" userId="82312ee5779919a4" providerId="LiveId" clId="{A6DB5D38-8CDE-CA4A-991E-FDF7CC75588B}" dt="2023-07-02T09:27:25.065" v="226" actId="2696"/>
        <pc:sldMkLst>
          <pc:docMk/>
          <pc:sldMk cId="1257969106" sldId="2709"/>
        </pc:sldMkLst>
      </pc:sldChg>
      <pc:sldChg chg="del">
        <pc:chgData name="Xin Luo" userId="82312ee5779919a4" providerId="LiveId" clId="{A6DB5D38-8CDE-CA4A-991E-FDF7CC75588B}" dt="2023-07-02T09:27:25.032" v="222" actId="2696"/>
        <pc:sldMkLst>
          <pc:docMk/>
          <pc:sldMk cId="2744383376" sldId="2711"/>
        </pc:sldMkLst>
      </pc:sldChg>
      <pc:sldChg chg="del">
        <pc:chgData name="Xin Luo" userId="82312ee5779919a4" providerId="LiveId" clId="{A6DB5D38-8CDE-CA4A-991E-FDF7CC75588B}" dt="2023-07-02T09:27:25.020" v="217" actId="2696"/>
        <pc:sldMkLst>
          <pc:docMk/>
          <pc:sldMk cId="280619949" sldId="2714"/>
        </pc:sldMkLst>
      </pc:sldChg>
      <pc:sldChg chg="del">
        <pc:chgData name="Xin Luo" userId="82312ee5779919a4" providerId="LiveId" clId="{A6DB5D38-8CDE-CA4A-991E-FDF7CC75588B}" dt="2023-07-02T09:27:25.025" v="219" actId="2696"/>
        <pc:sldMkLst>
          <pc:docMk/>
          <pc:sldMk cId="3852391939" sldId="2715"/>
        </pc:sldMkLst>
      </pc:sldChg>
      <pc:sldChg chg="del">
        <pc:chgData name="Xin Luo" userId="82312ee5779919a4" providerId="LiveId" clId="{A6DB5D38-8CDE-CA4A-991E-FDF7CC75588B}" dt="2023-07-02T09:27:25.023" v="218" actId="2696"/>
        <pc:sldMkLst>
          <pc:docMk/>
          <pc:sldMk cId="3026715585" sldId="2716"/>
        </pc:sldMkLst>
      </pc:sldChg>
      <pc:sldChg chg="del">
        <pc:chgData name="Xin Luo" userId="82312ee5779919a4" providerId="LiveId" clId="{A6DB5D38-8CDE-CA4A-991E-FDF7CC75588B}" dt="2023-07-02T09:27:25.037" v="224" actId="2696"/>
        <pc:sldMkLst>
          <pc:docMk/>
          <pc:sldMk cId="4136986794" sldId="2717"/>
        </pc:sldMkLst>
      </pc:sldChg>
      <pc:sldChg chg="del">
        <pc:chgData name="Xin Luo" userId="82312ee5779919a4" providerId="LiveId" clId="{A6DB5D38-8CDE-CA4A-991E-FDF7CC75588B}" dt="2023-07-02T09:27:25.018" v="216" actId="2696"/>
        <pc:sldMkLst>
          <pc:docMk/>
          <pc:sldMk cId="1778017482" sldId="2718"/>
        </pc:sldMkLst>
      </pc:sldChg>
      <pc:sldChg chg="add del">
        <pc:chgData name="Xin Luo" userId="82312ee5779919a4" providerId="LiveId" clId="{A6DB5D38-8CDE-CA4A-991E-FDF7CC75588B}" dt="2023-07-02T09:27:26.652" v="230"/>
        <pc:sldMkLst>
          <pc:docMk/>
          <pc:sldMk cId="1858913004" sldId="2719"/>
        </pc:sldMkLst>
      </pc:sldChg>
      <pc:sldChg chg="del">
        <pc:chgData name="Xin Luo" userId="82312ee5779919a4" providerId="LiveId" clId="{A6DB5D38-8CDE-CA4A-991E-FDF7CC75588B}" dt="2023-07-02T09:27:25.030" v="221" actId="2696"/>
        <pc:sldMkLst>
          <pc:docMk/>
          <pc:sldMk cId="3480831675" sldId="2720"/>
        </pc:sldMkLst>
      </pc:sldChg>
      <pc:sldChg chg="del">
        <pc:chgData name="Xin Luo" userId="82312ee5779919a4" providerId="LiveId" clId="{A6DB5D38-8CDE-CA4A-991E-FDF7CC75588B}" dt="2023-07-02T09:13:02.341" v="11" actId="2696"/>
        <pc:sldMkLst>
          <pc:docMk/>
          <pc:sldMk cId="295872025" sldId="2722"/>
        </pc:sldMkLst>
      </pc:sldChg>
      <pc:sldChg chg="del">
        <pc:chgData name="Xin Luo" userId="82312ee5779919a4" providerId="LiveId" clId="{A6DB5D38-8CDE-CA4A-991E-FDF7CC75588B}" dt="2023-07-02T09:27:25.028" v="220" actId="2696"/>
        <pc:sldMkLst>
          <pc:docMk/>
          <pc:sldMk cId="769179569" sldId="2723"/>
        </pc:sldMkLst>
      </pc:sldChg>
      <pc:sldChg chg="del">
        <pc:chgData name="Xin Luo" userId="82312ee5779919a4" providerId="LiveId" clId="{A6DB5D38-8CDE-CA4A-991E-FDF7CC75588B}" dt="2023-07-02T09:13:02.335" v="8" actId="2696"/>
        <pc:sldMkLst>
          <pc:docMk/>
          <pc:sldMk cId="57442970" sldId="2725"/>
        </pc:sldMkLst>
      </pc:sldChg>
      <pc:sldChg chg="del">
        <pc:chgData name="Xin Luo" userId="82312ee5779919a4" providerId="LiveId" clId="{A6DB5D38-8CDE-CA4A-991E-FDF7CC75588B}" dt="2023-07-02T09:13:02.338" v="9" actId="2696"/>
        <pc:sldMkLst>
          <pc:docMk/>
          <pc:sldMk cId="4114066566" sldId="2726"/>
        </pc:sldMkLst>
      </pc:sldChg>
      <pc:sldChg chg="del">
        <pc:chgData name="Xin Luo" userId="82312ee5779919a4" providerId="LiveId" clId="{A6DB5D38-8CDE-CA4A-991E-FDF7CC75588B}" dt="2023-07-02T09:13:02.340" v="10" actId="2696"/>
        <pc:sldMkLst>
          <pc:docMk/>
          <pc:sldMk cId="623131075" sldId="2727"/>
        </pc:sldMkLst>
      </pc:sldChg>
      <pc:sldChg chg="del">
        <pc:chgData name="Xin Luo" userId="82312ee5779919a4" providerId="LiveId" clId="{A6DB5D38-8CDE-CA4A-991E-FDF7CC75588B}" dt="2023-07-02T09:13:02.329" v="6" actId="2696"/>
        <pc:sldMkLst>
          <pc:docMk/>
          <pc:sldMk cId="1683372320" sldId="2728"/>
        </pc:sldMkLst>
      </pc:sldChg>
      <pc:sldChg chg="del">
        <pc:chgData name="Xin Luo" userId="82312ee5779919a4" providerId="LiveId" clId="{A6DB5D38-8CDE-CA4A-991E-FDF7CC75588B}" dt="2023-07-02T09:27:25.080" v="227" actId="2696"/>
        <pc:sldMkLst>
          <pc:docMk/>
          <pc:sldMk cId="240261692" sldId="2729"/>
        </pc:sldMkLst>
      </pc:sldChg>
      <pc:sldChg chg="del">
        <pc:chgData name="Xin Luo" userId="82312ee5779919a4" providerId="LiveId" clId="{A6DB5D38-8CDE-CA4A-991E-FDF7CC75588B}" dt="2023-07-02T09:13:02.333" v="7" actId="2696"/>
        <pc:sldMkLst>
          <pc:docMk/>
          <pc:sldMk cId="736914780" sldId="2730"/>
        </pc:sldMkLst>
      </pc:sldChg>
      <pc:sldChg chg="del">
        <pc:chgData name="Xin Luo" userId="82312ee5779919a4" providerId="LiveId" clId="{A6DB5D38-8CDE-CA4A-991E-FDF7CC75588B}" dt="2023-07-02T09:13:02.344" v="12" actId="2696"/>
        <pc:sldMkLst>
          <pc:docMk/>
          <pc:sldMk cId="3309691984" sldId="2731"/>
        </pc:sldMkLst>
      </pc:sldChg>
      <pc:sldChg chg="del">
        <pc:chgData name="Xin Luo" userId="82312ee5779919a4" providerId="LiveId" clId="{A6DB5D38-8CDE-CA4A-991E-FDF7CC75588B}" dt="2023-07-02T09:27:25.104" v="228" actId="2696"/>
        <pc:sldMkLst>
          <pc:docMk/>
          <pc:sldMk cId="1199790559" sldId="2732"/>
        </pc:sldMkLst>
      </pc:sldChg>
      <pc:sldChg chg="del">
        <pc:chgData name="Xin Luo" userId="82312ee5779919a4" providerId="LiveId" clId="{A6DB5D38-8CDE-CA4A-991E-FDF7CC75588B}" dt="2023-07-02T09:27:25.035" v="223" actId="2696"/>
        <pc:sldMkLst>
          <pc:docMk/>
          <pc:sldMk cId="3625541778" sldId="2733"/>
        </pc:sldMkLst>
      </pc:sldChg>
      <pc:sldChg chg="add del setBg">
        <pc:chgData name="Xin Luo" userId="82312ee5779919a4" providerId="LiveId" clId="{A6DB5D38-8CDE-CA4A-991E-FDF7CC75588B}" dt="2023-07-02T09:12:44.226" v="1"/>
        <pc:sldMkLst>
          <pc:docMk/>
          <pc:sldMk cId="967839068" sldId="2734"/>
        </pc:sldMkLst>
      </pc:sldChg>
      <pc:sldChg chg="add del">
        <pc:chgData name="Xin Luo" userId="82312ee5779919a4" providerId="LiveId" clId="{A6DB5D38-8CDE-CA4A-991E-FDF7CC75588B}" dt="2023-07-02T13:09:14.160" v="267" actId="2696"/>
        <pc:sldMkLst>
          <pc:docMk/>
          <pc:sldMk cId="1813186467" sldId="2734"/>
        </pc:sldMkLst>
      </pc:sldChg>
      <pc:sldChg chg="add del">
        <pc:chgData name="Xin Luo" userId="82312ee5779919a4" providerId="LiveId" clId="{A6DB5D38-8CDE-CA4A-991E-FDF7CC75588B}" dt="2023-07-02T09:16:29.698" v="205"/>
        <pc:sldMkLst>
          <pc:docMk/>
          <pc:sldMk cId="960302093" sldId="2735"/>
        </pc:sldMkLst>
      </pc:sldChg>
      <pc:sldChg chg="add del">
        <pc:chgData name="Xin Luo" userId="82312ee5779919a4" providerId="LiveId" clId="{A6DB5D38-8CDE-CA4A-991E-FDF7CC75588B}" dt="2023-07-02T09:27:25.016" v="215" actId="2696"/>
        <pc:sldMkLst>
          <pc:docMk/>
          <pc:sldMk cId="3451841841" sldId="2735"/>
        </pc:sldMkLst>
      </pc:sldChg>
      <pc:sldChg chg="add">
        <pc:chgData name="Xin Luo" userId="82312ee5779919a4" providerId="LiveId" clId="{A6DB5D38-8CDE-CA4A-991E-FDF7CC75588B}" dt="2023-07-02T09:27:26.652" v="230"/>
        <pc:sldMkLst>
          <pc:docMk/>
          <pc:sldMk cId="2133851870" sldId="2741"/>
        </pc:sldMkLst>
      </pc:sldChg>
      <pc:sldChg chg="add">
        <pc:chgData name="Xin Luo" userId="82312ee5779919a4" providerId="LiveId" clId="{A6DB5D38-8CDE-CA4A-991E-FDF7CC75588B}" dt="2023-07-02T09:27:26.652" v="230"/>
        <pc:sldMkLst>
          <pc:docMk/>
          <pc:sldMk cId="3854072849" sldId="2749"/>
        </pc:sldMkLst>
      </pc:sldChg>
      <pc:sldChg chg="add">
        <pc:chgData name="Xin Luo" userId="82312ee5779919a4" providerId="LiveId" clId="{A6DB5D38-8CDE-CA4A-991E-FDF7CC75588B}" dt="2023-07-02T09:27:26.652" v="230"/>
        <pc:sldMkLst>
          <pc:docMk/>
          <pc:sldMk cId="1538855213" sldId="2752"/>
        </pc:sldMkLst>
      </pc:sldChg>
      <pc:sldChg chg="add">
        <pc:chgData name="Xin Luo" userId="82312ee5779919a4" providerId="LiveId" clId="{A6DB5D38-8CDE-CA4A-991E-FDF7CC75588B}" dt="2023-07-02T09:27:26.652" v="230"/>
        <pc:sldMkLst>
          <pc:docMk/>
          <pc:sldMk cId="183758405" sldId="2753"/>
        </pc:sldMkLst>
      </pc:sldChg>
      <pc:sldChg chg="add">
        <pc:chgData name="Xin Luo" userId="82312ee5779919a4" providerId="LiveId" clId="{A6DB5D38-8CDE-CA4A-991E-FDF7CC75588B}" dt="2023-07-02T09:27:26.652" v="230"/>
        <pc:sldMkLst>
          <pc:docMk/>
          <pc:sldMk cId="2460377606" sldId="2755"/>
        </pc:sldMkLst>
      </pc:sldChg>
      <pc:sldChg chg="add">
        <pc:chgData name="Xin Luo" userId="82312ee5779919a4" providerId="LiveId" clId="{A6DB5D38-8CDE-CA4A-991E-FDF7CC75588B}" dt="2023-07-02T09:27:26.652" v="230"/>
        <pc:sldMkLst>
          <pc:docMk/>
          <pc:sldMk cId="2743960499" sldId="2757"/>
        </pc:sldMkLst>
      </pc:sldChg>
      <pc:sldChg chg="add">
        <pc:chgData name="Xin Luo" userId="82312ee5779919a4" providerId="LiveId" clId="{A6DB5D38-8CDE-CA4A-991E-FDF7CC75588B}" dt="2023-07-02T09:27:26.652" v="230"/>
        <pc:sldMkLst>
          <pc:docMk/>
          <pc:sldMk cId="899117486" sldId="2758"/>
        </pc:sldMkLst>
      </pc:sldChg>
      <pc:sldChg chg="add">
        <pc:chgData name="Xin Luo" userId="82312ee5779919a4" providerId="LiveId" clId="{A6DB5D38-8CDE-CA4A-991E-FDF7CC75588B}" dt="2023-07-02T09:27:26.652" v="230"/>
        <pc:sldMkLst>
          <pc:docMk/>
          <pc:sldMk cId="611343478" sldId="2759"/>
        </pc:sldMkLst>
      </pc:sldChg>
      <pc:sldChg chg="add">
        <pc:chgData name="Xin Luo" userId="82312ee5779919a4" providerId="LiveId" clId="{A6DB5D38-8CDE-CA4A-991E-FDF7CC75588B}" dt="2023-07-02T09:27:26.652" v="230"/>
        <pc:sldMkLst>
          <pc:docMk/>
          <pc:sldMk cId="1756138031" sldId="2760"/>
        </pc:sldMkLst>
      </pc:sldChg>
      <pc:sldChg chg="delSp modSp add mod">
        <pc:chgData name="Xin Luo" userId="82312ee5779919a4" providerId="LiveId" clId="{A6DB5D38-8CDE-CA4A-991E-FDF7CC75588B}" dt="2023-07-02T09:27:59.096" v="252" actId="20577"/>
        <pc:sldMkLst>
          <pc:docMk/>
          <pc:sldMk cId="2137074072" sldId="2761"/>
        </pc:sldMkLst>
        <pc:spChg chg="mod">
          <ac:chgData name="Xin Luo" userId="82312ee5779919a4" providerId="LiveId" clId="{A6DB5D38-8CDE-CA4A-991E-FDF7CC75588B}" dt="2023-07-02T09:27:59.096" v="252" actId="20577"/>
          <ac:spMkLst>
            <pc:docMk/>
            <pc:sldMk cId="2137074072" sldId="2761"/>
            <ac:spMk id="3" creationId="{00000000-0000-0000-0000-000000000000}"/>
          </ac:spMkLst>
        </pc:spChg>
        <pc:spChg chg="del">
          <ac:chgData name="Xin Luo" userId="82312ee5779919a4" providerId="LiveId" clId="{A6DB5D38-8CDE-CA4A-991E-FDF7CC75588B}" dt="2023-07-02T09:27:39.911" v="232" actId="478"/>
          <ac:spMkLst>
            <pc:docMk/>
            <pc:sldMk cId="2137074072" sldId="2761"/>
            <ac:spMk id="18" creationId="{4FCA9F66-5BEA-B0DF-5C31-FA90901E3E90}"/>
          </ac:spMkLst>
        </pc:spChg>
        <pc:grpChg chg="del">
          <ac:chgData name="Xin Luo" userId="82312ee5779919a4" providerId="LiveId" clId="{A6DB5D38-8CDE-CA4A-991E-FDF7CC75588B}" dt="2023-07-02T09:27:44.217" v="233" actId="478"/>
          <ac:grpSpMkLst>
            <pc:docMk/>
            <pc:sldMk cId="2137074072" sldId="2761"/>
            <ac:grpSpMk id="68" creationId="{826353CD-4C91-2632-9DE7-822F16E1917D}"/>
          </ac:grpSpMkLst>
        </pc:grpChg>
      </pc:sldChg>
      <pc:sldChg chg="add del">
        <pc:chgData name="Xin Luo" userId="82312ee5779919a4" providerId="LiveId" clId="{A6DB5D38-8CDE-CA4A-991E-FDF7CC75588B}" dt="2023-07-02T09:33:13.807" v="254" actId="2696"/>
        <pc:sldMkLst>
          <pc:docMk/>
          <pc:sldMk cId="1875404634" sldId="2762"/>
        </pc:sldMkLst>
      </pc:sldChg>
      <pc:sldChg chg="add">
        <pc:chgData name="Xin Luo" userId="82312ee5779919a4" providerId="LiveId" clId="{A6DB5D38-8CDE-CA4A-991E-FDF7CC75588B}" dt="2023-07-02T09:33:18.834" v="255"/>
        <pc:sldMkLst>
          <pc:docMk/>
          <pc:sldMk cId="3094484517" sldId="2762"/>
        </pc:sldMkLst>
      </pc:sldChg>
      <pc:sldChg chg="modSp add del mod setBg">
        <pc:chgData name="Xin Luo" userId="82312ee5779919a4" providerId="LiveId" clId="{A6DB5D38-8CDE-CA4A-991E-FDF7CC75588B}" dt="2023-07-02T13:58:23.503" v="308" actId="20577"/>
        <pc:sldMkLst>
          <pc:docMk/>
          <pc:sldMk cId="2241021106" sldId="2763"/>
        </pc:sldMkLst>
        <pc:spChg chg="mod">
          <ac:chgData name="Xin Luo" userId="82312ee5779919a4" providerId="LiveId" clId="{A6DB5D38-8CDE-CA4A-991E-FDF7CC75588B}" dt="2023-07-02T13:58:23.503" v="308" actId="20577"/>
          <ac:spMkLst>
            <pc:docMk/>
            <pc:sldMk cId="2241021106" sldId="2763"/>
            <ac:spMk id="24" creationId="{00000000-0000-0000-0000-000000000000}"/>
          </ac:spMkLst>
        </pc:spChg>
      </pc:sldChg>
    </pc:docChg>
  </pc:docChgLst>
  <pc:docChgLst>
    <pc:chgData name="Xin Luo" userId="82312ee5779919a4" providerId="LiveId" clId="{4DB6C473-8E57-A543-81F7-48BE109E8C13}"/>
    <pc:docChg chg="undo custSel addSld delSld modSld sldOrd delMainMaster">
      <pc:chgData name="Xin Luo" userId="82312ee5779919a4" providerId="LiveId" clId="{4DB6C473-8E57-A543-81F7-48BE109E8C13}" dt="2023-02-21T15:10:04.498" v="5724" actId="108"/>
      <pc:docMkLst>
        <pc:docMk/>
      </pc:docMkLst>
      <pc:sldChg chg="addSp delSp modSp mod">
        <pc:chgData name="Xin Luo" userId="82312ee5779919a4" providerId="LiveId" clId="{4DB6C473-8E57-A543-81F7-48BE109E8C13}" dt="2023-02-21T08:54:32.554" v="3595" actId="1076"/>
        <pc:sldMkLst>
          <pc:docMk/>
          <pc:sldMk cId="1576120367" sldId="2387"/>
        </pc:sldMkLst>
        <pc:spChg chg="add del mod">
          <ac:chgData name="Xin Luo" userId="82312ee5779919a4" providerId="LiveId" clId="{4DB6C473-8E57-A543-81F7-48BE109E8C13}" dt="2023-02-21T05:44:22.831" v="2010"/>
          <ac:spMkLst>
            <pc:docMk/>
            <pc:sldMk cId="1576120367" sldId="2387"/>
            <ac:spMk id="4" creationId="{14071939-13A8-68AD-CF24-E66618C9CB95}"/>
          </ac:spMkLst>
        </pc:spChg>
        <pc:spChg chg="add del">
          <ac:chgData name="Xin Luo" userId="82312ee5779919a4" providerId="LiveId" clId="{4DB6C473-8E57-A543-81F7-48BE109E8C13}" dt="2023-02-21T05:42:59.400" v="1996" actId="478"/>
          <ac:spMkLst>
            <pc:docMk/>
            <pc:sldMk cId="1576120367" sldId="2387"/>
            <ac:spMk id="6" creationId="{00000000-0000-0000-0000-000000000000}"/>
          </ac:spMkLst>
        </pc:spChg>
        <pc:spChg chg="del">
          <ac:chgData name="Xin Luo" userId="82312ee5779919a4" providerId="LiveId" clId="{4DB6C473-8E57-A543-81F7-48BE109E8C13}" dt="2023-02-21T05:42:53.918" v="1994" actId="478"/>
          <ac:spMkLst>
            <pc:docMk/>
            <pc:sldMk cId="1576120367" sldId="2387"/>
            <ac:spMk id="7" creationId="{00000000-0000-0000-0000-000000000000}"/>
          </ac:spMkLst>
        </pc:spChg>
        <pc:spChg chg="add del mod">
          <ac:chgData name="Xin Luo" userId="82312ee5779919a4" providerId="LiveId" clId="{4DB6C473-8E57-A543-81F7-48BE109E8C13}" dt="2023-02-21T05:46:39.935" v="2038" actId="478"/>
          <ac:spMkLst>
            <pc:docMk/>
            <pc:sldMk cId="1576120367" sldId="2387"/>
            <ac:spMk id="8" creationId="{5795B555-5780-95D6-6939-E2A2F840CEDB}"/>
          </ac:spMkLst>
        </pc:spChg>
        <pc:spChg chg="add del mod topLvl">
          <ac:chgData name="Xin Luo" userId="82312ee5779919a4" providerId="LiveId" clId="{4DB6C473-8E57-A543-81F7-48BE109E8C13}" dt="2023-02-21T05:47:15.440" v="2044" actId="164"/>
          <ac:spMkLst>
            <pc:docMk/>
            <pc:sldMk cId="1576120367" sldId="2387"/>
            <ac:spMk id="10" creationId="{00000000-0000-0000-0000-000000000000}"/>
          </ac:spMkLst>
        </pc:spChg>
        <pc:spChg chg="mod topLvl">
          <ac:chgData name="Xin Luo" userId="82312ee5779919a4" providerId="LiveId" clId="{4DB6C473-8E57-A543-81F7-48BE109E8C13}" dt="2023-02-21T05:47:15.440" v="2044" actId="164"/>
          <ac:spMkLst>
            <pc:docMk/>
            <pc:sldMk cId="1576120367" sldId="2387"/>
            <ac:spMk id="12" creationId="{00000000-0000-0000-0000-000000000000}"/>
          </ac:spMkLst>
        </pc:spChg>
        <pc:spChg chg="mod">
          <ac:chgData name="Xin Luo" userId="82312ee5779919a4" providerId="LiveId" clId="{4DB6C473-8E57-A543-81F7-48BE109E8C13}" dt="2023-02-21T05:45:26.754" v="2016" actId="207"/>
          <ac:spMkLst>
            <pc:docMk/>
            <pc:sldMk cId="1576120367" sldId="2387"/>
            <ac:spMk id="13" creationId="{00000000-0000-0000-0000-000000000000}"/>
          </ac:spMkLst>
        </pc:spChg>
        <pc:spChg chg="mod">
          <ac:chgData name="Xin Luo" userId="82312ee5779919a4" providerId="LiveId" clId="{4DB6C473-8E57-A543-81F7-48BE109E8C13}" dt="2023-02-21T05:45:26.754" v="2016" actId="207"/>
          <ac:spMkLst>
            <pc:docMk/>
            <pc:sldMk cId="1576120367" sldId="2387"/>
            <ac:spMk id="14" creationId="{00000000-0000-0000-0000-000000000000}"/>
          </ac:spMkLst>
        </pc:spChg>
        <pc:spChg chg="mod">
          <ac:chgData name="Xin Luo" userId="82312ee5779919a4" providerId="LiveId" clId="{4DB6C473-8E57-A543-81F7-48BE109E8C13}" dt="2023-02-21T05:45:26.754" v="2016" actId="207"/>
          <ac:spMkLst>
            <pc:docMk/>
            <pc:sldMk cId="1576120367" sldId="2387"/>
            <ac:spMk id="15" creationId="{00000000-0000-0000-0000-000000000000}"/>
          </ac:spMkLst>
        </pc:spChg>
        <pc:spChg chg="mod">
          <ac:chgData name="Xin Luo" userId="82312ee5779919a4" providerId="LiveId" clId="{4DB6C473-8E57-A543-81F7-48BE109E8C13}" dt="2023-02-21T05:45:26.754" v="2016" actId="207"/>
          <ac:spMkLst>
            <pc:docMk/>
            <pc:sldMk cId="1576120367" sldId="2387"/>
            <ac:spMk id="16" creationId="{00000000-0000-0000-0000-000000000000}"/>
          </ac:spMkLst>
        </pc:spChg>
        <pc:grpChg chg="add del mod">
          <ac:chgData name="Xin Luo" userId="82312ee5779919a4" providerId="LiveId" clId="{4DB6C473-8E57-A543-81F7-48BE109E8C13}" dt="2023-02-21T08:54:26.670" v="3594" actId="478"/>
          <ac:grpSpMkLst>
            <pc:docMk/>
            <pc:sldMk cId="1576120367" sldId="2387"/>
            <ac:grpSpMk id="2" creationId="{390AEDC4-AC8C-713C-F926-259F989CB162}"/>
          </ac:grpSpMkLst>
        </pc:grpChg>
        <pc:grpChg chg="add mod">
          <ac:chgData name="Xin Luo" userId="82312ee5779919a4" providerId="LiveId" clId="{4DB6C473-8E57-A543-81F7-48BE109E8C13}" dt="2023-02-21T08:54:32.554" v="3595" actId="1076"/>
          <ac:grpSpMkLst>
            <pc:docMk/>
            <pc:sldMk cId="1576120367" sldId="2387"/>
            <ac:grpSpMk id="3" creationId="{12ED16A1-79B8-7DB1-1CC1-250B051BAD58}"/>
          </ac:grpSpMkLst>
        </pc:grpChg>
        <pc:grpChg chg="add del mod">
          <ac:chgData name="Xin Luo" userId="82312ee5779919a4" providerId="LiveId" clId="{4DB6C473-8E57-A543-81F7-48BE109E8C13}" dt="2023-02-21T05:45:51.755" v="2019" actId="165"/>
          <ac:grpSpMkLst>
            <pc:docMk/>
            <pc:sldMk cId="1576120367" sldId="2387"/>
            <ac:grpSpMk id="5" creationId="{8F30E2E3-F8BB-EDF1-8726-1256D1547BF7}"/>
          </ac:grpSpMkLst>
        </pc:grpChg>
        <pc:grpChg chg="add mod">
          <ac:chgData name="Xin Luo" userId="82312ee5779919a4" providerId="LiveId" clId="{4DB6C473-8E57-A543-81F7-48BE109E8C13}" dt="2023-02-21T08:54:32.554" v="3595" actId="1076"/>
          <ac:grpSpMkLst>
            <pc:docMk/>
            <pc:sldMk cId="1576120367" sldId="2387"/>
            <ac:grpSpMk id="9" creationId="{84B9B8D5-4BCC-CDFF-1E13-B005060A8BDF}"/>
          </ac:grpSpMkLst>
        </pc:grpChg>
      </pc:sldChg>
      <pc:sldChg chg="del">
        <pc:chgData name="Xin Luo" userId="82312ee5779919a4" providerId="LiveId" clId="{4DB6C473-8E57-A543-81F7-48BE109E8C13}" dt="2023-02-21T08:54:15.767" v="3575" actId="2696"/>
        <pc:sldMkLst>
          <pc:docMk/>
          <pc:sldMk cId="0" sldId="2446"/>
        </pc:sldMkLst>
      </pc:sldChg>
      <pc:sldChg chg="modSp mod ord">
        <pc:chgData name="Xin Luo" userId="82312ee5779919a4" providerId="LiveId" clId="{4DB6C473-8E57-A543-81F7-48BE109E8C13}" dt="2023-02-21T06:59:18.091" v="3225" actId="20578"/>
        <pc:sldMkLst>
          <pc:docMk/>
          <pc:sldMk cId="2415901206" sldId="2447"/>
        </pc:sldMkLst>
        <pc:spChg chg="mod">
          <ac:chgData name="Xin Luo" userId="82312ee5779919a4" providerId="LiveId" clId="{4DB6C473-8E57-A543-81F7-48BE109E8C13}" dt="2023-02-21T03:26:36.249" v="1977" actId="20577"/>
          <ac:spMkLst>
            <pc:docMk/>
            <pc:sldMk cId="2415901206" sldId="2447"/>
            <ac:spMk id="7" creationId="{00000000-0000-0000-0000-000000000000}"/>
          </ac:spMkLst>
        </pc:spChg>
      </pc:sldChg>
      <pc:sldChg chg="addSp delSp modSp mod ord">
        <pc:chgData name="Xin Luo" userId="82312ee5779919a4" providerId="LiveId" clId="{4DB6C473-8E57-A543-81F7-48BE109E8C13}" dt="2023-02-21T07:23:56.843" v="3356" actId="20577"/>
        <pc:sldMkLst>
          <pc:docMk/>
          <pc:sldMk cId="4067577602" sldId="2605"/>
        </pc:sldMkLst>
        <pc:spChg chg="mod">
          <ac:chgData name="Xin Luo" userId="82312ee5779919a4" providerId="LiveId" clId="{4DB6C473-8E57-A543-81F7-48BE109E8C13}" dt="2023-02-21T07:23:56.843" v="3356" actId="20577"/>
          <ac:spMkLst>
            <pc:docMk/>
            <pc:sldMk cId="4067577602" sldId="2605"/>
            <ac:spMk id="2" creationId="{631AADB6-C88A-D817-4683-FC087E4E240F}"/>
          </ac:spMkLst>
        </pc:spChg>
        <pc:spChg chg="mod">
          <ac:chgData name="Xin Luo" userId="82312ee5779919a4" providerId="LiveId" clId="{4DB6C473-8E57-A543-81F7-48BE109E8C13}" dt="2023-02-21T03:26:50.232" v="1984" actId="20577"/>
          <ac:spMkLst>
            <pc:docMk/>
            <pc:sldMk cId="4067577602" sldId="2605"/>
            <ac:spMk id="3" creationId="{00000000-0000-0000-0000-000000000000}"/>
          </ac:spMkLst>
        </pc:spChg>
        <pc:spChg chg="add del mod">
          <ac:chgData name="Xin Luo" userId="82312ee5779919a4" providerId="LiveId" clId="{4DB6C473-8E57-A543-81F7-48BE109E8C13}" dt="2023-02-21T07:21:29.220" v="3297"/>
          <ac:spMkLst>
            <pc:docMk/>
            <pc:sldMk cId="4067577602" sldId="2605"/>
            <ac:spMk id="4" creationId="{6043EA4A-1AB3-028D-434C-C16CE58B3A2A}"/>
          </ac:spMkLst>
        </pc:spChg>
        <pc:spChg chg="add mod">
          <ac:chgData name="Xin Luo" userId="82312ee5779919a4" providerId="LiveId" clId="{4DB6C473-8E57-A543-81F7-48BE109E8C13}" dt="2023-02-21T07:23:29.335" v="3346" actId="1076"/>
          <ac:spMkLst>
            <pc:docMk/>
            <pc:sldMk cId="4067577602" sldId="2605"/>
            <ac:spMk id="5" creationId="{8CB3051E-1455-F2D6-027A-C359D1264B18}"/>
          </ac:spMkLst>
        </pc:spChg>
        <pc:spChg chg="del">
          <ac:chgData name="Xin Luo" userId="82312ee5779919a4" providerId="LiveId" clId="{4DB6C473-8E57-A543-81F7-48BE109E8C13}" dt="2023-02-21T05:48:10.681" v="2114" actId="478"/>
          <ac:spMkLst>
            <pc:docMk/>
            <pc:sldMk cId="4067577602" sldId="2605"/>
            <ac:spMk id="15" creationId="{32C45697-89D7-5F4B-C2BC-3A7FBC2C544B}"/>
          </ac:spMkLst>
        </pc:spChg>
        <pc:spChg chg="mod">
          <ac:chgData name="Xin Luo" userId="82312ee5779919a4" providerId="LiveId" clId="{4DB6C473-8E57-A543-81F7-48BE109E8C13}" dt="2023-02-21T07:11:29.463" v="3277" actId="2710"/>
          <ac:spMkLst>
            <pc:docMk/>
            <pc:sldMk cId="4067577602" sldId="2605"/>
            <ac:spMk id="17" creationId="{9E05FFCA-3371-AF5C-381D-71D984055F5A}"/>
          </ac:spMkLst>
        </pc:spChg>
        <pc:picChg chg="del">
          <ac:chgData name="Xin Luo" userId="82312ee5779919a4" providerId="LiveId" clId="{4DB6C473-8E57-A543-81F7-48BE109E8C13}" dt="2023-02-21T05:48:06.479" v="2112" actId="478"/>
          <ac:picMkLst>
            <pc:docMk/>
            <pc:sldMk cId="4067577602" sldId="2605"/>
            <ac:picMk id="10" creationId="{492CAE81-3897-13BB-6E5A-74F2AC5F581A}"/>
          </ac:picMkLst>
        </pc:picChg>
        <pc:picChg chg="del">
          <ac:chgData name="Xin Luo" userId="82312ee5779919a4" providerId="LiveId" clId="{4DB6C473-8E57-A543-81F7-48BE109E8C13}" dt="2023-02-21T05:48:08.245" v="2113" actId="478"/>
          <ac:picMkLst>
            <pc:docMk/>
            <pc:sldMk cId="4067577602" sldId="2605"/>
            <ac:picMk id="14" creationId="{0637D38F-D0BE-5E7D-7891-2D7FAA4B4ED9}"/>
          </ac:picMkLst>
        </pc:picChg>
        <pc:picChg chg="add mod">
          <ac:chgData name="Xin Luo" userId="82312ee5779919a4" providerId="LiveId" clId="{4DB6C473-8E57-A543-81F7-48BE109E8C13}" dt="2023-02-21T07:23:29.335" v="3346" actId="1076"/>
          <ac:picMkLst>
            <pc:docMk/>
            <pc:sldMk cId="4067577602" sldId="2605"/>
            <ac:picMk id="1026" creationId="{9270A6EE-B03E-77C5-630F-E811251395A0}"/>
          </ac:picMkLst>
        </pc:picChg>
      </pc:sldChg>
      <pc:sldChg chg="del">
        <pc:chgData name="Xin Luo" userId="82312ee5779919a4" providerId="LiveId" clId="{4DB6C473-8E57-A543-81F7-48BE109E8C13}" dt="2023-02-21T14:49:50.253" v="5372" actId="2696"/>
        <pc:sldMkLst>
          <pc:docMk/>
          <pc:sldMk cId="963926578" sldId="2613"/>
        </pc:sldMkLst>
      </pc:sldChg>
      <pc:sldChg chg="del">
        <pc:chgData name="Xin Luo" userId="82312ee5779919a4" providerId="LiveId" clId="{4DB6C473-8E57-A543-81F7-48BE109E8C13}" dt="2023-02-21T14:49:50.286" v="5373" actId="2696"/>
        <pc:sldMkLst>
          <pc:docMk/>
          <pc:sldMk cId="1377829391" sldId="2689"/>
        </pc:sldMkLst>
      </pc:sldChg>
      <pc:sldChg chg="del">
        <pc:chgData name="Xin Luo" userId="82312ee5779919a4" providerId="LiveId" clId="{4DB6C473-8E57-A543-81F7-48BE109E8C13}" dt="2023-02-21T14:49:50.299" v="5374" actId="2696"/>
        <pc:sldMkLst>
          <pc:docMk/>
          <pc:sldMk cId="2843640805" sldId="2704"/>
        </pc:sldMkLst>
      </pc:sldChg>
      <pc:sldChg chg="delSp modSp add mod ord">
        <pc:chgData name="Xin Luo" userId="82312ee5779919a4" providerId="LiveId" clId="{4DB6C473-8E57-A543-81F7-48BE109E8C13}" dt="2023-02-21T05:54:53.172" v="2328" actId="113"/>
        <pc:sldMkLst>
          <pc:docMk/>
          <pc:sldMk cId="2688334957" sldId="2705"/>
        </pc:sldMkLst>
        <pc:spChg chg="mod">
          <ac:chgData name="Xin Luo" userId="82312ee5779919a4" providerId="LiveId" clId="{4DB6C473-8E57-A543-81F7-48BE109E8C13}" dt="2023-02-21T03:04:15.029" v="17" actId="20577"/>
          <ac:spMkLst>
            <pc:docMk/>
            <pc:sldMk cId="2688334957" sldId="2705"/>
            <ac:spMk id="2" creationId="{631AADB6-C88A-D817-4683-FC087E4E240F}"/>
          </ac:spMkLst>
        </pc:spChg>
        <pc:spChg chg="del">
          <ac:chgData name="Xin Luo" userId="82312ee5779919a4" providerId="LiveId" clId="{4DB6C473-8E57-A543-81F7-48BE109E8C13}" dt="2023-02-21T03:04:17.351" v="18" actId="478"/>
          <ac:spMkLst>
            <pc:docMk/>
            <pc:sldMk cId="2688334957" sldId="2705"/>
            <ac:spMk id="15" creationId="{32C45697-89D7-5F4B-C2BC-3A7FBC2C544B}"/>
          </ac:spMkLst>
        </pc:spChg>
        <pc:spChg chg="mod">
          <ac:chgData name="Xin Luo" userId="82312ee5779919a4" providerId="LiveId" clId="{4DB6C473-8E57-A543-81F7-48BE109E8C13}" dt="2023-02-21T05:54:53.172" v="2328" actId="113"/>
          <ac:spMkLst>
            <pc:docMk/>
            <pc:sldMk cId="2688334957" sldId="2705"/>
            <ac:spMk id="17" creationId="{9E05FFCA-3371-AF5C-381D-71D984055F5A}"/>
          </ac:spMkLst>
        </pc:spChg>
        <pc:picChg chg="del">
          <ac:chgData name="Xin Luo" userId="82312ee5779919a4" providerId="LiveId" clId="{4DB6C473-8E57-A543-81F7-48BE109E8C13}" dt="2023-02-21T03:04:18.544" v="20" actId="478"/>
          <ac:picMkLst>
            <pc:docMk/>
            <pc:sldMk cId="2688334957" sldId="2705"/>
            <ac:picMk id="10" creationId="{492CAE81-3897-13BB-6E5A-74F2AC5F581A}"/>
          </ac:picMkLst>
        </pc:picChg>
        <pc:picChg chg="del">
          <ac:chgData name="Xin Luo" userId="82312ee5779919a4" providerId="LiveId" clId="{4DB6C473-8E57-A543-81F7-48BE109E8C13}" dt="2023-02-21T03:04:17.947" v="19" actId="478"/>
          <ac:picMkLst>
            <pc:docMk/>
            <pc:sldMk cId="2688334957" sldId="2705"/>
            <ac:picMk id="14" creationId="{0637D38F-D0BE-5E7D-7891-2D7FAA4B4ED9}"/>
          </ac:picMkLst>
        </pc:picChg>
      </pc:sldChg>
      <pc:sldChg chg="modSp add mod">
        <pc:chgData name="Xin Luo" userId="82312ee5779919a4" providerId="LiveId" clId="{4DB6C473-8E57-A543-81F7-48BE109E8C13}" dt="2023-02-21T05:59:45.306" v="2357" actId="2711"/>
        <pc:sldMkLst>
          <pc:docMk/>
          <pc:sldMk cId="2464444856" sldId="2706"/>
        </pc:sldMkLst>
        <pc:spChg chg="mod">
          <ac:chgData name="Xin Luo" userId="82312ee5779919a4" providerId="LiveId" clId="{4DB6C473-8E57-A543-81F7-48BE109E8C13}" dt="2023-02-21T05:59:45.306" v="2357" actId="2711"/>
          <ac:spMkLst>
            <pc:docMk/>
            <pc:sldMk cId="2464444856" sldId="2706"/>
            <ac:spMk id="2" creationId="{631AADB6-C88A-D817-4683-FC087E4E240F}"/>
          </ac:spMkLst>
        </pc:spChg>
        <pc:spChg chg="mod">
          <ac:chgData name="Xin Luo" userId="82312ee5779919a4" providerId="LiveId" clId="{4DB6C473-8E57-A543-81F7-48BE109E8C13}" dt="2023-02-21T05:59:45.306" v="2357" actId="2711"/>
          <ac:spMkLst>
            <pc:docMk/>
            <pc:sldMk cId="2464444856" sldId="2706"/>
            <ac:spMk id="3" creationId="{00000000-0000-0000-0000-000000000000}"/>
          </ac:spMkLst>
        </pc:spChg>
        <pc:spChg chg="mod">
          <ac:chgData name="Xin Luo" userId="82312ee5779919a4" providerId="LiveId" clId="{4DB6C473-8E57-A543-81F7-48BE109E8C13}" dt="2023-02-21T05:59:45.306" v="2357" actId="2711"/>
          <ac:spMkLst>
            <pc:docMk/>
            <pc:sldMk cId="2464444856" sldId="2706"/>
            <ac:spMk id="17" creationId="{9E05FFCA-3371-AF5C-381D-71D984055F5A}"/>
          </ac:spMkLst>
        </pc:spChg>
      </pc:sldChg>
      <pc:sldChg chg="modSp add mod">
        <pc:chgData name="Xin Luo" userId="82312ee5779919a4" providerId="LiveId" clId="{4DB6C473-8E57-A543-81F7-48BE109E8C13}" dt="2023-02-21T06:00:27.005" v="2362" actId="113"/>
        <pc:sldMkLst>
          <pc:docMk/>
          <pc:sldMk cId="1602808061" sldId="2707"/>
        </pc:sldMkLst>
        <pc:spChg chg="mod">
          <ac:chgData name="Xin Luo" userId="82312ee5779919a4" providerId="LiveId" clId="{4DB6C473-8E57-A543-81F7-48BE109E8C13}" dt="2023-02-21T03:16:48.798" v="1289" actId="20577"/>
          <ac:spMkLst>
            <pc:docMk/>
            <pc:sldMk cId="1602808061" sldId="2707"/>
            <ac:spMk id="2" creationId="{631AADB6-C88A-D817-4683-FC087E4E240F}"/>
          </ac:spMkLst>
        </pc:spChg>
        <pc:spChg chg="mod">
          <ac:chgData name="Xin Luo" userId="82312ee5779919a4" providerId="LiveId" clId="{4DB6C473-8E57-A543-81F7-48BE109E8C13}" dt="2023-02-21T06:00:27.005" v="2362" actId="113"/>
          <ac:spMkLst>
            <pc:docMk/>
            <pc:sldMk cId="1602808061" sldId="2707"/>
            <ac:spMk id="17" creationId="{9E05FFCA-3371-AF5C-381D-71D984055F5A}"/>
          </ac:spMkLst>
        </pc:spChg>
      </pc:sldChg>
      <pc:sldChg chg="addSp modSp add mod">
        <pc:chgData name="Xin Luo" userId="82312ee5779919a4" providerId="LiveId" clId="{4DB6C473-8E57-A543-81F7-48BE109E8C13}" dt="2023-02-21T03:24:12.660" v="1798" actId="207"/>
        <pc:sldMkLst>
          <pc:docMk/>
          <pc:sldMk cId="1658607177" sldId="2708"/>
        </pc:sldMkLst>
        <pc:spChg chg="add mod">
          <ac:chgData name="Xin Luo" userId="82312ee5779919a4" providerId="LiveId" clId="{4DB6C473-8E57-A543-81F7-48BE109E8C13}" dt="2023-02-21T03:24:12.660" v="1798" actId="207"/>
          <ac:spMkLst>
            <pc:docMk/>
            <pc:sldMk cId="1658607177" sldId="2708"/>
            <ac:spMk id="3" creationId="{E375549C-74EF-2C8F-6432-2C52B803FB1B}"/>
          </ac:spMkLst>
        </pc:spChg>
        <pc:spChg chg="mod">
          <ac:chgData name="Xin Luo" userId="82312ee5779919a4" providerId="LiveId" clId="{4DB6C473-8E57-A543-81F7-48BE109E8C13}" dt="2023-02-21T03:22:03.139" v="1731" actId="20577"/>
          <ac:spMkLst>
            <pc:docMk/>
            <pc:sldMk cId="1658607177" sldId="2708"/>
            <ac:spMk id="24" creationId="{00000000-0000-0000-0000-000000000000}"/>
          </ac:spMkLst>
        </pc:spChg>
        <pc:picChg chg="mod">
          <ac:chgData name="Xin Luo" userId="82312ee5779919a4" providerId="LiveId" clId="{4DB6C473-8E57-A543-81F7-48BE109E8C13}" dt="2023-02-21T03:23:29.344" v="1786" actId="1076"/>
          <ac:picMkLst>
            <pc:docMk/>
            <pc:sldMk cId="1658607177" sldId="2708"/>
            <ac:picMk id="4" creationId="{C5A20417-E7CA-C285-EB98-9BD26873E83E}"/>
          </ac:picMkLst>
        </pc:picChg>
      </pc:sldChg>
      <pc:sldChg chg="add del setBg">
        <pc:chgData name="Xin Luo" userId="82312ee5779919a4" providerId="LiveId" clId="{4DB6C473-8E57-A543-81F7-48BE109E8C13}" dt="2023-02-21T03:21:36.224" v="1707"/>
        <pc:sldMkLst>
          <pc:docMk/>
          <pc:sldMk cId="3430641667" sldId="2708"/>
        </pc:sldMkLst>
      </pc:sldChg>
      <pc:sldChg chg="modSp add mod ord">
        <pc:chgData name="Xin Luo" userId="82312ee5779919a4" providerId="LiveId" clId="{4DB6C473-8E57-A543-81F7-48BE109E8C13}" dt="2023-02-21T07:27:15.123" v="3399" actId="20578"/>
        <pc:sldMkLst>
          <pc:docMk/>
          <pc:sldMk cId="1257969106" sldId="2709"/>
        </pc:sldMkLst>
        <pc:spChg chg="mod">
          <ac:chgData name="Xin Luo" userId="82312ee5779919a4" providerId="LiveId" clId="{4DB6C473-8E57-A543-81F7-48BE109E8C13}" dt="2023-02-21T05:47:38.868" v="2080" actId="20577"/>
          <ac:spMkLst>
            <pc:docMk/>
            <pc:sldMk cId="1257969106" sldId="2709"/>
            <ac:spMk id="7" creationId="{00000000-0000-0000-0000-000000000000}"/>
          </ac:spMkLst>
        </pc:spChg>
      </pc:sldChg>
      <pc:sldChg chg="add del setBg">
        <pc:chgData name="Xin Luo" userId="82312ee5779919a4" providerId="LiveId" clId="{4DB6C473-8E57-A543-81F7-48BE109E8C13}" dt="2023-02-21T03:22:38.148" v="1735"/>
        <pc:sldMkLst>
          <pc:docMk/>
          <pc:sldMk cId="2068292362" sldId="2709"/>
        </pc:sldMkLst>
      </pc:sldChg>
      <pc:sldChg chg="add del setBg">
        <pc:chgData name="Xin Luo" userId="82312ee5779919a4" providerId="LiveId" clId="{4DB6C473-8E57-A543-81F7-48BE109E8C13}" dt="2023-02-21T03:22:29.206" v="1733"/>
        <pc:sldMkLst>
          <pc:docMk/>
          <pc:sldMk cId="4244071672" sldId="2709"/>
        </pc:sldMkLst>
      </pc:sldChg>
      <pc:sldChg chg="modSp add del mod">
        <pc:chgData name="Xin Luo" userId="82312ee5779919a4" providerId="LiveId" clId="{4DB6C473-8E57-A543-81F7-48BE109E8C13}" dt="2023-02-21T12:49:10.754" v="4207" actId="2696"/>
        <pc:sldMkLst>
          <pc:docMk/>
          <pc:sldMk cId="4096743637" sldId="2710"/>
        </pc:sldMkLst>
        <pc:spChg chg="mod">
          <ac:chgData name="Xin Luo" userId="82312ee5779919a4" providerId="LiveId" clId="{4DB6C473-8E57-A543-81F7-48BE109E8C13}" dt="2023-02-21T05:47:46.587" v="2093" actId="20577"/>
          <ac:spMkLst>
            <pc:docMk/>
            <pc:sldMk cId="4096743637" sldId="2710"/>
            <ac:spMk id="7" creationId="{00000000-0000-0000-0000-000000000000}"/>
          </ac:spMkLst>
        </pc:spChg>
      </pc:sldChg>
      <pc:sldChg chg="addSp delSp modSp add mod">
        <pc:chgData name="Xin Luo" userId="82312ee5779919a4" providerId="LiveId" clId="{4DB6C473-8E57-A543-81F7-48BE109E8C13}" dt="2023-02-21T15:08:47.651" v="5619" actId="113"/>
        <pc:sldMkLst>
          <pc:docMk/>
          <pc:sldMk cId="2744383376" sldId="2711"/>
        </pc:sldMkLst>
        <pc:spChg chg="mod">
          <ac:chgData name="Xin Luo" userId="82312ee5779919a4" providerId="LiveId" clId="{4DB6C473-8E57-A543-81F7-48BE109E8C13}" dt="2023-02-21T07:01:42.969" v="3272" actId="20577"/>
          <ac:spMkLst>
            <pc:docMk/>
            <pc:sldMk cId="2744383376" sldId="2711"/>
            <ac:spMk id="2" creationId="{631AADB6-C88A-D817-4683-FC087E4E240F}"/>
          </ac:spMkLst>
        </pc:spChg>
        <pc:spChg chg="add del">
          <ac:chgData name="Xin Luo" userId="82312ee5779919a4" providerId="LiveId" clId="{4DB6C473-8E57-A543-81F7-48BE109E8C13}" dt="2023-02-21T06:08:19.635" v="2522" actId="22"/>
          <ac:spMkLst>
            <pc:docMk/>
            <pc:sldMk cId="2744383376" sldId="2711"/>
            <ac:spMk id="5" creationId="{9005BDE5-6349-121C-B95F-5D695486765F}"/>
          </ac:spMkLst>
        </pc:spChg>
        <pc:spChg chg="add del mod">
          <ac:chgData name="Xin Luo" userId="82312ee5779919a4" providerId="LiveId" clId="{4DB6C473-8E57-A543-81F7-48BE109E8C13}" dt="2023-02-21T06:36:09.199" v="3158" actId="478"/>
          <ac:spMkLst>
            <pc:docMk/>
            <pc:sldMk cId="2744383376" sldId="2711"/>
            <ac:spMk id="7" creationId="{508CFB8D-1428-2D03-7C0B-F181DD0AC3B0}"/>
          </ac:spMkLst>
        </pc:spChg>
        <pc:spChg chg="add del mod">
          <ac:chgData name="Xin Luo" userId="82312ee5779919a4" providerId="LiveId" clId="{4DB6C473-8E57-A543-81F7-48BE109E8C13}" dt="2023-02-21T06:35:09.270" v="3110" actId="478"/>
          <ac:spMkLst>
            <pc:docMk/>
            <pc:sldMk cId="2744383376" sldId="2711"/>
            <ac:spMk id="8" creationId="{FE049113-DA9A-B499-A9F7-CE696334739C}"/>
          </ac:spMkLst>
        </pc:spChg>
        <pc:spChg chg="add del">
          <ac:chgData name="Xin Luo" userId="82312ee5779919a4" providerId="LiveId" clId="{4DB6C473-8E57-A543-81F7-48BE109E8C13}" dt="2023-02-21T06:24:41.792" v="2925" actId="22"/>
          <ac:spMkLst>
            <pc:docMk/>
            <pc:sldMk cId="2744383376" sldId="2711"/>
            <ac:spMk id="10" creationId="{2A70B923-8B0E-BFB6-100F-07B5471C1335}"/>
          </ac:spMkLst>
        </pc:spChg>
        <pc:spChg chg="add del mod">
          <ac:chgData name="Xin Luo" userId="82312ee5779919a4" providerId="LiveId" clId="{4DB6C473-8E57-A543-81F7-48BE109E8C13}" dt="2023-02-21T06:36:24.547" v="3163" actId="478"/>
          <ac:spMkLst>
            <pc:docMk/>
            <pc:sldMk cId="2744383376" sldId="2711"/>
            <ac:spMk id="12" creationId="{7AC7943F-2EEF-E2BC-7188-7457E9CCE47B}"/>
          </ac:spMkLst>
        </pc:spChg>
        <pc:spChg chg="add del mod">
          <ac:chgData name="Xin Luo" userId="82312ee5779919a4" providerId="LiveId" clId="{4DB6C473-8E57-A543-81F7-48BE109E8C13}" dt="2023-02-21T06:36:21.741" v="3162" actId="478"/>
          <ac:spMkLst>
            <pc:docMk/>
            <pc:sldMk cId="2744383376" sldId="2711"/>
            <ac:spMk id="13" creationId="{4D3246D5-B603-994F-3AE4-6B8ADC01AFBD}"/>
          </ac:spMkLst>
        </pc:spChg>
        <pc:spChg chg="add del mod">
          <ac:chgData name="Xin Luo" userId="82312ee5779919a4" providerId="LiveId" clId="{4DB6C473-8E57-A543-81F7-48BE109E8C13}" dt="2023-02-21T06:34:25.015" v="3081" actId="478"/>
          <ac:spMkLst>
            <pc:docMk/>
            <pc:sldMk cId="2744383376" sldId="2711"/>
            <ac:spMk id="15" creationId="{E4EF7755-FC04-518B-64D9-6CC2D64CFD40}"/>
          </ac:spMkLst>
        </pc:spChg>
        <pc:spChg chg="mod">
          <ac:chgData name="Xin Luo" userId="82312ee5779919a4" providerId="LiveId" clId="{4DB6C473-8E57-A543-81F7-48BE109E8C13}" dt="2023-02-21T15:07:43.844" v="5615" actId="1038"/>
          <ac:spMkLst>
            <pc:docMk/>
            <pc:sldMk cId="2744383376" sldId="2711"/>
            <ac:spMk id="17" creationId="{9E05FFCA-3371-AF5C-381D-71D984055F5A}"/>
          </ac:spMkLst>
        </pc:spChg>
        <pc:spChg chg="add mod">
          <ac:chgData name="Xin Luo" userId="82312ee5779919a4" providerId="LiveId" clId="{4DB6C473-8E57-A543-81F7-48BE109E8C13}" dt="2023-02-21T15:08:47.651" v="5619" actId="113"/>
          <ac:spMkLst>
            <pc:docMk/>
            <pc:sldMk cId="2744383376" sldId="2711"/>
            <ac:spMk id="18" creationId="{9D310AF3-A081-4032-01C0-C288D4F7AC53}"/>
          </ac:spMkLst>
        </pc:spChg>
      </pc:sldChg>
      <pc:sldChg chg="delSp modSp add del mod">
        <pc:chgData name="Xin Luo" userId="82312ee5779919a4" providerId="LiveId" clId="{4DB6C473-8E57-A543-81F7-48BE109E8C13}" dt="2023-02-21T07:27:24.620" v="3402" actId="2696"/>
        <pc:sldMkLst>
          <pc:docMk/>
          <pc:sldMk cId="1581220802" sldId="2712"/>
        </pc:sldMkLst>
        <pc:spChg chg="mod">
          <ac:chgData name="Xin Luo" userId="82312ee5779919a4" providerId="LiveId" clId="{4DB6C473-8E57-A543-81F7-48BE109E8C13}" dt="2023-02-21T07:01:48.402" v="3274" actId="20577"/>
          <ac:spMkLst>
            <pc:docMk/>
            <pc:sldMk cId="1581220802" sldId="2712"/>
            <ac:spMk id="2" creationId="{631AADB6-C88A-D817-4683-FC087E4E240F}"/>
          </ac:spMkLst>
        </pc:spChg>
        <pc:spChg chg="mod">
          <ac:chgData name="Xin Luo" userId="82312ee5779919a4" providerId="LiveId" clId="{4DB6C473-8E57-A543-81F7-48BE109E8C13}" dt="2023-02-21T06:58:28.109" v="3222" actId="20577"/>
          <ac:spMkLst>
            <pc:docMk/>
            <pc:sldMk cId="1581220802" sldId="2712"/>
            <ac:spMk id="3" creationId="{00000000-0000-0000-0000-000000000000}"/>
          </ac:spMkLst>
        </pc:spChg>
        <pc:spChg chg="del mod">
          <ac:chgData name="Xin Luo" userId="82312ee5779919a4" providerId="LiveId" clId="{4DB6C473-8E57-A543-81F7-48BE109E8C13}" dt="2023-02-21T07:24:25.709" v="3365"/>
          <ac:spMkLst>
            <pc:docMk/>
            <pc:sldMk cId="1581220802" sldId="2712"/>
            <ac:spMk id="17" creationId="{9E05FFCA-3371-AF5C-381D-71D984055F5A}"/>
          </ac:spMkLst>
        </pc:spChg>
      </pc:sldChg>
      <pc:sldChg chg="modSp add del mod">
        <pc:chgData name="Xin Luo" userId="82312ee5779919a4" providerId="LiveId" clId="{4DB6C473-8E57-A543-81F7-48BE109E8C13}" dt="2023-02-21T07:24:13.066" v="3357" actId="2696"/>
        <pc:sldMkLst>
          <pc:docMk/>
          <pc:sldMk cId="2395170792" sldId="2713"/>
        </pc:sldMkLst>
        <pc:spChg chg="mod">
          <ac:chgData name="Xin Luo" userId="82312ee5779919a4" providerId="LiveId" clId="{4DB6C473-8E57-A543-81F7-48BE109E8C13}" dt="2023-02-21T06:15:05.106" v="2898" actId="20577"/>
          <ac:spMkLst>
            <pc:docMk/>
            <pc:sldMk cId="2395170792" sldId="2713"/>
            <ac:spMk id="17" creationId="{9E05FFCA-3371-AF5C-381D-71D984055F5A}"/>
          </ac:spMkLst>
        </pc:spChg>
      </pc:sldChg>
      <pc:sldChg chg="addSp modSp add mod">
        <pc:chgData name="Xin Luo" userId="82312ee5779919a4" providerId="LiveId" clId="{4DB6C473-8E57-A543-81F7-48BE109E8C13}" dt="2023-02-21T07:23:52.393" v="3353" actId="20577"/>
        <pc:sldMkLst>
          <pc:docMk/>
          <pc:sldMk cId="280619949" sldId="2714"/>
        </pc:sldMkLst>
        <pc:spChg chg="mod">
          <ac:chgData name="Xin Luo" userId="82312ee5779919a4" providerId="LiveId" clId="{4DB6C473-8E57-A543-81F7-48BE109E8C13}" dt="2023-02-21T07:23:52.393" v="3353" actId="20577"/>
          <ac:spMkLst>
            <pc:docMk/>
            <pc:sldMk cId="280619949" sldId="2714"/>
            <ac:spMk id="2" creationId="{631AADB6-C88A-D817-4683-FC087E4E240F}"/>
          </ac:spMkLst>
        </pc:spChg>
        <pc:spChg chg="mod">
          <ac:chgData name="Xin Luo" userId="82312ee5779919a4" providerId="LiveId" clId="{4DB6C473-8E57-A543-81F7-48BE109E8C13}" dt="2023-02-21T07:13:49.998" v="3283" actId="404"/>
          <ac:spMkLst>
            <pc:docMk/>
            <pc:sldMk cId="280619949" sldId="2714"/>
            <ac:spMk id="17" creationId="{9E05FFCA-3371-AF5C-381D-71D984055F5A}"/>
          </ac:spMkLst>
        </pc:spChg>
        <pc:picChg chg="add mod">
          <ac:chgData name="Xin Luo" userId="82312ee5779919a4" providerId="LiveId" clId="{4DB6C473-8E57-A543-81F7-48BE109E8C13}" dt="2023-02-21T07:23:39.455" v="3348" actId="14100"/>
          <ac:picMkLst>
            <pc:docMk/>
            <pc:sldMk cId="280619949" sldId="2714"/>
            <ac:picMk id="5" creationId="{0604E948-208D-161C-F579-7EA72A1F42DC}"/>
          </ac:picMkLst>
        </pc:picChg>
      </pc:sldChg>
      <pc:sldChg chg="addSp modSp add mod">
        <pc:chgData name="Xin Luo" userId="82312ee5779919a4" providerId="LiveId" clId="{4DB6C473-8E57-A543-81F7-48BE109E8C13}" dt="2023-02-21T13:47:35.461" v="4912" actId="1076"/>
        <pc:sldMkLst>
          <pc:docMk/>
          <pc:sldMk cId="3852391939" sldId="2715"/>
        </pc:sldMkLst>
        <pc:spChg chg="mod">
          <ac:chgData name="Xin Luo" userId="82312ee5779919a4" providerId="LiveId" clId="{4DB6C473-8E57-A543-81F7-48BE109E8C13}" dt="2023-02-21T13:06:48.362" v="4245" actId="20577"/>
          <ac:spMkLst>
            <pc:docMk/>
            <pc:sldMk cId="3852391939" sldId="2715"/>
            <ac:spMk id="2" creationId="{631AADB6-C88A-D817-4683-FC087E4E240F}"/>
          </ac:spMkLst>
        </pc:spChg>
        <pc:spChg chg="mod">
          <ac:chgData name="Xin Luo" userId="82312ee5779919a4" providerId="LiveId" clId="{4DB6C473-8E57-A543-81F7-48BE109E8C13}" dt="2023-02-21T07:43:23.802" v="3522" actId="20577"/>
          <ac:spMkLst>
            <pc:docMk/>
            <pc:sldMk cId="3852391939" sldId="2715"/>
            <ac:spMk id="3" creationId="{00000000-0000-0000-0000-000000000000}"/>
          </ac:spMkLst>
        </pc:spChg>
        <pc:spChg chg="add mod">
          <ac:chgData name="Xin Luo" userId="82312ee5779919a4" providerId="LiveId" clId="{4DB6C473-8E57-A543-81F7-48BE109E8C13}" dt="2023-02-21T13:41:38.670" v="4903" actId="20577"/>
          <ac:spMkLst>
            <pc:docMk/>
            <pc:sldMk cId="3852391939" sldId="2715"/>
            <ac:spMk id="5" creationId="{FCD10A89-5E0E-5D73-1D4F-9E11D943B29C}"/>
          </ac:spMkLst>
        </pc:spChg>
        <pc:picChg chg="add mod">
          <ac:chgData name="Xin Luo" userId="82312ee5779919a4" providerId="LiveId" clId="{4DB6C473-8E57-A543-81F7-48BE109E8C13}" dt="2023-02-21T13:47:35.461" v="4912" actId="1076"/>
          <ac:picMkLst>
            <pc:docMk/>
            <pc:sldMk cId="3852391939" sldId="2715"/>
            <ac:picMk id="2050" creationId="{8F8FBDFD-CF37-F4FE-58FA-9350A0CDABC7}"/>
          </ac:picMkLst>
        </pc:picChg>
      </pc:sldChg>
      <pc:sldChg chg="addSp modSp add mod ord">
        <pc:chgData name="Xin Luo" userId="82312ee5779919a4" providerId="LiveId" clId="{4DB6C473-8E57-A543-81F7-48BE109E8C13}" dt="2023-02-21T13:15:30.678" v="4562" actId="1035"/>
        <pc:sldMkLst>
          <pc:docMk/>
          <pc:sldMk cId="3026715585" sldId="2716"/>
        </pc:sldMkLst>
        <pc:spChg chg="mod">
          <ac:chgData name="Xin Luo" userId="82312ee5779919a4" providerId="LiveId" clId="{4DB6C473-8E57-A543-81F7-48BE109E8C13}" dt="2023-02-21T07:27:17.840" v="3401" actId="20577"/>
          <ac:spMkLst>
            <pc:docMk/>
            <pc:sldMk cId="3026715585" sldId="2716"/>
            <ac:spMk id="2" creationId="{631AADB6-C88A-D817-4683-FC087E4E240F}"/>
          </ac:spMkLst>
        </pc:spChg>
        <pc:spChg chg="add mod">
          <ac:chgData name="Xin Luo" userId="82312ee5779919a4" providerId="LiveId" clId="{4DB6C473-8E57-A543-81F7-48BE109E8C13}" dt="2023-02-21T13:15:30.678" v="4562" actId="1035"/>
          <ac:spMkLst>
            <pc:docMk/>
            <pc:sldMk cId="3026715585" sldId="2716"/>
            <ac:spMk id="4" creationId="{B31A8325-31D8-6F06-6D89-E39763C56875}"/>
          </ac:spMkLst>
        </pc:spChg>
        <pc:spChg chg="mod">
          <ac:chgData name="Xin Luo" userId="82312ee5779919a4" providerId="LiveId" clId="{4DB6C473-8E57-A543-81F7-48BE109E8C13}" dt="2023-02-21T12:48:49.893" v="4206" actId="1076"/>
          <ac:spMkLst>
            <pc:docMk/>
            <pc:sldMk cId="3026715585" sldId="2716"/>
            <ac:spMk id="17" creationId="{9E05FFCA-3371-AF5C-381D-71D984055F5A}"/>
          </ac:spMkLst>
        </pc:spChg>
      </pc:sldChg>
      <pc:sldChg chg="addSp modSp add mod">
        <pc:chgData name="Xin Luo" userId="82312ee5779919a4" providerId="LiveId" clId="{4DB6C473-8E57-A543-81F7-48BE109E8C13}" dt="2023-02-21T13:48:38.001" v="4936" actId="1076"/>
        <pc:sldMkLst>
          <pc:docMk/>
          <pc:sldMk cId="4136986794" sldId="2717"/>
        </pc:sldMkLst>
        <pc:spChg chg="mod">
          <ac:chgData name="Xin Luo" userId="82312ee5779919a4" providerId="LiveId" clId="{4DB6C473-8E57-A543-81F7-48BE109E8C13}" dt="2023-02-21T13:48:32.535" v="4933" actId="1035"/>
          <ac:spMkLst>
            <pc:docMk/>
            <pc:sldMk cId="4136986794" sldId="2717"/>
            <ac:spMk id="5" creationId="{FCD10A89-5E0E-5D73-1D4F-9E11D943B29C}"/>
          </ac:spMkLst>
        </pc:spChg>
        <pc:picChg chg="add mod">
          <ac:chgData name="Xin Luo" userId="82312ee5779919a4" providerId="LiveId" clId="{4DB6C473-8E57-A543-81F7-48BE109E8C13}" dt="2023-02-21T13:48:38.001" v="4936" actId="1076"/>
          <ac:picMkLst>
            <pc:docMk/>
            <pc:sldMk cId="4136986794" sldId="2717"/>
            <ac:picMk id="6" creationId="{2260B411-AFF0-1E09-142B-45C9F88562F7}"/>
          </ac:picMkLst>
        </pc:picChg>
      </pc:sldChg>
      <pc:sldChg chg="addSp delSp modSp add mod">
        <pc:chgData name="Xin Luo" userId="82312ee5779919a4" providerId="LiveId" clId="{4DB6C473-8E57-A543-81F7-48BE109E8C13}" dt="2023-02-21T14:08:09.514" v="5152" actId="1035"/>
        <pc:sldMkLst>
          <pc:docMk/>
          <pc:sldMk cId="1778017482" sldId="2718"/>
        </pc:sldMkLst>
        <pc:spChg chg="mod">
          <ac:chgData name="Xin Luo" userId="82312ee5779919a4" providerId="LiveId" clId="{4DB6C473-8E57-A543-81F7-48BE109E8C13}" dt="2023-02-21T14:08:07.366" v="5145" actId="1035"/>
          <ac:spMkLst>
            <pc:docMk/>
            <pc:sldMk cId="1778017482" sldId="2718"/>
            <ac:spMk id="5" creationId="{FCD10A89-5E0E-5D73-1D4F-9E11D943B29C}"/>
          </ac:spMkLst>
        </pc:spChg>
        <pc:picChg chg="del">
          <ac:chgData name="Xin Luo" userId="82312ee5779919a4" providerId="LiveId" clId="{4DB6C473-8E57-A543-81F7-48BE109E8C13}" dt="2023-02-21T13:48:49.937" v="4938" actId="478"/>
          <ac:picMkLst>
            <pc:docMk/>
            <pc:sldMk cId="1778017482" sldId="2718"/>
            <ac:picMk id="6" creationId="{2260B411-AFF0-1E09-142B-45C9F88562F7}"/>
          </ac:picMkLst>
        </pc:picChg>
        <pc:picChg chg="add mod">
          <ac:chgData name="Xin Luo" userId="82312ee5779919a4" providerId="LiveId" clId="{4DB6C473-8E57-A543-81F7-48BE109E8C13}" dt="2023-02-21T14:08:09.514" v="5152" actId="1035"/>
          <ac:picMkLst>
            <pc:docMk/>
            <pc:sldMk cId="1778017482" sldId="2718"/>
            <ac:picMk id="3074" creationId="{3E8CF22C-6E5D-0AAE-1F79-795E8B77EEF7}"/>
          </ac:picMkLst>
        </pc:picChg>
      </pc:sldChg>
      <pc:sldChg chg="delSp modSp add mod">
        <pc:chgData name="Xin Luo" userId="82312ee5779919a4" providerId="LiveId" clId="{4DB6C473-8E57-A543-81F7-48BE109E8C13}" dt="2023-02-21T15:10:04.498" v="5724" actId="108"/>
        <pc:sldMkLst>
          <pc:docMk/>
          <pc:sldMk cId="1858913004" sldId="2719"/>
        </pc:sldMkLst>
        <pc:spChg chg="mod">
          <ac:chgData name="Xin Luo" userId="82312ee5779919a4" providerId="LiveId" clId="{4DB6C473-8E57-A543-81F7-48BE109E8C13}" dt="2023-02-21T14:49:05.255" v="5311" actId="1076"/>
          <ac:spMkLst>
            <pc:docMk/>
            <pc:sldMk cId="1858913004" sldId="2719"/>
            <ac:spMk id="2" creationId="{631AADB6-C88A-D817-4683-FC087E4E240F}"/>
          </ac:spMkLst>
        </pc:spChg>
        <pc:spChg chg="mod">
          <ac:chgData name="Xin Luo" userId="82312ee5779919a4" providerId="LiveId" clId="{4DB6C473-8E57-A543-81F7-48BE109E8C13}" dt="2023-02-21T15:10:04.498" v="5724" actId="108"/>
          <ac:spMkLst>
            <pc:docMk/>
            <pc:sldMk cId="1858913004" sldId="2719"/>
            <ac:spMk id="5" creationId="{FCD10A89-5E0E-5D73-1D4F-9E11D943B29C}"/>
          </ac:spMkLst>
        </pc:spChg>
        <pc:spChg chg="del">
          <ac:chgData name="Xin Luo" userId="82312ee5779919a4" providerId="LiveId" clId="{4DB6C473-8E57-A543-81F7-48BE109E8C13}" dt="2023-02-21T14:48:56.090" v="5307" actId="478"/>
          <ac:spMkLst>
            <pc:docMk/>
            <pc:sldMk cId="1858913004" sldId="2719"/>
            <ac:spMk id="17" creationId="{9E05FFCA-3371-AF5C-381D-71D984055F5A}"/>
          </ac:spMkLst>
        </pc:spChg>
        <pc:picChg chg="del">
          <ac:chgData name="Xin Luo" userId="82312ee5779919a4" providerId="LiveId" clId="{4DB6C473-8E57-A543-81F7-48BE109E8C13}" dt="2023-02-21T14:47:16.549" v="5154" actId="478"/>
          <ac:picMkLst>
            <pc:docMk/>
            <pc:sldMk cId="1858913004" sldId="2719"/>
            <ac:picMk id="3074" creationId="{3E8CF22C-6E5D-0AAE-1F79-795E8B77EEF7}"/>
          </ac:picMkLst>
        </pc:picChg>
      </pc:sldChg>
      <pc:sldChg chg="addSp delSp modSp add mod ord">
        <pc:chgData name="Xin Luo" userId="82312ee5779919a4" providerId="LiveId" clId="{4DB6C473-8E57-A543-81F7-48BE109E8C13}" dt="2023-02-21T15:06:45.211" v="5600" actId="20578"/>
        <pc:sldMkLst>
          <pc:docMk/>
          <pc:sldMk cId="3480831675" sldId="2720"/>
        </pc:sldMkLst>
        <pc:spChg chg="mod">
          <ac:chgData name="Xin Luo" userId="82312ee5779919a4" providerId="LiveId" clId="{4DB6C473-8E57-A543-81F7-48BE109E8C13}" dt="2023-02-21T14:58:21.259" v="5529" actId="1035"/>
          <ac:spMkLst>
            <pc:docMk/>
            <pc:sldMk cId="3480831675" sldId="2720"/>
            <ac:spMk id="2" creationId="{631AADB6-C88A-D817-4683-FC087E4E240F}"/>
          </ac:spMkLst>
        </pc:spChg>
        <pc:spChg chg="add mod">
          <ac:chgData name="Xin Luo" userId="82312ee5779919a4" providerId="LiveId" clId="{4DB6C473-8E57-A543-81F7-48BE109E8C13}" dt="2023-02-21T14:58:48.813" v="5569" actId="404"/>
          <ac:spMkLst>
            <pc:docMk/>
            <pc:sldMk cId="3480831675" sldId="2720"/>
            <ac:spMk id="4" creationId="{58EE51E5-8ACA-984C-6E8D-F8AA658223AD}"/>
          </ac:spMkLst>
        </pc:spChg>
        <pc:spChg chg="add mod">
          <ac:chgData name="Xin Luo" userId="82312ee5779919a4" providerId="LiveId" clId="{4DB6C473-8E57-A543-81F7-48BE109E8C13}" dt="2023-02-21T14:58:48.813" v="5569" actId="404"/>
          <ac:spMkLst>
            <pc:docMk/>
            <pc:sldMk cId="3480831675" sldId="2720"/>
            <ac:spMk id="5" creationId="{7F4897FB-F086-F339-A15F-A899143C7919}"/>
          </ac:spMkLst>
        </pc:spChg>
        <pc:spChg chg="add mod">
          <ac:chgData name="Xin Luo" userId="82312ee5779919a4" providerId="LiveId" clId="{4DB6C473-8E57-A543-81F7-48BE109E8C13}" dt="2023-02-21T15:06:20.559" v="5576" actId="962"/>
          <ac:spMkLst>
            <pc:docMk/>
            <pc:sldMk cId="3480831675" sldId="2720"/>
            <ac:spMk id="6" creationId="{7ED1482E-3610-E252-0E80-41B202D30E30}"/>
          </ac:spMkLst>
        </pc:spChg>
        <pc:spChg chg="del">
          <ac:chgData name="Xin Luo" userId="82312ee5779919a4" providerId="LiveId" clId="{4DB6C473-8E57-A543-81F7-48BE109E8C13}" dt="2023-02-21T14:51:13.253" v="5388" actId="478"/>
          <ac:spMkLst>
            <pc:docMk/>
            <pc:sldMk cId="3480831675" sldId="2720"/>
            <ac:spMk id="17" creationId="{9E05FFCA-3371-AF5C-381D-71D984055F5A}"/>
          </ac:spMkLst>
        </pc:spChg>
        <pc:spChg chg="del">
          <ac:chgData name="Xin Luo" userId="82312ee5779919a4" providerId="LiveId" clId="{4DB6C473-8E57-A543-81F7-48BE109E8C13}" dt="2023-02-21T14:51:18.075" v="5389" actId="478"/>
          <ac:spMkLst>
            <pc:docMk/>
            <pc:sldMk cId="3480831675" sldId="2720"/>
            <ac:spMk id="18" creationId="{9D310AF3-A081-4032-01C0-C288D4F7AC53}"/>
          </ac:spMkLst>
        </pc:spChg>
        <pc:picChg chg="add del mod">
          <ac:chgData name="Xin Luo" userId="82312ee5779919a4" providerId="LiveId" clId="{4DB6C473-8E57-A543-81F7-48BE109E8C13}" dt="2023-02-21T14:53:26.825" v="5442" actId="478"/>
          <ac:picMkLst>
            <pc:docMk/>
            <pc:sldMk cId="3480831675" sldId="2720"/>
            <ac:picMk id="5122" creationId="{379580DC-45F0-D6EF-6EA0-1FB906F02465}"/>
          </ac:picMkLst>
        </pc:picChg>
        <pc:picChg chg="add mod">
          <ac:chgData name="Xin Luo" userId="82312ee5779919a4" providerId="LiveId" clId="{4DB6C473-8E57-A543-81F7-48BE109E8C13}" dt="2023-02-21T14:58:17.635" v="5525" actId="1035"/>
          <ac:picMkLst>
            <pc:docMk/>
            <pc:sldMk cId="3480831675" sldId="2720"/>
            <ac:picMk id="5124" creationId="{D17BE6F3-1008-2FC6-54D2-736C673B73E8}"/>
          </ac:picMkLst>
        </pc:picChg>
        <pc:picChg chg="add mod">
          <ac:chgData name="Xin Luo" userId="82312ee5779919a4" providerId="LiveId" clId="{4DB6C473-8E57-A543-81F7-48BE109E8C13}" dt="2023-02-21T14:58:17.635" v="5525" actId="1035"/>
          <ac:picMkLst>
            <pc:docMk/>
            <pc:sldMk cId="3480831675" sldId="2720"/>
            <ac:picMk id="5126" creationId="{EBB0C876-4E86-C2ED-5EE6-3B2BD26768B9}"/>
          </ac:picMkLst>
        </pc:picChg>
        <pc:picChg chg="add mod">
          <ac:chgData name="Xin Luo" userId="82312ee5779919a4" providerId="LiveId" clId="{4DB6C473-8E57-A543-81F7-48BE109E8C13}" dt="2023-02-21T14:58:48.813" v="5569" actId="404"/>
          <ac:picMkLst>
            <pc:docMk/>
            <pc:sldMk cId="3480831675" sldId="2720"/>
            <ac:picMk id="5128" creationId="{59C29F54-F731-6EBD-ECA9-847BE3563121}"/>
          </ac:picMkLst>
        </pc:picChg>
      </pc:sldChg>
      <pc:sldChg chg="add del">
        <pc:chgData name="Xin Luo" userId="82312ee5779919a4" providerId="LiveId" clId="{4DB6C473-8E57-A543-81F7-48BE109E8C13}" dt="2023-02-21T14:55:30.326" v="5468" actId="2696"/>
        <pc:sldMkLst>
          <pc:docMk/>
          <pc:sldMk cId="120373349" sldId="2721"/>
        </pc:sldMkLst>
      </pc:sldChg>
      <pc:sldChg chg="addSp delSp modSp add mod ord">
        <pc:chgData name="Xin Luo" userId="82312ee5779919a4" providerId="LiveId" clId="{4DB6C473-8E57-A543-81F7-48BE109E8C13}" dt="2023-02-21T15:06:40.684" v="5599" actId="20578"/>
        <pc:sldMkLst>
          <pc:docMk/>
          <pc:sldMk cId="1410676903" sldId="2721"/>
        </pc:sldMkLst>
        <pc:spChg chg="del">
          <ac:chgData name="Xin Luo" userId="82312ee5779919a4" providerId="LiveId" clId="{4DB6C473-8E57-A543-81F7-48BE109E8C13}" dt="2023-02-21T14:59:05.282" v="5571" actId="478"/>
          <ac:spMkLst>
            <pc:docMk/>
            <pc:sldMk cId="1410676903" sldId="2721"/>
            <ac:spMk id="4" creationId="{58EE51E5-8ACA-984C-6E8D-F8AA658223AD}"/>
          </ac:spMkLst>
        </pc:spChg>
        <pc:spChg chg="del">
          <ac:chgData name="Xin Luo" userId="82312ee5779919a4" providerId="LiveId" clId="{4DB6C473-8E57-A543-81F7-48BE109E8C13}" dt="2023-02-21T14:59:05.282" v="5571" actId="478"/>
          <ac:spMkLst>
            <pc:docMk/>
            <pc:sldMk cId="1410676903" sldId="2721"/>
            <ac:spMk id="5" creationId="{7F4897FB-F086-F339-A15F-A899143C7919}"/>
          </ac:spMkLst>
        </pc:spChg>
        <pc:spChg chg="del">
          <ac:chgData name="Xin Luo" userId="82312ee5779919a4" providerId="LiveId" clId="{4DB6C473-8E57-A543-81F7-48BE109E8C13}" dt="2023-02-21T14:59:05.282" v="5571" actId="478"/>
          <ac:spMkLst>
            <pc:docMk/>
            <pc:sldMk cId="1410676903" sldId="2721"/>
            <ac:spMk id="6" creationId="{7ED1482E-3610-E252-0E80-41B202D30E30}"/>
          </ac:spMkLst>
        </pc:spChg>
        <pc:spChg chg="add mod">
          <ac:chgData name="Xin Luo" userId="82312ee5779919a4" providerId="LiveId" clId="{4DB6C473-8E57-A543-81F7-48BE109E8C13}" dt="2023-02-21T15:06:36.607" v="5598" actId="1076"/>
          <ac:spMkLst>
            <pc:docMk/>
            <pc:sldMk cId="1410676903" sldId="2721"/>
            <ac:spMk id="9" creationId="{D5E43916-6543-2664-EE40-07ABFFB01F26}"/>
          </ac:spMkLst>
        </pc:spChg>
        <pc:picChg chg="add mod">
          <ac:chgData name="Xin Luo" userId="82312ee5779919a4" providerId="LiveId" clId="{4DB6C473-8E57-A543-81F7-48BE109E8C13}" dt="2023-02-21T15:06:20.558" v="5575" actId="27614"/>
          <ac:picMkLst>
            <pc:docMk/>
            <pc:sldMk cId="1410676903" sldId="2721"/>
            <ac:picMk id="8" creationId="{BA45F6EA-D51F-F9F8-F33E-5E3217612D76}"/>
          </ac:picMkLst>
        </pc:picChg>
        <pc:picChg chg="del">
          <ac:chgData name="Xin Luo" userId="82312ee5779919a4" providerId="LiveId" clId="{4DB6C473-8E57-A543-81F7-48BE109E8C13}" dt="2023-02-21T14:59:05.282" v="5571" actId="478"/>
          <ac:picMkLst>
            <pc:docMk/>
            <pc:sldMk cId="1410676903" sldId="2721"/>
            <ac:picMk id="5124" creationId="{D17BE6F3-1008-2FC6-54D2-736C673B73E8}"/>
          </ac:picMkLst>
        </pc:picChg>
        <pc:picChg chg="del">
          <ac:chgData name="Xin Luo" userId="82312ee5779919a4" providerId="LiveId" clId="{4DB6C473-8E57-A543-81F7-48BE109E8C13}" dt="2023-02-21T14:59:05.282" v="5571" actId="478"/>
          <ac:picMkLst>
            <pc:docMk/>
            <pc:sldMk cId="1410676903" sldId="2721"/>
            <ac:picMk id="5126" creationId="{EBB0C876-4E86-C2ED-5EE6-3B2BD26768B9}"/>
          </ac:picMkLst>
        </pc:picChg>
        <pc:picChg chg="del">
          <ac:chgData name="Xin Luo" userId="82312ee5779919a4" providerId="LiveId" clId="{4DB6C473-8E57-A543-81F7-48BE109E8C13}" dt="2023-02-21T14:59:05.282" v="5571" actId="478"/>
          <ac:picMkLst>
            <pc:docMk/>
            <pc:sldMk cId="1410676903" sldId="2721"/>
            <ac:picMk id="5128" creationId="{59C29F54-F731-6EBD-ECA9-847BE3563121}"/>
          </ac:picMkLst>
        </pc:picChg>
      </pc:sldChg>
      <pc:sldMasterChg chg="del delSldLayout">
        <pc:chgData name="Xin Luo" userId="82312ee5779919a4" providerId="LiveId" clId="{4DB6C473-8E57-A543-81F7-48BE109E8C13}" dt="2023-02-21T08:54:15.791" v="3593" actId="2696"/>
        <pc:sldMasterMkLst>
          <pc:docMk/>
          <pc:sldMasterMk cId="1248561168" sldId="2147484998"/>
        </pc:sldMasterMkLst>
        <pc:sldLayoutChg chg="del">
          <pc:chgData name="Xin Luo" userId="82312ee5779919a4" providerId="LiveId" clId="{4DB6C473-8E57-A543-81F7-48BE109E8C13}" dt="2023-02-21T08:54:15.772" v="3576" actId="2696"/>
          <pc:sldLayoutMkLst>
            <pc:docMk/>
            <pc:sldMasterMk cId="1248561168" sldId="2147484998"/>
            <pc:sldLayoutMk cId="2755518727" sldId="2147484999"/>
          </pc:sldLayoutMkLst>
        </pc:sldLayoutChg>
        <pc:sldLayoutChg chg="del">
          <pc:chgData name="Xin Luo" userId="82312ee5779919a4" providerId="LiveId" clId="{4DB6C473-8E57-A543-81F7-48BE109E8C13}" dt="2023-02-21T08:54:15.773" v="3577" actId="2696"/>
          <pc:sldLayoutMkLst>
            <pc:docMk/>
            <pc:sldMasterMk cId="1248561168" sldId="2147484998"/>
            <pc:sldLayoutMk cId="784447712" sldId="2147485000"/>
          </pc:sldLayoutMkLst>
        </pc:sldLayoutChg>
        <pc:sldLayoutChg chg="del">
          <pc:chgData name="Xin Luo" userId="82312ee5779919a4" providerId="LiveId" clId="{4DB6C473-8E57-A543-81F7-48BE109E8C13}" dt="2023-02-21T08:54:15.774" v="3578" actId="2696"/>
          <pc:sldLayoutMkLst>
            <pc:docMk/>
            <pc:sldMasterMk cId="1248561168" sldId="2147484998"/>
            <pc:sldLayoutMk cId="36404751" sldId="2147485001"/>
          </pc:sldLayoutMkLst>
        </pc:sldLayoutChg>
        <pc:sldLayoutChg chg="del">
          <pc:chgData name="Xin Luo" userId="82312ee5779919a4" providerId="LiveId" clId="{4DB6C473-8E57-A543-81F7-48BE109E8C13}" dt="2023-02-21T08:54:15.775" v="3579" actId="2696"/>
          <pc:sldLayoutMkLst>
            <pc:docMk/>
            <pc:sldMasterMk cId="1248561168" sldId="2147484998"/>
            <pc:sldLayoutMk cId="2142531553" sldId="2147485002"/>
          </pc:sldLayoutMkLst>
        </pc:sldLayoutChg>
        <pc:sldLayoutChg chg="del">
          <pc:chgData name="Xin Luo" userId="82312ee5779919a4" providerId="LiveId" clId="{4DB6C473-8E57-A543-81F7-48BE109E8C13}" dt="2023-02-21T08:54:15.776" v="3580" actId="2696"/>
          <pc:sldLayoutMkLst>
            <pc:docMk/>
            <pc:sldMasterMk cId="1248561168" sldId="2147484998"/>
            <pc:sldLayoutMk cId="646270699" sldId="2147485003"/>
          </pc:sldLayoutMkLst>
        </pc:sldLayoutChg>
        <pc:sldLayoutChg chg="del">
          <pc:chgData name="Xin Luo" userId="82312ee5779919a4" providerId="LiveId" clId="{4DB6C473-8E57-A543-81F7-48BE109E8C13}" dt="2023-02-21T08:54:15.777" v="3581" actId="2696"/>
          <pc:sldLayoutMkLst>
            <pc:docMk/>
            <pc:sldMasterMk cId="1248561168" sldId="2147484998"/>
            <pc:sldLayoutMk cId="1316154404" sldId="2147485004"/>
          </pc:sldLayoutMkLst>
        </pc:sldLayoutChg>
        <pc:sldLayoutChg chg="del">
          <pc:chgData name="Xin Luo" userId="82312ee5779919a4" providerId="LiveId" clId="{4DB6C473-8E57-A543-81F7-48BE109E8C13}" dt="2023-02-21T08:54:15.778" v="3582" actId="2696"/>
          <pc:sldLayoutMkLst>
            <pc:docMk/>
            <pc:sldMasterMk cId="1248561168" sldId="2147484998"/>
            <pc:sldLayoutMk cId="275448905" sldId="2147485005"/>
          </pc:sldLayoutMkLst>
        </pc:sldLayoutChg>
        <pc:sldLayoutChg chg="del">
          <pc:chgData name="Xin Luo" userId="82312ee5779919a4" providerId="LiveId" clId="{4DB6C473-8E57-A543-81F7-48BE109E8C13}" dt="2023-02-21T08:54:15.779" v="3583" actId="2696"/>
          <pc:sldLayoutMkLst>
            <pc:docMk/>
            <pc:sldMasterMk cId="1248561168" sldId="2147484998"/>
            <pc:sldLayoutMk cId="3173493555" sldId="2147485006"/>
          </pc:sldLayoutMkLst>
        </pc:sldLayoutChg>
        <pc:sldLayoutChg chg="del">
          <pc:chgData name="Xin Luo" userId="82312ee5779919a4" providerId="LiveId" clId="{4DB6C473-8E57-A543-81F7-48BE109E8C13}" dt="2023-02-21T08:54:15.780" v="3584" actId="2696"/>
          <pc:sldLayoutMkLst>
            <pc:docMk/>
            <pc:sldMasterMk cId="1248561168" sldId="2147484998"/>
            <pc:sldLayoutMk cId="2494408642" sldId="2147485007"/>
          </pc:sldLayoutMkLst>
        </pc:sldLayoutChg>
        <pc:sldLayoutChg chg="del">
          <pc:chgData name="Xin Luo" userId="82312ee5779919a4" providerId="LiveId" clId="{4DB6C473-8E57-A543-81F7-48BE109E8C13}" dt="2023-02-21T08:54:15.781" v="3585" actId="2696"/>
          <pc:sldLayoutMkLst>
            <pc:docMk/>
            <pc:sldMasterMk cId="1248561168" sldId="2147484998"/>
            <pc:sldLayoutMk cId="2144339703" sldId="2147485008"/>
          </pc:sldLayoutMkLst>
        </pc:sldLayoutChg>
        <pc:sldLayoutChg chg="del">
          <pc:chgData name="Xin Luo" userId="82312ee5779919a4" providerId="LiveId" clId="{4DB6C473-8E57-A543-81F7-48BE109E8C13}" dt="2023-02-21T08:54:15.781" v="3586" actId="2696"/>
          <pc:sldLayoutMkLst>
            <pc:docMk/>
            <pc:sldMasterMk cId="1248561168" sldId="2147484998"/>
            <pc:sldLayoutMk cId="3933479768" sldId="2147485009"/>
          </pc:sldLayoutMkLst>
        </pc:sldLayoutChg>
        <pc:sldLayoutChg chg="del">
          <pc:chgData name="Xin Luo" userId="82312ee5779919a4" providerId="LiveId" clId="{4DB6C473-8E57-A543-81F7-48BE109E8C13}" dt="2023-02-21T08:54:15.782" v="3587" actId="2696"/>
          <pc:sldLayoutMkLst>
            <pc:docMk/>
            <pc:sldMasterMk cId="1248561168" sldId="2147484998"/>
            <pc:sldLayoutMk cId="2569911404" sldId="2147485010"/>
          </pc:sldLayoutMkLst>
        </pc:sldLayoutChg>
        <pc:sldLayoutChg chg="del">
          <pc:chgData name="Xin Luo" userId="82312ee5779919a4" providerId="LiveId" clId="{4DB6C473-8E57-A543-81F7-48BE109E8C13}" dt="2023-02-21T08:54:15.783" v="3588" actId="2696"/>
          <pc:sldLayoutMkLst>
            <pc:docMk/>
            <pc:sldMasterMk cId="1248561168" sldId="2147484998"/>
            <pc:sldLayoutMk cId="487309151" sldId="2147485011"/>
          </pc:sldLayoutMkLst>
        </pc:sldLayoutChg>
        <pc:sldLayoutChg chg="del">
          <pc:chgData name="Xin Luo" userId="82312ee5779919a4" providerId="LiveId" clId="{4DB6C473-8E57-A543-81F7-48BE109E8C13}" dt="2023-02-21T08:54:15.784" v="3589" actId="2696"/>
          <pc:sldLayoutMkLst>
            <pc:docMk/>
            <pc:sldMasterMk cId="1248561168" sldId="2147484998"/>
            <pc:sldLayoutMk cId="940838525" sldId="2147485012"/>
          </pc:sldLayoutMkLst>
        </pc:sldLayoutChg>
        <pc:sldLayoutChg chg="del">
          <pc:chgData name="Xin Luo" userId="82312ee5779919a4" providerId="LiveId" clId="{4DB6C473-8E57-A543-81F7-48BE109E8C13}" dt="2023-02-21T08:54:15.785" v="3590" actId="2696"/>
          <pc:sldLayoutMkLst>
            <pc:docMk/>
            <pc:sldMasterMk cId="1248561168" sldId="2147484998"/>
            <pc:sldLayoutMk cId="858249230" sldId="2147485013"/>
          </pc:sldLayoutMkLst>
        </pc:sldLayoutChg>
        <pc:sldLayoutChg chg="del">
          <pc:chgData name="Xin Luo" userId="82312ee5779919a4" providerId="LiveId" clId="{4DB6C473-8E57-A543-81F7-48BE109E8C13}" dt="2023-02-21T08:54:15.786" v="3591" actId="2696"/>
          <pc:sldLayoutMkLst>
            <pc:docMk/>
            <pc:sldMasterMk cId="1248561168" sldId="2147484998"/>
            <pc:sldLayoutMk cId="1094809115" sldId="2147485014"/>
          </pc:sldLayoutMkLst>
        </pc:sldLayoutChg>
        <pc:sldLayoutChg chg="del">
          <pc:chgData name="Xin Luo" userId="82312ee5779919a4" providerId="LiveId" clId="{4DB6C473-8E57-A543-81F7-48BE109E8C13}" dt="2023-02-21T08:54:15.787" v="3592" actId="2696"/>
          <pc:sldLayoutMkLst>
            <pc:docMk/>
            <pc:sldMasterMk cId="1248561168" sldId="2147484998"/>
            <pc:sldLayoutMk cId="2452001345" sldId="214748501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6578"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79" name="Rectangle 3"/>
          <p:cNvSpPr>
            <a:spLocks noGrp="1" noChangeArrowheads="1"/>
          </p:cNvSpPr>
          <p:nvPr>
            <p:ph type="dt" sz="quarter" idx="1"/>
          </p:nvPr>
        </p:nvSpPr>
        <p:spPr bwMode="auto">
          <a:xfrm>
            <a:off x="4024313" y="0"/>
            <a:ext cx="3074987"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defRPr sz="1100">
                <a:latin typeface="Times New Roman" pitchFamily="18" charset="0"/>
                <a:ea typeface="宋体" pitchFamily="2" charset="-122"/>
                <a:cs typeface="+mn-cs"/>
              </a:defRPr>
            </a:lvl1pPr>
          </a:lstStyle>
          <a:p>
            <a:pPr>
              <a:defRPr/>
            </a:pPr>
            <a:endParaRPr lang="en-US" altLang="zh-CN"/>
          </a:p>
        </p:txBody>
      </p:sp>
      <p:sp>
        <p:nvSpPr>
          <p:cNvPr id="536580" name="Rectangle 4"/>
          <p:cNvSpPr>
            <a:spLocks noGrp="1" noChangeArrowheads="1"/>
          </p:cNvSpPr>
          <p:nvPr>
            <p:ph type="ftr" sz="quarter" idx="2"/>
          </p:nvPr>
        </p:nvSpPr>
        <p:spPr bwMode="auto">
          <a:xfrm>
            <a:off x="0" y="9723438"/>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defRPr sz="1100">
                <a:latin typeface="Times New Roman" pitchFamily="18" charset="0"/>
                <a:ea typeface="宋体" pitchFamily="2" charset="-122"/>
                <a:cs typeface="+mn-cs"/>
              </a:defRPr>
            </a:lvl1pPr>
          </a:lstStyle>
          <a:p>
            <a:pPr>
              <a:defRPr/>
            </a:pPr>
            <a:endParaRPr lang="en-US" altLang="zh-CN"/>
          </a:p>
        </p:txBody>
      </p:sp>
      <p:sp>
        <p:nvSpPr>
          <p:cNvPr id="536581" name="Rectangle 5"/>
          <p:cNvSpPr>
            <a:spLocks noGrp="1" noChangeArrowheads="1"/>
          </p:cNvSpPr>
          <p:nvPr>
            <p:ph type="sldNum" sz="quarter" idx="3"/>
          </p:nvPr>
        </p:nvSpPr>
        <p:spPr bwMode="auto">
          <a:xfrm>
            <a:off x="4024313" y="9723438"/>
            <a:ext cx="3074987"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defRPr sz="1100"/>
            </a:lvl1pPr>
          </a:lstStyle>
          <a:p>
            <a:pPr>
              <a:defRPr/>
            </a:pPr>
            <a:fld id="{6D45C849-0B45-C74F-ACD3-3797B4D29440}" type="slidenum">
              <a:rPr lang="en-US" altLang="zh-CN"/>
              <a:pPr>
                <a:defRPr/>
              </a:pPr>
              <a:t>‹#›</a:t>
            </a:fld>
            <a:endParaRPr lang="en-US" altLang="zh-CN"/>
          </a:p>
        </p:txBody>
      </p:sp>
    </p:spTree>
    <p:extLst>
      <p:ext uri="{BB962C8B-B14F-4D97-AF65-F5344CB8AC3E}">
        <p14:creationId xmlns:p14="http://schemas.microsoft.com/office/powerpoint/2010/main" val="28289993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bwMode="auto">
          <a:xfrm>
            <a:off x="0"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5" name="Rectangle 3"/>
          <p:cNvSpPr>
            <a:spLocks noGrp="1" noChangeArrowheads="1"/>
          </p:cNvSpPr>
          <p:nvPr>
            <p:ph type="dt" idx="1"/>
          </p:nvPr>
        </p:nvSpPr>
        <p:spPr bwMode="auto">
          <a:xfrm>
            <a:off x="4022725" y="0"/>
            <a:ext cx="3074988" cy="511175"/>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lvl1pPr algn="r" defTabSz="944563">
              <a:spcBef>
                <a:spcPct val="0"/>
              </a:spcBef>
              <a:defRPr sz="1100">
                <a:latin typeface="Arial" charset="0"/>
                <a:ea typeface="宋体" pitchFamily="2" charset="-122"/>
                <a:cs typeface="+mn-cs"/>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993775" y="768350"/>
            <a:ext cx="5116513"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84997"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4566" tIns="47283" rIns="94566" bIns="47283"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84998" name="Rectangle 6"/>
          <p:cNvSpPr>
            <a:spLocks noGrp="1" noChangeArrowheads="1"/>
          </p:cNvSpPr>
          <p:nvPr>
            <p:ph type="ftr" sz="quarter" idx="4"/>
          </p:nvPr>
        </p:nvSpPr>
        <p:spPr bwMode="auto">
          <a:xfrm>
            <a:off x="0"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l" defTabSz="944563">
              <a:spcBef>
                <a:spcPct val="0"/>
              </a:spcBef>
              <a:defRPr sz="1100">
                <a:latin typeface="Arial" charset="0"/>
                <a:ea typeface="宋体" pitchFamily="2" charset="-122"/>
                <a:cs typeface="+mn-cs"/>
              </a:defRPr>
            </a:lvl1pPr>
          </a:lstStyle>
          <a:p>
            <a:pPr>
              <a:defRPr/>
            </a:pPr>
            <a:endParaRPr lang="en-US" altLang="zh-CN"/>
          </a:p>
        </p:txBody>
      </p:sp>
      <p:sp>
        <p:nvSpPr>
          <p:cNvPr id="84999" name="Rectangle 7"/>
          <p:cNvSpPr>
            <a:spLocks noGrp="1" noChangeArrowheads="1"/>
          </p:cNvSpPr>
          <p:nvPr>
            <p:ph type="sldNum" sz="quarter" idx="5"/>
          </p:nvPr>
        </p:nvSpPr>
        <p:spPr bwMode="auto">
          <a:xfrm>
            <a:off x="4022725" y="9721850"/>
            <a:ext cx="3074988" cy="511175"/>
          </a:xfrm>
          <a:prstGeom prst="rect">
            <a:avLst/>
          </a:prstGeom>
          <a:noFill/>
          <a:ln w="9525">
            <a:noFill/>
            <a:miter lim="800000"/>
            <a:headEnd/>
            <a:tailEnd/>
          </a:ln>
          <a:effectLst/>
        </p:spPr>
        <p:txBody>
          <a:bodyPr vert="horz" wrap="square" lIns="94566" tIns="47283" rIns="94566" bIns="47283" numCol="1" anchor="b" anchorCtr="0" compatLnSpc="1">
            <a:prstTxWarp prst="textNoShape">
              <a:avLst/>
            </a:prstTxWarp>
          </a:bodyPr>
          <a:lstStyle>
            <a:lvl1pPr algn="r" defTabSz="944563">
              <a:spcBef>
                <a:spcPct val="0"/>
              </a:spcBef>
              <a:defRPr sz="1100">
                <a:latin typeface="Arial" charset="0"/>
              </a:defRPr>
            </a:lvl1pPr>
          </a:lstStyle>
          <a:p>
            <a:pPr>
              <a:defRPr/>
            </a:pPr>
            <a:fld id="{BAF496D9-25EC-FE4B-A1BF-34C514AB2829}" type="slidenum">
              <a:rPr lang="en-US" altLang="zh-CN"/>
              <a:pPr>
                <a:defRPr/>
              </a:pPr>
              <a:t>‹#›</a:t>
            </a:fld>
            <a:endParaRPr lang="en-US" altLang="zh-CN"/>
          </a:p>
        </p:txBody>
      </p:sp>
    </p:spTree>
    <p:extLst>
      <p:ext uri="{BB962C8B-B14F-4D97-AF65-F5344CB8AC3E}">
        <p14:creationId xmlns:p14="http://schemas.microsoft.com/office/powerpoint/2010/main" val="1690593699"/>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宋体" charset="0"/>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Rot="1" noChangeAspect="1" noChangeArrowheads="1" noTextEdit="1"/>
          </p:cNvSpPr>
          <p:nvPr>
            <p:ph type="sldImg"/>
          </p:nvPr>
        </p:nvSpPr>
        <p:spPr>
          <a:ln/>
        </p:spPr>
      </p:sp>
      <p:sp>
        <p:nvSpPr>
          <p:cNvPr id="81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zh-CN" altLang="zh-CN" sz="1200" kern="1200">
              <a:solidFill>
                <a:schemeClr val="tx1"/>
              </a:solidFill>
              <a:effectLst/>
              <a:latin typeface="Arial" charset="0"/>
              <a:ea typeface="宋体" pitchFamily="2" charset="-122"/>
              <a:cs typeface="宋体" charset="0"/>
            </a:endParaRPr>
          </a:p>
        </p:txBody>
      </p:sp>
    </p:spTree>
    <p:extLst>
      <p:ext uri="{BB962C8B-B14F-4D97-AF65-F5344CB8AC3E}">
        <p14:creationId xmlns:p14="http://schemas.microsoft.com/office/powerpoint/2010/main" val="2776474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77ECF62-1638-4DD4-9C28-B7A1E023F854}" type="slidenum">
              <a:rPr lang="zh-CN" altLang="en-US" smtClean="0">
                <a:solidFill>
                  <a:prstClr val="black"/>
                </a:solidFill>
              </a:rPr>
              <a:pPr/>
              <a:t>2</a:t>
            </a:fld>
            <a:endParaRPr lang="zh-CN" altLang="en-US">
              <a:solidFill>
                <a:prstClr val="black"/>
              </a:solidFill>
            </a:endParaRPr>
          </a:p>
        </p:txBody>
      </p:sp>
    </p:spTree>
    <p:extLst>
      <p:ext uri="{BB962C8B-B14F-4D97-AF65-F5344CB8AC3E}">
        <p14:creationId xmlns:p14="http://schemas.microsoft.com/office/powerpoint/2010/main" val="2582552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47110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20846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40051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98024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4511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GPS</a:t>
            </a:r>
            <a:r>
              <a:rPr lang="zh-CN" altLang="en-US"/>
              <a:t>测得高程为椭球高。</a:t>
            </a:r>
          </a:p>
        </p:txBody>
      </p:sp>
    </p:spTree>
    <p:extLst>
      <p:ext uri="{BB962C8B-B14F-4D97-AF65-F5344CB8AC3E}">
        <p14:creationId xmlns:p14="http://schemas.microsoft.com/office/powerpoint/2010/main" val="1642465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等线" panose="02010600030101010101" pitchFamily="2" charset="-122"/>
                <a:ea typeface="等线" panose="02010600030101010101" pitchFamily="2" charset="-122"/>
              </a:rPr>
              <a:t>我国目前采用的法定高程系统就是</a:t>
            </a:r>
            <a:r>
              <a:rPr lang="zh-CN" altLang="en-US" b="1" i="0" dirty="0">
                <a:solidFill>
                  <a:srgbClr val="000000"/>
                </a:solidFill>
                <a:effectLst/>
                <a:latin typeface="等线" panose="02010600030101010101" pitchFamily="2" charset="-122"/>
                <a:ea typeface="等线" panose="02010600030101010101" pitchFamily="2" charset="-122"/>
              </a:rPr>
              <a:t>正常高系统</a:t>
            </a:r>
            <a:r>
              <a:rPr lang="zh-CN" altLang="en-US" b="0" i="0" dirty="0">
                <a:solidFill>
                  <a:srgbClr val="000000"/>
                </a:solidFill>
                <a:effectLst/>
                <a:latin typeface="等线" panose="02010600030101010101" pitchFamily="2" charset="-122"/>
                <a:ea typeface="等线" panose="02010600030101010101" pitchFamily="2" charset="-122"/>
              </a:rPr>
              <a:t>。</a:t>
            </a:r>
            <a:endParaRPr lang="zh-CN" altLang="en-US" dirty="0"/>
          </a:p>
        </p:txBody>
      </p:sp>
    </p:spTree>
    <p:extLst>
      <p:ext uri="{BB962C8B-B14F-4D97-AF65-F5344CB8AC3E}">
        <p14:creationId xmlns:p14="http://schemas.microsoft.com/office/powerpoint/2010/main" val="25670867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05201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15067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57207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7324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5CA7E-1A60-4967-093A-86470E1FD6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FADBCE-466C-CB18-B7A8-0EADDC79C26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5ACCDC-1BCA-74E8-4D47-96D528011C06}"/>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59808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880252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41300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896540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A068D-CBF2-5589-DC41-14DC577202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5443D12-C4A6-35CA-0987-F02F9CF46C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4CCB92-3FD3-6CB7-3C3A-37F30EFFF43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74098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01955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88198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F5394-6E8B-D0A1-A051-963327D18E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963B0B-CC80-43F7-7429-F1AEF47BBA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400935-0040-7D6C-0A68-F31EA3E0BCDD}"/>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31663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2579C-98D1-3C96-245A-61EEA29352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590CE8-9502-43F7-031A-F15631E771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F2C4054-5757-186E-9A37-F59E80665074}"/>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11427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61670-9C54-3B2F-A31D-081D6412ED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12B08A-7776-742B-2ACF-BF56D0BD60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10BD51-7B52-D4C8-77D5-20554BB17A59}"/>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470968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8C40A-12EE-F48C-2AD1-E8D92E0720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8198BA-A0F9-2299-226C-1CE544C819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81526D-0EF6-7926-A153-A63B46C9ADE2}"/>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427134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8B082-BB0C-891F-42D3-A88FB31CE97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1EBD73-101C-1FBA-BC0F-F80B26C243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32E4D3-612B-0831-47E4-90331AA1152D}"/>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02986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9423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tx1"/>
        </a:solidFill>
        <a:effectLst/>
      </p:bgPr>
    </p:bg>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0" y="2276475"/>
            <a:ext cx="9144000" cy="2665413"/>
          </a:xfrm>
          <a:prstGeom prst="rect">
            <a:avLst/>
          </a:prstGeom>
          <a:solidFill>
            <a:schemeClr val="accent1"/>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a:solidFill>
                <a:prstClr val="white"/>
              </a:solidFill>
              <a:cs typeface="+mn-cs"/>
            </a:endParaRPr>
          </a:p>
        </p:txBody>
      </p:sp>
      <p:sp>
        <p:nvSpPr>
          <p:cNvPr id="5" name="矩形 4"/>
          <p:cNvSpPr>
            <a:spLocks noChangeArrowheads="1"/>
          </p:cNvSpPr>
          <p:nvPr userDrawn="1"/>
        </p:nvSpPr>
        <p:spPr bwMode="auto">
          <a:xfrm>
            <a:off x="0" y="2203450"/>
            <a:ext cx="9144000" cy="71438"/>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a:solidFill>
                <a:prstClr val="white"/>
              </a:solidFill>
              <a:cs typeface="+mn-cs"/>
            </a:endParaRPr>
          </a:p>
        </p:txBody>
      </p:sp>
      <p:sp>
        <p:nvSpPr>
          <p:cNvPr id="6" name="矩形 5"/>
          <p:cNvSpPr>
            <a:spLocks noChangeArrowheads="1"/>
          </p:cNvSpPr>
          <p:nvPr userDrawn="1"/>
        </p:nvSpPr>
        <p:spPr bwMode="auto">
          <a:xfrm>
            <a:off x="0" y="4870450"/>
            <a:ext cx="9144000" cy="71438"/>
          </a:xfrm>
          <a:prstGeom prst="rect">
            <a:avLst/>
          </a:prstGeom>
          <a:solidFill>
            <a:srgbClr val="FFC000"/>
          </a:solidFill>
          <a:ln>
            <a:noFill/>
          </a:ln>
        </p:spPr>
        <p:txBody>
          <a:bodyPr lIns="0" tIns="0" rIns="0" bIns="0">
            <a:spAutoFit/>
          </a:bodyPr>
          <a:lstStyle>
            <a:lvl1pPr>
              <a:defRPr kumimoji="1" sz="2400">
                <a:solidFill>
                  <a:schemeClr val="tx1"/>
                </a:solidFill>
                <a:latin typeface="Times New Roman" pitchFamily="18" charset="0"/>
                <a:ea typeface="宋体" pitchFamily="2" charset="-122"/>
              </a:defRPr>
            </a:lvl1pPr>
            <a:lvl2pPr marL="742950" indent="-285750">
              <a:defRPr kumimoji="1" sz="2400">
                <a:solidFill>
                  <a:schemeClr val="tx1"/>
                </a:solidFill>
                <a:latin typeface="Times New Roman" pitchFamily="18" charset="0"/>
                <a:ea typeface="宋体" pitchFamily="2" charset="-122"/>
              </a:defRPr>
            </a:lvl2pPr>
            <a:lvl3pPr marL="1143000" indent="-228600">
              <a:defRPr kumimoji="1" sz="2400">
                <a:solidFill>
                  <a:schemeClr val="tx1"/>
                </a:solidFill>
                <a:latin typeface="Times New Roman" pitchFamily="18" charset="0"/>
                <a:ea typeface="宋体" pitchFamily="2" charset="-122"/>
              </a:defRPr>
            </a:lvl3pPr>
            <a:lvl4pPr marL="1600200" indent="-228600">
              <a:defRPr kumimoji="1" sz="2400">
                <a:solidFill>
                  <a:schemeClr val="tx1"/>
                </a:solidFill>
                <a:latin typeface="Times New Roman" pitchFamily="18" charset="0"/>
                <a:ea typeface="宋体" pitchFamily="2" charset="-122"/>
              </a:defRPr>
            </a:lvl4pPr>
            <a:lvl5pPr marL="2057400" indent="-228600">
              <a:defRPr kumimoji="1" sz="2400">
                <a:solidFill>
                  <a:schemeClr val="tx1"/>
                </a:solidFill>
                <a:latin typeface="Times New Roman" pitchFamily="18" charset="0"/>
                <a:ea typeface="宋体" pitchFamily="2" charset="-122"/>
              </a:defRPr>
            </a:lvl5pPr>
            <a:lvl6pPr marL="2514600" indent="-228600" algn="ctr" fontAlgn="base">
              <a:spcBef>
                <a:spcPct val="50000"/>
              </a:spcBef>
              <a:spcAft>
                <a:spcPct val="0"/>
              </a:spcAft>
              <a:defRPr kumimoji="1" sz="2400">
                <a:solidFill>
                  <a:schemeClr val="tx1"/>
                </a:solidFill>
                <a:latin typeface="Times New Roman" pitchFamily="18" charset="0"/>
                <a:ea typeface="宋体" pitchFamily="2" charset="-122"/>
              </a:defRPr>
            </a:lvl6pPr>
            <a:lvl7pPr marL="2971800" indent="-228600" algn="ctr" fontAlgn="base">
              <a:spcBef>
                <a:spcPct val="50000"/>
              </a:spcBef>
              <a:spcAft>
                <a:spcPct val="0"/>
              </a:spcAft>
              <a:defRPr kumimoji="1" sz="2400">
                <a:solidFill>
                  <a:schemeClr val="tx1"/>
                </a:solidFill>
                <a:latin typeface="Times New Roman" pitchFamily="18" charset="0"/>
                <a:ea typeface="宋体" pitchFamily="2" charset="-122"/>
              </a:defRPr>
            </a:lvl7pPr>
            <a:lvl8pPr marL="3429000" indent="-228600" algn="ctr" fontAlgn="base">
              <a:spcBef>
                <a:spcPct val="50000"/>
              </a:spcBef>
              <a:spcAft>
                <a:spcPct val="0"/>
              </a:spcAft>
              <a:defRPr kumimoji="1" sz="2400">
                <a:solidFill>
                  <a:schemeClr val="tx1"/>
                </a:solidFill>
                <a:latin typeface="Times New Roman" pitchFamily="18" charset="0"/>
                <a:ea typeface="宋体" pitchFamily="2" charset="-122"/>
              </a:defRPr>
            </a:lvl8pPr>
            <a:lvl9pPr marL="3886200" indent="-228600" algn="ctr" fontAlgn="base">
              <a:spcBef>
                <a:spcPct val="50000"/>
              </a:spcBef>
              <a:spcAft>
                <a:spcPct val="0"/>
              </a:spcAft>
              <a:defRPr kumimoji="1" sz="2400">
                <a:solidFill>
                  <a:schemeClr val="tx1"/>
                </a:solidFill>
                <a:latin typeface="Times New Roman" pitchFamily="18" charset="0"/>
                <a:ea typeface="宋体" pitchFamily="2" charset="-122"/>
              </a:defRPr>
            </a:lvl9pPr>
          </a:lstStyle>
          <a:p>
            <a:pPr>
              <a:defRPr/>
            </a:pPr>
            <a:endParaRPr kumimoji="0" lang="zh-CN" altLang="en-US">
              <a:solidFill>
                <a:prstClr val="white"/>
              </a:solidFill>
              <a:cs typeface="+mn-cs"/>
            </a:endParaRPr>
          </a:p>
        </p:txBody>
      </p:sp>
      <p:sp>
        <p:nvSpPr>
          <p:cNvPr id="32860" name="Rectangle 92"/>
          <p:cNvSpPr>
            <a:spLocks noGrp="1" noChangeArrowheads="1"/>
          </p:cNvSpPr>
          <p:nvPr>
            <p:ph type="ctrTitle"/>
          </p:nvPr>
        </p:nvSpPr>
        <p:spPr>
          <a:xfrm>
            <a:off x="1828800" y="1828800"/>
            <a:ext cx="6934200" cy="2362200"/>
          </a:xfrm>
          <a:noFill/>
        </p:spPr>
        <p:txBody>
          <a:bodyPr/>
          <a:lstStyle>
            <a:lvl1pPr>
              <a:defRPr/>
            </a:lvl1pPr>
          </a:lstStyle>
          <a:p>
            <a:r>
              <a:rPr lang="zh-CN" altLang="en-US"/>
              <a:t>单击此处编辑母版标题样式</a:t>
            </a:r>
          </a:p>
        </p:txBody>
      </p:sp>
      <p:sp>
        <p:nvSpPr>
          <p:cNvPr id="32861" name="Rectangle 93"/>
          <p:cNvSpPr>
            <a:spLocks noGrp="1" noChangeArrowheads="1"/>
          </p:cNvSpPr>
          <p:nvPr>
            <p:ph type="subTitle" idx="1"/>
          </p:nvPr>
        </p:nvSpPr>
        <p:spPr>
          <a:xfrm>
            <a:off x="1828800" y="4572000"/>
            <a:ext cx="6934200" cy="1295400"/>
          </a:xfrm>
          <a:prstGeom prst="rect">
            <a:avLst/>
          </a:prstGeom>
        </p:spPr>
        <p:txBody>
          <a:bodyPr/>
          <a:lstStyle>
            <a:lvl1pPr marL="0" indent="0">
              <a:buFontTx/>
              <a:buNone/>
              <a:defRPr/>
            </a:lvl1pPr>
          </a:lstStyle>
          <a:p>
            <a:r>
              <a:rPr lang="zh-CN" altLang="en-US"/>
              <a:t>单击此处编辑母版副标题样式</a:t>
            </a:r>
          </a:p>
        </p:txBody>
      </p:sp>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243613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87338" y="981075"/>
            <a:ext cx="77724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标题 5"/>
          <p:cNvSpPr>
            <a:spLocks noGrp="1"/>
          </p:cNvSpPr>
          <p:nvPr>
            <p:ph type="title"/>
          </p:nvPr>
        </p:nvSpPr>
        <p:spPr/>
        <p:txBody>
          <a:bodyPr/>
          <a:lstStyle/>
          <a:p>
            <a:r>
              <a:rPr lang="zh-CN" altLang="en-US"/>
              <a:t>单击此处编辑母版标题样式</a:t>
            </a:r>
          </a:p>
        </p:txBody>
      </p:sp>
      <p:sp>
        <p:nvSpPr>
          <p:cNvPr id="7" name="灯片编号占位符 6"/>
          <p:cNvSpPr>
            <a:spLocks noGrp="1"/>
          </p:cNvSpPr>
          <p:nvPr>
            <p:ph type="sldNum" sz="quarter" idx="10"/>
          </p:nvPr>
        </p:nvSpPr>
        <p:spPr/>
        <p:txBody>
          <a:bodyPr/>
          <a:lstStyle>
            <a:lvl1pPr>
              <a:defRPr>
                <a:solidFill>
                  <a:schemeClr val="bg2"/>
                </a:solidFill>
              </a:defRPr>
            </a:lvl1pPr>
          </a:lstStyle>
          <a:p>
            <a:fld id="{B8E54011-88F9-4C11-89A5-A0E112247FEB}" type="slidenum">
              <a:rPr lang="zh-CN" altLang="en-US" smtClean="0"/>
              <a:pPr/>
              <a:t>‹#›</a:t>
            </a:fld>
            <a:endParaRPr lang="zh-CN" altLang="en-US"/>
          </a:p>
        </p:txBody>
      </p:sp>
    </p:spTree>
    <p:extLst>
      <p:ext uri="{BB962C8B-B14F-4D97-AF65-F5344CB8AC3E}">
        <p14:creationId xmlns:p14="http://schemas.microsoft.com/office/powerpoint/2010/main" val="306292966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8653096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981075"/>
            <a:ext cx="381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3810000" cy="51847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标题 4"/>
          <p:cNvSpPr>
            <a:spLocks noGrp="1"/>
          </p:cNvSpPr>
          <p:nvPr>
            <p:ph type="title"/>
          </p:nvPr>
        </p:nvSpPr>
        <p:spPr/>
        <p:txBody>
          <a:bodyPr/>
          <a:lstStyle/>
          <a:p>
            <a:r>
              <a:rPr lang="zh-CN" altLang="en-US"/>
              <a:t>单击此处编辑母版标题样式</a:t>
            </a:r>
          </a:p>
        </p:txBody>
      </p:sp>
      <p:sp>
        <p:nvSpPr>
          <p:cNvPr id="6" name="灯片编号占位符 5"/>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78683453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灯片编号占位符 6"/>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27811420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95737418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23587389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5458316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424201497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87338" y="981075"/>
            <a:ext cx="7772400" cy="51847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30788887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26988"/>
            <a:ext cx="2286000" cy="6192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26988"/>
            <a:ext cx="6705600" cy="6192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92179869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0" y="-26988"/>
            <a:ext cx="9144000" cy="6192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灯片编号占位符 2"/>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03182318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9144000" cy="792163"/>
          </a:xfrm>
        </p:spPr>
        <p:txBody>
          <a:bodyPr/>
          <a:lstStyle/>
          <a:p>
            <a:r>
              <a:rPr lang="zh-CN" altLang="en-US"/>
              <a:t>单击此处编辑母版标题样式</a:t>
            </a:r>
          </a:p>
        </p:txBody>
      </p:sp>
      <p:sp>
        <p:nvSpPr>
          <p:cNvPr id="3" name="表格占位符 2"/>
          <p:cNvSpPr>
            <a:spLocks noGrp="1"/>
          </p:cNvSpPr>
          <p:nvPr>
            <p:ph type="tbl" idx="1"/>
          </p:nvPr>
        </p:nvSpPr>
        <p:spPr>
          <a:xfrm>
            <a:off x="685800" y="981075"/>
            <a:ext cx="7772400" cy="5184775"/>
          </a:xfrm>
          <a:prstGeom prst="rect">
            <a:avLst/>
          </a:prstGeom>
        </p:spPr>
        <p:txBody>
          <a:bodyPr/>
          <a:lstStyle/>
          <a:p>
            <a:pPr lvl="0"/>
            <a:endParaRPr lang="zh-CN" altLang="en-US" noProof="0"/>
          </a:p>
        </p:txBody>
      </p:sp>
      <p:sp>
        <p:nvSpPr>
          <p:cNvPr id="4" name="灯片编号占位符 3"/>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8429749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26988"/>
            <a:ext cx="9144000" cy="792163"/>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981075"/>
            <a:ext cx="381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81075"/>
            <a:ext cx="3810000" cy="51847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0"/>
          </p:nvPr>
        </p:nvSpPr>
        <p:spPr/>
        <p:txBody>
          <a:bodyPr/>
          <a:lstStyle/>
          <a:p>
            <a:fld id="{B8E54011-88F9-4C11-89A5-A0E112247FEB}" type="slidenum">
              <a:rPr lang="zh-CN" altLang="en-US" smtClean="0"/>
              <a:t>‹#›</a:t>
            </a:fld>
            <a:endParaRPr lang="zh-CN" altLang="en-US"/>
          </a:p>
        </p:txBody>
      </p:sp>
    </p:spTree>
    <p:extLst>
      <p:ext uri="{BB962C8B-B14F-4D97-AF65-F5344CB8AC3E}">
        <p14:creationId xmlns:p14="http://schemas.microsoft.com/office/powerpoint/2010/main" val="134900904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105473" name="Picture 1" descr="D:\5万更新包奖PPT\张嘉\PPT用图\2.整饰相关\整饰 周老师改\5 31整饰-1副本.jpg"/>
          <p:cNvPicPr>
            <a:picLocks noChangeAspect="1" noChangeArrowheads="1"/>
          </p:cNvPicPr>
          <p:nvPr userDrawn="1"/>
        </p:nvPicPr>
        <p:blipFill>
          <a:blip r:embed="rId2" cstate="print"/>
          <a:srcRect/>
          <a:stretch>
            <a:fillRect/>
          </a:stretch>
        </p:blipFill>
        <p:spPr bwMode="auto">
          <a:xfrm>
            <a:off x="0" y="-1"/>
            <a:ext cx="9144000" cy="6858001"/>
          </a:xfrm>
          <a:prstGeom prst="rect">
            <a:avLst/>
          </a:prstGeom>
          <a:noFill/>
        </p:spPr>
      </p:pic>
      <p:sp>
        <p:nvSpPr>
          <p:cNvPr id="2" name="大标题"/>
          <p:cNvSpPr>
            <a:spLocks noGrp="1"/>
          </p:cNvSpPr>
          <p:nvPr>
            <p:ph type="title"/>
          </p:nvPr>
        </p:nvSpPr>
        <p:spPr>
          <a:xfrm>
            <a:off x="0" y="0"/>
            <a:ext cx="9144000" cy="1071546"/>
          </a:xfrm>
          <a:prstGeom prst="rect">
            <a:avLst/>
          </a:prstGeom>
        </p:spPr>
        <p:txBody>
          <a:bodyPr anchor="ctr"/>
          <a:lstStyle>
            <a:lvl1pPr algn="ctr">
              <a:defRPr lang="zh-CN" altLang="en-US" sz="3600" b="1" dirty="0">
                <a:ln w="19050">
                  <a:noFill/>
                </a:ln>
                <a:solidFill>
                  <a:schemeClr val="bg1"/>
                </a:solidFill>
                <a:effectLst>
                  <a:outerShdw blurRad="50800" dist="38100" dir="2700000" algn="tl" rotWithShape="0">
                    <a:prstClr val="black">
                      <a:alpha val="40000"/>
                    </a:prstClr>
                  </a:outerShdw>
                </a:effectLst>
                <a:latin typeface="微软雅黑" pitchFamily="34" charset="-122"/>
                <a:ea typeface="微软雅黑" pitchFamily="34" charset="-122"/>
                <a:cs typeface="+mj-cs"/>
              </a:defRPr>
            </a:lvl1pPr>
          </a:lstStyle>
          <a:p>
            <a:r>
              <a:rPr lang="zh-CN" altLang="en-US"/>
              <a:t>单击此处编辑母版标题样式</a:t>
            </a:r>
          </a:p>
        </p:txBody>
      </p:sp>
    </p:spTree>
    <p:extLst>
      <p:ext uri="{BB962C8B-B14F-4D97-AF65-F5344CB8AC3E}">
        <p14:creationId xmlns:p14="http://schemas.microsoft.com/office/powerpoint/2010/main" val="253477105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rotWithShape="1">
          <a:gsLst>
            <a:gs pos="0">
              <a:schemeClr val="bg1">
                <a:tint val="80000"/>
                <a:satMod val="300000"/>
              </a:schemeClr>
            </a:gs>
            <a:gs pos="100000">
              <a:schemeClr val="bg1">
                <a:lumMod val="95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6356350"/>
            <a:ext cx="21336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19865972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457200" y="6356350"/>
            <a:ext cx="2133600" cy="365125"/>
          </a:xfrm>
          <a:prstGeom prst="rect">
            <a:avLst/>
          </a:prstGeom>
        </p:spPr>
        <p:txBody>
          <a:bodyPr/>
          <a:lstStyle/>
          <a:p>
            <a:endParaRPr lang="zh-CN" altLang="en-US">
              <a:solidFill>
                <a:prstClr val="black">
                  <a:tint val="75000"/>
                </a:prstClr>
              </a:solidFill>
            </a:endParaRPr>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solidFill>
                <a:prstClr val="black">
                  <a:tint val="75000"/>
                </a:prstClr>
              </a:solidFill>
            </a:endParaRPr>
          </a:p>
        </p:txBody>
      </p:sp>
    </p:spTree>
    <p:extLst>
      <p:ext uri="{BB962C8B-B14F-4D97-AF65-F5344CB8AC3E}">
        <p14:creationId xmlns:p14="http://schemas.microsoft.com/office/powerpoint/2010/main" val="261613086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982264" y="6467404"/>
            <a:ext cx="2133600" cy="365125"/>
          </a:xfrm>
          <a:prstGeom prst="rect">
            <a:avLst/>
          </a:prstGeom>
        </p:spPr>
        <p:txBody>
          <a:bodyPr/>
          <a:lstStyle>
            <a:lvl1pPr>
              <a:defRPr>
                <a:latin typeface="+mn-lt"/>
              </a:defRPr>
            </a:lvl1pPr>
          </a:lstStyle>
          <a:p>
            <a:r>
              <a:rPr lang="en-US" altLang="zh-CN">
                <a:solidFill>
                  <a:prstClr val="black">
                    <a:tint val="75000"/>
                  </a:prstClr>
                </a:solidFill>
              </a:rPr>
              <a:t>Page </a:t>
            </a:r>
            <a:fld id="{5B7D6B44-8869-44D6-9B46-FD9D3C769EB1}" type="slidenum">
              <a:rPr lang="zh-CN" altLang="en-US" smtClean="0">
                <a:solidFill>
                  <a:prstClr val="black">
                    <a:tint val="75000"/>
                  </a:prstClr>
                </a:solidFill>
              </a:rPr>
              <a:pPr/>
              <a:t>‹#›</a:t>
            </a:fld>
            <a:endParaRPr lang="zh-CN" altLang="en-US">
              <a:solidFill>
                <a:prstClr val="black">
                  <a:tint val="75000"/>
                </a:prstClr>
              </a:solidFill>
            </a:endParaRPr>
          </a:p>
        </p:txBody>
      </p:sp>
      <p:sp>
        <p:nvSpPr>
          <p:cNvPr id="10" name="任意多边形 9"/>
          <p:cNvSpPr/>
          <p:nvPr userDrawn="1"/>
        </p:nvSpPr>
        <p:spPr>
          <a:xfrm>
            <a:off x="0" y="6395396"/>
            <a:ext cx="9144000" cy="0"/>
          </a:xfrm>
          <a:custGeom>
            <a:avLst/>
            <a:gdLst>
              <a:gd name="connsiteX0" fmla="*/ 0 w 9144000"/>
              <a:gd name="connsiteY0" fmla="*/ 0 h 0"/>
              <a:gd name="connsiteX1" fmla="*/ 9144000 w 9144000"/>
              <a:gd name="connsiteY1" fmla="*/ 0 h 0"/>
            </a:gdLst>
            <a:ahLst/>
            <a:cxnLst>
              <a:cxn ang="0">
                <a:pos x="connsiteX0" y="connsiteY0"/>
              </a:cxn>
              <a:cxn ang="0">
                <a:pos x="connsiteX1" y="connsiteY1"/>
              </a:cxn>
            </a:cxnLst>
            <a:rect l="l" t="t" r="r" b="b"/>
            <a:pathLst>
              <a:path w="9144000">
                <a:moveTo>
                  <a:pt x="0" y="0"/>
                </a:moveTo>
                <a:lnTo>
                  <a:pt x="9144000" y="0"/>
                </a:lnTo>
              </a:path>
            </a:pathLst>
          </a:cu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lang="zh-CN" altLang="en-US">
              <a:solidFill>
                <a:prstClr val="white"/>
              </a:solidFill>
            </a:endParaRPr>
          </a:p>
        </p:txBody>
      </p:sp>
      <p:sp>
        <p:nvSpPr>
          <p:cNvPr id="11" name="Rectangle 2"/>
          <p:cNvSpPr>
            <a:spLocks noGrp="1" noChangeArrowheads="1"/>
          </p:cNvSpPr>
          <p:nvPr>
            <p:ph type="title"/>
          </p:nvPr>
        </p:nvSpPr>
        <p:spPr bwMode="auto">
          <a:xfrm>
            <a:off x="0" y="8526"/>
            <a:ext cx="80248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extLst>
      <p:ext uri="{BB962C8B-B14F-4D97-AF65-F5344CB8AC3E}">
        <p14:creationId xmlns:p14="http://schemas.microsoft.com/office/powerpoint/2010/main" val="1556853612"/>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30629FCA-9BCC-4D94-BCF1-50AA18210C8D}" type="slidenum">
              <a:rPr lang="en-US" altLang="zh-CN"/>
              <a:t>‹#›</a:t>
            </a:fld>
            <a:r>
              <a:rPr lang="en-US" altLang="zh-CN"/>
              <a:t> </a:t>
            </a:r>
          </a:p>
        </p:txBody>
      </p:sp>
    </p:spTree>
    <p:extLst>
      <p:ext uri="{BB962C8B-B14F-4D97-AF65-F5344CB8AC3E}">
        <p14:creationId xmlns:p14="http://schemas.microsoft.com/office/powerpoint/2010/main" val="325955421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480EE588-B514-4B83-883F-1A90AE4C4A85}" type="slidenum">
              <a:rPr lang="en-US" altLang="zh-CN"/>
              <a:t>‹#›</a:t>
            </a:fld>
            <a:r>
              <a:rPr lang="en-US" altLang="zh-CN"/>
              <a:t> </a:t>
            </a:r>
          </a:p>
        </p:txBody>
      </p:sp>
    </p:spTree>
    <p:extLst>
      <p:ext uri="{BB962C8B-B14F-4D97-AF65-F5344CB8AC3E}">
        <p14:creationId xmlns:p14="http://schemas.microsoft.com/office/powerpoint/2010/main" val="13024988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0523AAF6-DDDF-4D98-B1C8-197F7B964DB6}" type="slidenum">
              <a:rPr lang="en-US" altLang="zh-CN"/>
              <a:t>‹#›</a:t>
            </a:fld>
            <a:r>
              <a:rPr lang="en-US" altLang="zh-CN"/>
              <a:t> </a:t>
            </a:r>
          </a:p>
        </p:txBody>
      </p:sp>
    </p:spTree>
    <p:extLst>
      <p:ext uri="{BB962C8B-B14F-4D97-AF65-F5344CB8AC3E}">
        <p14:creationId xmlns:p14="http://schemas.microsoft.com/office/powerpoint/2010/main" val="234411538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5438" y="1087438"/>
            <a:ext cx="4027487" cy="2270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05325" y="1087438"/>
            <a:ext cx="4027488" cy="2270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DAC03A7A-4C91-400B-8A5E-521C0E46A7DC}" type="slidenum">
              <a:rPr lang="en-US" altLang="zh-CN"/>
              <a:t>‹#›</a:t>
            </a:fld>
            <a:r>
              <a:rPr lang="en-US" altLang="zh-CN"/>
              <a:t> </a:t>
            </a:r>
          </a:p>
        </p:txBody>
      </p:sp>
    </p:spTree>
    <p:extLst>
      <p:ext uri="{BB962C8B-B14F-4D97-AF65-F5344CB8AC3E}">
        <p14:creationId xmlns:p14="http://schemas.microsoft.com/office/powerpoint/2010/main" val="29618690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sldNum" sz="quarter" idx="10"/>
          </p:nvPr>
        </p:nvSpPr>
        <p:spPr/>
        <p:txBody>
          <a:bodyPr/>
          <a:lstStyle>
            <a:lvl1pPr>
              <a:defRPr/>
            </a:lvl1pPr>
          </a:lstStyle>
          <a:p>
            <a:pPr>
              <a:defRPr/>
            </a:pPr>
            <a:r>
              <a:rPr lang="en-US" altLang="zh-CN"/>
              <a:t> </a:t>
            </a:r>
            <a:fld id="{CE4B736F-8802-4601-81EF-2D08228E192A}" type="slidenum">
              <a:rPr lang="en-US" altLang="zh-CN"/>
              <a:t>‹#›</a:t>
            </a:fld>
            <a:r>
              <a:rPr lang="en-US" altLang="zh-CN"/>
              <a:t> </a:t>
            </a:r>
          </a:p>
        </p:txBody>
      </p:sp>
    </p:spTree>
    <p:extLst>
      <p:ext uri="{BB962C8B-B14F-4D97-AF65-F5344CB8AC3E}">
        <p14:creationId xmlns:p14="http://schemas.microsoft.com/office/powerpoint/2010/main" val="32927820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sldNum" sz="quarter" idx="10"/>
          </p:nvPr>
        </p:nvSpPr>
        <p:spPr/>
        <p:txBody>
          <a:bodyPr/>
          <a:lstStyle>
            <a:lvl1pPr>
              <a:defRPr/>
            </a:lvl1pPr>
          </a:lstStyle>
          <a:p>
            <a:pPr>
              <a:defRPr/>
            </a:pPr>
            <a:r>
              <a:rPr lang="en-US" altLang="zh-CN"/>
              <a:t> </a:t>
            </a:r>
            <a:fld id="{94C19E30-39C3-491E-99F3-94FA9B6A4A6B}" type="slidenum">
              <a:rPr lang="en-US" altLang="zh-CN"/>
              <a:t>‹#›</a:t>
            </a:fld>
            <a:r>
              <a:rPr lang="en-US" altLang="zh-CN"/>
              <a:t> </a:t>
            </a:r>
          </a:p>
        </p:txBody>
      </p:sp>
    </p:spTree>
    <p:extLst>
      <p:ext uri="{BB962C8B-B14F-4D97-AF65-F5344CB8AC3E}">
        <p14:creationId xmlns:p14="http://schemas.microsoft.com/office/powerpoint/2010/main" val="41213236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defRPr/>
            </a:lvl1pPr>
          </a:lstStyle>
          <a:p>
            <a:pPr>
              <a:defRPr/>
            </a:pPr>
            <a:r>
              <a:rPr lang="en-US" altLang="zh-CN"/>
              <a:t> </a:t>
            </a:r>
            <a:fld id="{B5CB6EDE-C31E-48F8-B56E-C83A2C11E3AC}" type="slidenum">
              <a:rPr lang="en-US" altLang="zh-CN"/>
              <a:t>‹#›</a:t>
            </a:fld>
            <a:r>
              <a:rPr lang="en-US" altLang="zh-CN"/>
              <a:t> </a:t>
            </a:r>
          </a:p>
        </p:txBody>
      </p:sp>
    </p:spTree>
    <p:extLst>
      <p:ext uri="{BB962C8B-B14F-4D97-AF65-F5344CB8AC3E}">
        <p14:creationId xmlns:p14="http://schemas.microsoft.com/office/powerpoint/2010/main" val="358011023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AB753CBF-8E7A-41BE-9CDE-C113C4033482}" type="slidenum">
              <a:rPr lang="en-US" altLang="zh-CN"/>
              <a:t>‹#›</a:t>
            </a:fld>
            <a:r>
              <a:rPr lang="en-US" altLang="zh-CN"/>
              <a:t> </a:t>
            </a:r>
          </a:p>
        </p:txBody>
      </p:sp>
    </p:spTree>
    <p:extLst>
      <p:ext uri="{BB962C8B-B14F-4D97-AF65-F5344CB8AC3E}">
        <p14:creationId xmlns:p14="http://schemas.microsoft.com/office/powerpoint/2010/main" val="3775091782"/>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sldNum" sz="quarter" idx="10"/>
          </p:nvPr>
        </p:nvSpPr>
        <p:spPr/>
        <p:txBody>
          <a:bodyPr/>
          <a:lstStyle>
            <a:lvl1pPr>
              <a:defRPr/>
            </a:lvl1pPr>
          </a:lstStyle>
          <a:p>
            <a:pPr>
              <a:defRPr/>
            </a:pPr>
            <a:r>
              <a:rPr lang="en-US" altLang="zh-CN"/>
              <a:t> </a:t>
            </a:r>
            <a:fld id="{30D5458A-7C4D-4972-829E-0613074E0F8A}" type="slidenum">
              <a:rPr lang="en-US" altLang="zh-CN"/>
              <a:t>‹#›</a:t>
            </a:fld>
            <a:r>
              <a:rPr lang="en-US" altLang="zh-CN"/>
              <a:t> </a:t>
            </a:r>
          </a:p>
        </p:txBody>
      </p:sp>
    </p:spTree>
    <p:extLst>
      <p:ext uri="{BB962C8B-B14F-4D97-AF65-F5344CB8AC3E}">
        <p14:creationId xmlns:p14="http://schemas.microsoft.com/office/powerpoint/2010/main" val="265675888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BB72497E-EDC7-4CBF-BBB7-C88B46A92B86}" type="slidenum">
              <a:rPr lang="en-US" altLang="zh-CN"/>
              <a:t>‹#›</a:t>
            </a:fld>
            <a:r>
              <a:rPr lang="en-US" altLang="zh-CN"/>
              <a:t> </a:t>
            </a:r>
          </a:p>
        </p:txBody>
      </p:sp>
    </p:spTree>
    <p:extLst>
      <p:ext uri="{BB962C8B-B14F-4D97-AF65-F5344CB8AC3E}">
        <p14:creationId xmlns:p14="http://schemas.microsoft.com/office/powerpoint/2010/main" val="78823179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07163" y="115888"/>
            <a:ext cx="2168525" cy="32416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115888"/>
            <a:ext cx="6354763" cy="32416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sldNum" sz="quarter" idx="10"/>
          </p:nvPr>
        </p:nvSpPr>
        <p:spPr/>
        <p:txBody>
          <a:bodyPr/>
          <a:lstStyle>
            <a:lvl1pPr>
              <a:defRPr/>
            </a:lvl1pPr>
          </a:lstStyle>
          <a:p>
            <a:pPr>
              <a:defRPr/>
            </a:pPr>
            <a:r>
              <a:rPr lang="en-US" altLang="zh-CN"/>
              <a:t> </a:t>
            </a:r>
            <a:fld id="{86B5A12F-F1D3-4E67-A43C-D26EBF5447F7}" type="slidenum">
              <a:rPr lang="en-US" altLang="zh-CN"/>
              <a:t>‹#›</a:t>
            </a:fld>
            <a:r>
              <a:rPr lang="en-US" altLang="zh-CN"/>
              <a:t> </a:t>
            </a:r>
          </a:p>
        </p:txBody>
      </p:sp>
    </p:spTree>
    <p:extLst>
      <p:ext uri="{BB962C8B-B14F-4D97-AF65-F5344CB8AC3E}">
        <p14:creationId xmlns:p14="http://schemas.microsoft.com/office/powerpoint/2010/main" val="23475614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image" Target="../media/image2.jpe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bwMode="auto">
          <a:xfrm>
            <a:off x="182850" y="8526"/>
            <a:ext cx="80248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9" name="同侧圆角矩形 8"/>
          <p:cNvSpPr/>
          <p:nvPr userDrawn="1"/>
        </p:nvSpPr>
        <p:spPr>
          <a:xfrm rot="5400000">
            <a:off x="4513516" y="-3740963"/>
            <a:ext cx="72000" cy="9099032"/>
          </a:xfrm>
          <a:prstGeom prst="round2SameRect">
            <a:avLst>
              <a:gd name="adj1" fmla="val 0"/>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10" name="同侧圆角矩形 9"/>
          <p:cNvSpPr/>
          <p:nvPr userDrawn="1"/>
        </p:nvSpPr>
        <p:spPr>
          <a:xfrm rot="5400000" flipH="1">
            <a:off x="8530149" y="230704"/>
            <a:ext cx="72000" cy="1155701"/>
          </a:xfrm>
          <a:prstGeom prst="round2SameRect">
            <a:avLst>
              <a:gd name="adj1" fmla="val 0"/>
              <a:gd name="adj2" fmla="val 0"/>
            </a:avLst>
          </a:prstGeom>
          <a:solidFill>
            <a:schemeClr val="bg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endParaRPr kumimoji="0" lang="zh-CN" altLang="en-US" sz="1800" b="0">
              <a:solidFill>
                <a:srgbClr val="FFFFFF"/>
              </a:solidFill>
            </a:endParaRPr>
          </a:p>
        </p:txBody>
      </p:sp>
      <p:sp>
        <p:nvSpPr>
          <p:cNvPr id="2" name="灯片编号占位符 1"/>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2"/>
                </a:solidFill>
              </a:defRPr>
            </a:lvl1pPr>
          </a:lstStyle>
          <a:p>
            <a:fld id="{B8E54011-88F9-4C11-89A5-A0E112247FEB}" type="slidenum">
              <a:rPr lang="zh-CN" altLang="en-US" smtClean="0"/>
              <a:pPr/>
              <a:t>‹#›</a:t>
            </a:fld>
            <a:endParaRPr lang="zh-CN" altLang="en-US"/>
          </a:p>
        </p:txBody>
      </p:sp>
    </p:spTree>
  </p:cSld>
  <p:clrMap bg1="dk2" tx1="lt1" bg2="dk1" tx2="lt2" accent1="accent1" accent2="accent2" accent3="accent3" accent4="accent4" accent5="accent5" accent6="accent6" hlink="hlink" folHlink="folHlink"/>
  <p:sldLayoutIdLst>
    <p:sldLayoutId id="2147484774" r:id="rId1"/>
    <p:sldLayoutId id="2147484775" r:id="rId2"/>
    <p:sldLayoutId id="2147484776" r:id="rId3"/>
    <p:sldLayoutId id="2147484777" r:id="rId4"/>
    <p:sldLayoutId id="2147484778" r:id="rId5"/>
    <p:sldLayoutId id="2147484779" r:id="rId6"/>
    <p:sldLayoutId id="2147484780" r:id="rId7"/>
    <p:sldLayoutId id="2147484781" r:id="rId8"/>
    <p:sldLayoutId id="2147484782" r:id="rId9"/>
    <p:sldLayoutId id="2147484783" r:id="rId10"/>
    <p:sldLayoutId id="2147484784" r:id="rId11"/>
    <p:sldLayoutId id="2147484785" r:id="rId12"/>
    <p:sldLayoutId id="2147484786" r:id="rId13"/>
    <p:sldLayoutId id="2147484787" r:id="rId14"/>
    <p:sldLayoutId id="2147484788" r:id="rId15"/>
    <p:sldLayoutId id="2147484789" r:id="rId16"/>
    <p:sldLayoutId id="2147484790" r:id="rId17"/>
    <p:sldLayoutId id="2147484954" r:id="rId18"/>
  </p:sldLayoutIdLst>
  <p:transition>
    <p:fade/>
  </p:transition>
  <p:hf hdr="0" ftr="0" dt="0"/>
  <p:txStyles>
    <p:titleStyle>
      <a:lvl1pPr marL="0" indent="88900" algn="l" rtl="0" eaLnBrk="0" fontAlgn="base" hangingPunct="0">
        <a:spcBef>
          <a:spcPct val="0"/>
        </a:spcBef>
        <a:spcAft>
          <a:spcPct val="0"/>
        </a:spcAft>
        <a:defRPr sz="3600" b="1">
          <a:solidFill>
            <a:schemeClr val="bg2"/>
          </a:solidFill>
          <a:latin typeface="+mj-lt"/>
          <a:ea typeface="+mj-ea"/>
          <a:cs typeface="微软雅黑" charset="0"/>
        </a:defRPr>
      </a:lvl1pPr>
      <a:lvl2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2pPr>
      <a:lvl3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3pPr>
      <a:lvl4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4pPr>
      <a:lvl5pPr indent="174625" algn="l" rtl="0" eaLnBrk="0" fontAlgn="base" hangingPunct="0">
        <a:spcBef>
          <a:spcPct val="0"/>
        </a:spcBef>
        <a:spcAft>
          <a:spcPct val="0"/>
        </a:spcAft>
        <a:defRPr sz="3600" b="1">
          <a:solidFill>
            <a:schemeClr val="bg2"/>
          </a:solidFill>
          <a:latin typeface="Arial" charset="0"/>
          <a:ea typeface="微软雅黑" pitchFamily="34" charset="-122"/>
          <a:cs typeface="微软雅黑" charset="0"/>
        </a:defRPr>
      </a:lvl5pPr>
      <a:lvl6pPr marL="457200" algn="l" rtl="0" fontAlgn="base">
        <a:spcBef>
          <a:spcPct val="0"/>
        </a:spcBef>
        <a:spcAft>
          <a:spcPct val="0"/>
        </a:spcAft>
        <a:defRPr sz="3600">
          <a:solidFill>
            <a:srgbClr val="0000FF"/>
          </a:solidFill>
          <a:latin typeface="黑体" pitchFamily="2" charset="-122"/>
          <a:ea typeface="黑体" pitchFamily="2" charset="-122"/>
        </a:defRPr>
      </a:lvl6pPr>
      <a:lvl7pPr marL="914400" algn="l" rtl="0" fontAlgn="base">
        <a:spcBef>
          <a:spcPct val="0"/>
        </a:spcBef>
        <a:spcAft>
          <a:spcPct val="0"/>
        </a:spcAft>
        <a:defRPr sz="3600">
          <a:solidFill>
            <a:srgbClr val="0000FF"/>
          </a:solidFill>
          <a:latin typeface="黑体" pitchFamily="2" charset="-122"/>
          <a:ea typeface="黑体" pitchFamily="2" charset="-122"/>
        </a:defRPr>
      </a:lvl7pPr>
      <a:lvl8pPr marL="1371600" algn="l" rtl="0" fontAlgn="base">
        <a:spcBef>
          <a:spcPct val="0"/>
        </a:spcBef>
        <a:spcAft>
          <a:spcPct val="0"/>
        </a:spcAft>
        <a:defRPr sz="3600">
          <a:solidFill>
            <a:srgbClr val="0000FF"/>
          </a:solidFill>
          <a:latin typeface="黑体" pitchFamily="2" charset="-122"/>
          <a:ea typeface="黑体" pitchFamily="2" charset="-122"/>
        </a:defRPr>
      </a:lvl8pPr>
      <a:lvl9pPr marL="1828800" algn="l" rtl="0" fontAlgn="base">
        <a:spcBef>
          <a:spcPct val="0"/>
        </a:spcBef>
        <a:spcAft>
          <a:spcPct val="0"/>
        </a:spcAft>
        <a:defRPr sz="3600">
          <a:solidFill>
            <a:srgbClr val="0000FF"/>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SzPct val="80000"/>
        <a:buChar char="•"/>
        <a:defRPr kumimoji="1" sz="2800">
          <a:solidFill>
            <a:schemeClr val="bg2"/>
          </a:solidFill>
          <a:latin typeface="+mn-lt"/>
          <a:ea typeface="+mn-ea"/>
          <a:cs typeface="微软雅黑" charset="0"/>
        </a:defRPr>
      </a:lvl1pPr>
      <a:lvl2pPr marL="742950" indent="-285750" algn="l" rtl="0" eaLnBrk="0" fontAlgn="base" hangingPunct="0">
        <a:spcBef>
          <a:spcPct val="20000"/>
        </a:spcBef>
        <a:spcAft>
          <a:spcPct val="0"/>
        </a:spcAft>
        <a:buClr>
          <a:srgbClr val="FF0000"/>
        </a:buClr>
        <a:buSzPct val="75000"/>
        <a:buChar char="–"/>
        <a:defRPr kumimoji="1" sz="2400">
          <a:solidFill>
            <a:schemeClr val="bg2"/>
          </a:solidFill>
          <a:latin typeface="+mn-lt"/>
          <a:ea typeface="+mn-ea"/>
          <a:cs typeface="微软雅黑" charset="0"/>
        </a:defRPr>
      </a:lvl2pPr>
      <a:lvl3pPr marL="1143000" indent="-228600" algn="l" rtl="0" eaLnBrk="0" fontAlgn="base" hangingPunct="0">
        <a:spcBef>
          <a:spcPct val="20000"/>
        </a:spcBef>
        <a:spcAft>
          <a:spcPct val="0"/>
        </a:spcAft>
        <a:buClr>
          <a:srgbClr val="FF0000"/>
        </a:buClr>
        <a:buChar char="•"/>
        <a:defRPr kumimoji="1" sz="2000">
          <a:solidFill>
            <a:schemeClr val="bg2"/>
          </a:solidFill>
          <a:latin typeface="+mn-lt"/>
          <a:ea typeface="+mn-ea"/>
          <a:cs typeface="微软雅黑" charset="0"/>
        </a:defRPr>
      </a:lvl3pPr>
      <a:lvl4pPr marL="1600200" indent="-228600" algn="l" rtl="0" eaLnBrk="0" fontAlgn="base" hangingPunct="0">
        <a:spcBef>
          <a:spcPct val="20000"/>
        </a:spcBef>
        <a:spcAft>
          <a:spcPct val="0"/>
        </a:spcAft>
        <a:buChar char="–"/>
        <a:defRPr kumimoji="1" sz="2000">
          <a:solidFill>
            <a:schemeClr val="bg2"/>
          </a:solidFill>
          <a:latin typeface="+mn-lt"/>
          <a:ea typeface="+mn-ea"/>
          <a:cs typeface="微软雅黑" charset="0"/>
        </a:defRPr>
      </a:lvl4pPr>
      <a:lvl5pPr marL="2057400" indent="-228600" algn="l" rtl="0" eaLnBrk="0" fontAlgn="base" hangingPunct="0">
        <a:spcBef>
          <a:spcPct val="20000"/>
        </a:spcBef>
        <a:spcAft>
          <a:spcPct val="0"/>
        </a:spcAft>
        <a:buClr>
          <a:schemeClr val="tx2"/>
        </a:buClr>
        <a:buChar char="»"/>
        <a:defRPr kumimoji="1" sz="2000">
          <a:solidFill>
            <a:schemeClr val="bg2"/>
          </a:solidFill>
          <a:latin typeface="+mn-lt"/>
          <a:ea typeface="+mn-ea"/>
          <a:cs typeface="微软雅黑" charset="0"/>
        </a:defRPr>
      </a:lvl5pPr>
      <a:lvl6pPr marL="2514600" indent="-228600" algn="l" rtl="0" fontAlgn="base">
        <a:spcBef>
          <a:spcPct val="20000"/>
        </a:spcBef>
        <a:spcAft>
          <a:spcPct val="0"/>
        </a:spcAft>
        <a:buClr>
          <a:schemeClr val="tx2"/>
        </a:buClr>
        <a:buChar char="–"/>
        <a:defRPr sz="2000">
          <a:solidFill>
            <a:schemeClr val="tx1"/>
          </a:solidFill>
          <a:latin typeface="+mn-lt"/>
          <a:ea typeface="+mn-ea"/>
        </a:defRPr>
      </a:lvl6pPr>
      <a:lvl7pPr marL="2971800" indent="-228600" algn="l" rtl="0" fontAlgn="base">
        <a:spcBef>
          <a:spcPct val="20000"/>
        </a:spcBef>
        <a:spcAft>
          <a:spcPct val="0"/>
        </a:spcAft>
        <a:buClr>
          <a:schemeClr val="tx2"/>
        </a:buClr>
        <a:buChar char="–"/>
        <a:defRPr sz="2000">
          <a:solidFill>
            <a:schemeClr val="tx1"/>
          </a:solidFill>
          <a:latin typeface="+mn-lt"/>
          <a:ea typeface="+mn-ea"/>
        </a:defRPr>
      </a:lvl7pPr>
      <a:lvl8pPr marL="3429000" indent="-228600" algn="l" rtl="0" fontAlgn="base">
        <a:spcBef>
          <a:spcPct val="20000"/>
        </a:spcBef>
        <a:spcAft>
          <a:spcPct val="0"/>
        </a:spcAft>
        <a:buClr>
          <a:schemeClr val="tx2"/>
        </a:buClr>
        <a:buChar char="–"/>
        <a:defRPr sz="2000">
          <a:solidFill>
            <a:schemeClr val="tx1"/>
          </a:solidFill>
          <a:latin typeface="+mn-lt"/>
          <a:ea typeface="+mn-ea"/>
        </a:defRPr>
      </a:lvl8pPr>
      <a:lvl9pPr marL="3886200" indent="-228600" algn="l" rtl="0" fontAlgn="base">
        <a:spcBef>
          <a:spcPct val="20000"/>
        </a:spcBef>
        <a:spcAft>
          <a:spcPct val="0"/>
        </a:spcAft>
        <a:buClr>
          <a:schemeClr val="tx2"/>
        </a:buClr>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2" descr="bg3-LINE"/>
          <p:cNvPicPr>
            <a:picLocks noChangeAspect="1" noChangeArrowheads="1"/>
          </p:cNvPicPr>
          <p:nvPr userDrawn="1"/>
        </p:nvPicPr>
        <p:blipFill>
          <a:blip r:embed="rId13" cstate="print"/>
          <a:srcRect/>
          <a:stretch>
            <a:fillRect/>
          </a:stretch>
        </p:blipFill>
        <p:spPr bwMode="auto">
          <a:xfrm>
            <a:off x="0" y="0"/>
            <a:ext cx="9142413" cy="6856413"/>
          </a:xfrm>
          <a:prstGeom prst="rect">
            <a:avLst/>
          </a:prstGeom>
          <a:noFill/>
          <a:ln w="9525">
            <a:noFill/>
            <a:miter lim="800000"/>
            <a:headEnd/>
            <a:tailEnd/>
          </a:ln>
        </p:spPr>
      </p:pic>
      <p:sp>
        <p:nvSpPr>
          <p:cNvPr id="10243" name="Rectangle 3"/>
          <p:cNvSpPr>
            <a:spLocks noGrp="1" noChangeArrowheads="1"/>
          </p:cNvSpPr>
          <p:nvPr>
            <p:ph type="title"/>
          </p:nvPr>
        </p:nvSpPr>
        <p:spPr bwMode="auto">
          <a:xfrm>
            <a:off x="0" y="115888"/>
            <a:ext cx="8675688" cy="649287"/>
          </a:xfrm>
          <a:prstGeom prst="rect">
            <a:avLst/>
          </a:prstGeom>
          <a:noFill/>
          <a:ln w="9525">
            <a:noFill/>
            <a:miter lim="800000"/>
          </a:ln>
        </p:spPr>
        <p:txBody>
          <a:bodyPr vert="horz" wrap="square" lIns="91440" tIns="45720" rIns="91440" bIns="45720" numCol="1" anchor="ctr" anchorCtr="0" compatLnSpc="1"/>
          <a:lstStyle/>
          <a:p>
            <a:pPr lvl="0"/>
            <a:r>
              <a:rPr lang="zh-CN" altLang="en-US"/>
              <a:t>标题文本样式：黑体</a:t>
            </a:r>
            <a:r>
              <a:rPr lang="en-US" altLang="zh-CN"/>
              <a:t>/34</a:t>
            </a:r>
            <a:r>
              <a:rPr lang="zh-CN" altLang="en-US"/>
              <a:t>号  </a:t>
            </a:r>
            <a:r>
              <a:rPr lang="en-US" altLang="zh-CN"/>
              <a:t>Arial/34pt</a:t>
            </a:r>
          </a:p>
        </p:txBody>
      </p:sp>
      <p:sp>
        <p:nvSpPr>
          <p:cNvPr id="10244" name="Rectangle 4"/>
          <p:cNvSpPr>
            <a:spLocks noGrp="1" noChangeArrowheads="1"/>
          </p:cNvSpPr>
          <p:nvPr>
            <p:ph type="body" idx="1"/>
          </p:nvPr>
        </p:nvSpPr>
        <p:spPr bwMode="auto">
          <a:xfrm>
            <a:off x="325438" y="1087438"/>
            <a:ext cx="8207375" cy="2270125"/>
          </a:xfrm>
          <a:prstGeom prst="rect">
            <a:avLst/>
          </a:prstGeom>
          <a:noFill/>
          <a:ln w="9525">
            <a:noFill/>
            <a:miter lim="800000"/>
          </a:ln>
        </p:spPr>
        <p:txBody>
          <a:bodyPr vert="horz" wrap="square" lIns="91440" tIns="45720" rIns="91440" bIns="45720" numCol="1" anchor="t" anchorCtr="0" compatLnSpc="1">
            <a:spAutoFit/>
          </a:bodyPr>
          <a:lstStyle/>
          <a:p>
            <a:pPr lvl="0"/>
            <a:r>
              <a:rPr lang="zh-CN" altLang="en-US"/>
              <a:t>第一级内容文本样式：黑体</a:t>
            </a:r>
            <a:r>
              <a:rPr lang="en-US" altLang="zh-CN"/>
              <a:t>/28</a:t>
            </a:r>
            <a:r>
              <a:rPr lang="zh-CN" altLang="en-US"/>
              <a:t>号  </a:t>
            </a:r>
            <a:r>
              <a:rPr lang="en-US" altLang="zh-CN"/>
              <a:t>Arial/28pt</a:t>
            </a:r>
          </a:p>
          <a:p>
            <a:pPr lvl="1"/>
            <a:r>
              <a:rPr lang="zh-CN" altLang="en-US"/>
              <a:t>第二级内容文本样式：黑体</a:t>
            </a:r>
            <a:r>
              <a:rPr lang="en-US" altLang="zh-CN"/>
              <a:t>/24</a:t>
            </a:r>
            <a:r>
              <a:rPr lang="zh-CN" altLang="en-US"/>
              <a:t>号  </a:t>
            </a:r>
            <a:r>
              <a:rPr lang="en-US" altLang="zh-CN"/>
              <a:t>Arial/24pt</a:t>
            </a:r>
          </a:p>
          <a:p>
            <a:pPr lvl="2"/>
            <a:r>
              <a:rPr lang="zh-CN" altLang="en-US"/>
              <a:t>第三级内容文本样式：黑体</a:t>
            </a:r>
            <a:r>
              <a:rPr lang="en-US" altLang="zh-CN"/>
              <a:t>/20</a:t>
            </a:r>
            <a:r>
              <a:rPr lang="zh-CN" altLang="en-US"/>
              <a:t>号  </a:t>
            </a:r>
            <a:r>
              <a:rPr lang="en-US" altLang="zh-CN"/>
              <a:t>Arial/20pt</a:t>
            </a:r>
          </a:p>
          <a:p>
            <a:pPr lvl="3"/>
            <a:r>
              <a:rPr lang="zh-CN" altLang="en-US"/>
              <a:t>第四级内容文本样式：黑体</a:t>
            </a:r>
            <a:r>
              <a:rPr lang="en-US" altLang="zh-CN"/>
              <a:t>/18</a:t>
            </a:r>
            <a:r>
              <a:rPr lang="zh-CN" altLang="en-US"/>
              <a:t>号  </a:t>
            </a:r>
            <a:r>
              <a:rPr lang="en-US" altLang="zh-CN"/>
              <a:t>Arial/18pt</a:t>
            </a:r>
          </a:p>
          <a:p>
            <a:pPr lvl="4"/>
            <a:r>
              <a:rPr lang="zh-CN" altLang="en-US"/>
              <a:t>第五级内容文本样式：黑体</a:t>
            </a:r>
            <a:r>
              <a:rPr lang="en-US" altLang="zh-CN"/>
              <a:t>/16</a:t>
            </a:r>
            <a:r>
              <a:rPr lang="zh-CN" altLang="en-US"/>
              <a:t>号  </a:t>
            </a:r>
            <a:r>
              <a:rPr lang="en-US" altLang="zh-CN"/>
              <a:t>Arial/16pt</a:t>
            </a:r>
          </a:p>
        </p:txBody>
      </p:sp>
      <p:sp>
        <p:nvSpPr>
          <p:cNvPr id="306181" name="Rectangle 5"/>
          <p:cNvSpPr>
            <a:spLocks noGrp="1" noChangeArrowheads="1"/>
          </p:cNvSpPr>
          <p:nvPr>
            <p:ph type="sldNum" sz="quarter" idx="4"/>
          </p:nvPr>
        </p:nvSpPr>
        <p:spPr bwMode="auto">
          <a:xfrm>
            <a:off x="6902450" y="6499225"/>
            <a:ext cx="2133600" cy="212725"/>
          </a:xfrm>
          <a:prstGeom prst="rect">
            <a:avLst/>
          </a:prstGeom>
          <a:noFill/>
          <a:ln w="9525">
            <a:noFill/>
            <a:miter lim="800000"/>
          </a:ln>
          <a:effectLst/>
        </p:spPr>
        <p:txBody>
          <a:bodyPr vert="horz" wrap="square" lIns="91440" tIns="45720" rIns="91440" bIns="45720" numCol="1" anchor="t" anchorCtr="0" compatLnSpc="1"/>
          <a:lstStyle>
            <a:lvl1pPr algn="r">
              <a:defRPr sz="1000" b="0">
                <a:solidFill>
                  <a:schemeClr val="tx1"/>
                </a:solidFill>
                <a:latin typeface="微软雅黑" panose="020B0503020204020204" pitchFamily="34" charset="-122"/>
                <a:ea typeface="微软雅黑" panose="020B0503020204020204" pitchFamily="34" charset="-122"/>
              </a:defRPr>
            </a:lvl1pPr>
          </a:lstStyle>
          <a:p>
            <a:pPr>
              <a:defRPr/>
            </a:pPr>
            <a:r>
              <a:rPr lang="en-US" altLang="zh-CN"/>
              <a:t> </a:t>
            </a:r>
            <a:fld id="{0FF7CBF9-F9A5-4695-8B7F-69B64C2D809A}" type="slidenum">
              <a:rPr lang="en-US" altLang="zh-CN"/>
              <a:t>‹#›</a:t>
            </a:fld>
            <a:r>
              <a:rPr lang="en-US" altLang="zh-CN"/>
              <a:t> </a:t>
            </a:r>
          </a:p>
        </p:txBody>
      </p:sp>
    </p:spTree>
    <p:extLst>
      <p:ext uri="{BB962C8B-B14F-4D97-AF65-F5344CB8AC3E}">
        <p14:creationId xmlns:p14="http://schemas.microsoft.com/office/powerpoint/2010/main" val="3646206680"/>
      </p:ext>
    </p:extLst>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 id="2147484997" r:id="rId11"/>
  </p:sldLayoutIdLst>
  <p:transition/>
  <p:hf hdr="0" ftr="0" dt="0"/>
  <p:txStyles>
    <p:titleStyle>
      <a:lvl1pPr marL="361950" indent="-361950" algn="ctr" rtl="0" eaLnBrk="0" fontAlgn="base" hangingPunct="0">
        <a:spcBef>
          <a:spcPct val="0"/>
        </a:spcBef>
        <a:spcAft>
          <a:spcPct val="0"/>
        </a:spcAft>
        <a:defRPr sz="3400" b="1">
          <a:solidFill>
            <a:schemeClr val="bg1"/>
          </a:solidFill>
          <a:latin typeface="+mj-lt"/>
          <a:ea typeface="+mj-ea"/>
          <a:cs typeface="+mj-cs"/>
        </a:defRPr>
      </a:lvl1pPr>
      <a:lvl2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2pPr>
      <a:lvl3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3pPr>
      <a:lvl4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4pPr>
      <a:lvl5pPr marL="361950" indent="-361950" algn="ctr" rtl="0" eaLnBrk="0" fontAlgn="base" hangingPunct="0">
        <a:spcBef>
          <a:spcPct val="0"/>
        </a:spcBef>
        <a:spcAft>
          <a:spcPct val="0"/>
        </a:spcAft>
        <a:defRPr sz="3400" b="1">
          <a:solidFill>
            <a:schemeClr val="bg1"/>
          </a:solidFill>
          <a:latin typeface="Arial" panose="020B0604020202020204" pitchFamily="34" charset="0"/>
          <a:ea typeface="黑体" panose="02010609060101010101" pitchFamily="2" charset="-122"/>
        </a:defRPr>
      </a:lvl5pPr>
      <a:lvl6pPr marL="8191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6pPr>
      <a:lvl7pPr marL="12763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7pPr>
      <a:lvl8pPr marL="17335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8pPr>
      <a:lvl9pPr marL="2190750" algn="ctr" rtl="0" fontAlgn="base">
        <a:spcBef>
          <a:spcPct val="0"/>
        </a:spcBef>
        <a:spcAft>
          <a:spcPct val="0"/>
        </a:spcAft>
        <a:defRPr sz="3400" b="1">
          <a:solidFill>
            <a:schemeClr val="bg1"/>
          </a:solidFill>
          <a:latin typeface="Arial" panose="020B0604020202020204" pitchFamily="34" charset="0"/>
          <a:ea typeface="黑体" panose="02010609060101010101" pitchFamily="2" charset="-122"/>
        </a:defRPr>
      </a:lvl9pPr>
    </p:titleStyle>
    <p:bodyStyle>
      <a:lvl1pPr marL="180975" indent="-180975" algn="l" rtl="0" eaLnBrk="0" fontAlgn="ctr" hangingPunct="0">
        <a:lnSpc>
          <a:spcPct val="120000"/>
        </a:lnSpc>
        <a:spcBef>
          <a:spcPct val="50000"/>
        </a:spcBef>
        <a:spcAft>
          <a:spcPct val="0"/>
        </a:spcAft>
        <a:buClr>
          <a:srgbClr val="00246C"/>
        </a:buClr>
        <a:buSzPct val="80000"/>
        <a:buFont typeface="Wingdings" panose="05000000000000000000" pitchFamily="2" charset="2"/>
        <a:buChar char="n"/>
        <a:defRPr sz="2800" b="1">
          <a:solidFill>
            <a:srgbClr val="00246C"/>
          </a:solidFill>
          <a:latin typeface="+mn-lt"/>
          <a:ea typeface="+mn-ea"/>
          <a:cs typeface="+mn-cs"/>
        </a:defRPr>
      </a:lvl1pPr>
      <a:lvl2pPr marL="541655" indent="-180975" algn="l" rtl="0" eaLnBrk="0" fontAlgn="ctr" hangingPunct="0">
        <a:lnSpc>
          <a:spcPct val="120000"/>
        </a:lnSpc>
        <a:spcBef>
          <a:spcPct val="20000"/>
        </a:spcBef>
        <a:spcAft>
          <a:spcPct val="0"/>
        </a:spcAft>
        <a:buClr>
          <a:srgbClr val="0000CC"/>
        </a:buClr>
        <a:buSzPct val="80000"/>
        <a:buFont typeface="Wingdings" panose="05000000000000000000" pitchFamily="2" charset="2"/>
        <a:buChar char="n"/>
        <a:defRPr sz="2400" b="1">
          <a:solidFill>
            <a:srgbClr val="0000CC"/>
          </a:solidFill>
          <a:latin typeface="+mn-lt"/>
          <a:ea typeface="+mn-ea"/>
        </a:defRPr>
      </a:lvl2pPr>
      <a:lvl3pPr marL="895350" indent="-174625" algn="l" rtl="0" eaLnBrk="0" fontAlgn="ctr" hangingPunct="0">
        <a:lnSpc>
          <a:spcPct val="120000"/>
        </a:lnSpc>
        <a:spcBef>
          <a:spcPct val="20000"/>
        </a:spcBef>
        <a:spcAft>
          <a:spcPct val="0"/>
        </a:spcAft>
        <a:buClr>
          <a:srgbClr val="3333FF"/>
        </a:buClr>
        <a:buSzPct val="80000"/>
        <a:buFont typeface="Wingdings" panose="05000000000000000000" pitchFamily="2" charset="2"/>
        <a:buChar char="n"/>
        <a:defRPr sz="2000">
          <a:solidFill>
            <a:srgbClr val="3333FF"/>
          </a:solidFill>
          <a:latin typeface="+mn-lt"/>
          <a:ea typeface="+mn-ea"/>
        </a:defRPr>
      </a:lvl3pPr>
      <a:lvl4pPr marL="1256030" indent="-180975" algn="l" rtl="0" eaLnBrk="0" fontAlgn="ctr" hangingPunct="0">
        <a:lnSpc>
          <a:spcPct val="120000"/>
        </a:lnSpc>
        <a:spcBef>
          <a:spcPct val="20000"/>
        </a:spcBef>
        <a:spcAft>
          <a:spcPct val="0"/>
        </a:spcAft>
        <a:buClr>
          <a:srgbClr val="6699FF"/>
        </a:buClr>
        <a:buSzPct val="80000"/>
        <a:buFont typeface="Wingdings" panose="05000000000000000000" pitchFamily="2" charset="2"/>
        <a:buChar char="n"/>
        <a:defRPr sz="2000">
          <a:solidFill>
            <a:srgbClr val="6699FF"/>
          </a:solidFill>
          <a:latin typeface="+mn-lt"/>
          <a:ea typeface="+mn-ea"/>
        </a:defRPr>
      </a:lvl4pPr>
      <a:lvl5pPr marL="1619250" indent="-184150" algn="l" rtl="0" eaLnBrk="0" fontAlgn="ctr" hangingPunct="0">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5pPr>
      <a:lvl6pPr marL="20764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6pPr>
      <a:lvl7pPr marL="25336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7pPr>
      <a:lvl8pPr marL="29908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8pPr>
      <a:lvl9pPr marL="3448050" indent="-184150" algn="l" rtl="0" fontAlgn="ctr">
        <a:lnSpc>
          <a:spcPct val="120000"/>
        </a:lnSpc>
        <a:spcBef>
          <a:spcPct val="20000"/>
        </a:spcBef>
        <a:spcAft>
          <a:spcPct val="0"/>
        </a:spcAft>
        <a:buClr>
          <a:srgbClr val="B3CCE6"/>
        </a:buClr>
        <a:buSzPct val="80000"/>
        <a:buFont typeface="Wingdings" panose="05000000000000000000" pitchFamily="2" charset="2"/>
        <a:buChar char="n"/>
        <a:defRPr sz="1600">
          <a:solidFill>
            <a:srgbClr val="B3CCE6"/>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image" Target="../media/image22.png"/><Relationship Id="rId5"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image" Target="../media/image25.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0.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s://www.researchgate.net/publication/269518510_New_Techniques_in_Satellite_Altimeter_Tracking_Systems" TargetMode="External"/><Relationship Id="rId7"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7" Type="http://schemas.openxmlformats.org/officeDocument/2006/relationships/image" Target="../media/image38.png"/><Relationship Id="rId2" Type="http://schemas.openxmlformats.org/officeDocument/2006/relationships/notesSlide" Target="../notesSlides/notesSlide24.xml"/><Relationship Id="rId1" Type="http://schemas.openxmlformats.org/officeDocument/2006/relationships/slideLayout" Target="../slideLayouts/slideLayout1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lumMod val="95000"/>
          </a:schemeClr>
        </a:solidFill>
        <a:effectLst/>
      </p:bgPr>
    </p:bg>
    <p:spTree>
      <p:nvGrpSpPr>
        <p:cNvPr id="1" name=""/>
        <p:cNvGrpSpPr/>
        <p:nvPr/>
      </p:nvGrpSpPr>
      <p:grpSpPr>
        <a:xfrm>
          <a:off x="0" y="0"/>
          <a:ext cx="0" cy="0"/>
          <a:chOff x="0" y="0"/>
          <a:chExt cx="0" cy="0"/>
        </a:xfrm>
      </p:grpSpPr>
      <p:sp>
        <p:nvSpPr>
          <p:cNvPr id="24" name="Rectangle 7"/>
          <p:cNvSpPr>
            <a:spLocks noChangeArrowheads="1"/>
          </p:cNvSpPr>
          <p:nvPr/>
        </p:nvSpPr>
        <p:spPr bwMode="auto">
          <a:xfrm>
            <a:off x="319693" y="1685331"/>
            <a:ext cx="8501204" cy="1917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zh-CN" altLang="en-US" sz="4800" b="1" i="0" u="none" strike="noStrike" kern="1200" cap="none" spc="0" normalizeH="0" baseline="0" noProof="0">
                <a:ln>
                  <a:noFill/>
                </a:ln>
                <a:solidFill>
                  <a:srgbClr val="FF0000"/>
                </a:solidFill>
                <a:effectLst/>
                <a:uLnTx/>
                <a:uFillTx/>
                <a:latin typeface="微软雅黑"/>
                <a:ea typeface="微软雅黑"/>
              </a:rPr>
              <a:t>星载雷达测高原理</a:t>
            </a:r>
            <a:endParaRPr kumimoji="0" lang="zh-CN" altLang="zh-CN" sz="4800" b="1" i="0" u="none" strike="noStrike" kern="1200" cap="none" spc="0" normalizeH="0" baseline="0" noProof="0">
              <a:ln>
                <a:noFill/>
              </a:ln>
              <a:solidFill>
                <a:srgbClr val="FF0000"/>
              </a:solidFill>
              <a:effectLst/>
              <a:uLnTx/>
              <a:uFillTx/>
              <a:latin typeface="微软雅黑"/>
              <a:ea typeface="微软雅黑"/>
            </a:endParaRPr>
          </a:p>
        </p:txBody>
      </p:sp>
      <p:sp>
        <p:nvSpPr>
          <p:cNvPr id="25" name="Rectangle 8"/>
          <p:cNvSpPr>
            <a:spLocks noChangeArrowheads="1"/>
          </p:cNvSpPr>
          <p:nvPr/>
        </p:nvSpPr>
        <p:spPr bwMode="auto">
          <a:xfrm>
            <a:off x="153909" y="3931738"/>
            <a:ext cx="8809022"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ctr" defTabSz="914400" rtl="0" eaLnBrk="1" fontAlgn="base" latinLnBrk="0" hangingPunct="1">
              <a:lnSpc>
                <a:spcPct val="150000"/>
              </a:lnSpc>
              <a:spcBef>
                <a:spcPts val="0"/>
              </a:spcBef>
              <a:spcAft>
                <a:spcPct val="0"/>
              </a:spcAft>
              <a:buClrTx/>
              <a:buSzPct val="80000"/>
              <a:buFontTx/>
              <a:buNone/>
              <a:tabLst/>
              <a:defRPr/>
            </a:pPr>
            <a:r>
              <a:rPr kumimoji="0" lang="zh-CN" altLang="en-US" sz="2400" b="1" i="0" u="none" strike="noStrike" kern="1200" cap="none" spc="0" normalizeH="0" baseline="0" noProof="0">
                <a:ln>
                  <a:noFill/>
                </a:ln>
                <a:solidFill>
                  <a:srgbClr val="002060"/>
                </a:solidFill>
                <a:effectLst/>
                <a:uLnTx/>
                <a:uFillTx/>
                <a:latin typeface="微软雅黑"/>
                <a:ea typeface="微软雅黑"/>
                <a:cs typeface="微软雅黑" charset="0"/>
              </a:rPr>
              <a:t>罗 新</a:t>
            </a:r>
            <a:endParaRPr kumimoji="0" lang="en-US" altLang="zh-CN" sz="2400" b="1" i="0" u="none" strike="noStrike" kern="1200" cap="none" spc="0" normalizeH="0" baseline="0" noProof="0">
              <a:ln>
                <a:noFill/>
              </a:ln>
              <a:solidFill>
                <a:srgbClr val="002060"/>
              </a:solidFill>
              <a:effectLst/>
              <a:uLnTx/>
              <a:uFillTx/>
              <a:latin typeface="微软雅黑"/>
              <a:ea typeface="微软雅黑"/>
              <a:cs typeface="微软雅黑" charset="0"/>
            </a:endParaRPr>
          </a:p>
          <a:p>
            <a:pPr marL="0" marR="0" lvl="0" indent="0" algn="ctr" defTabSz="914400" rtl="0" eaLnBrk="1" fontAlgn="base" latinLnBrk="0" hangingPunct="1">
              <a:lnSpc>
                <a:spcPct val="150000"/>
              </a:lnSpc>
              <a:spcBef>
                <a:spcPts val="0"/>
              </a:spcBef>
              <a:spcAft>
                <a:spcPct val="0"/>
              </a:spcAft>
              <a:buClrTx/>
              <a:buSzPct val="80000"/>
              <a:buFontTx/>
              <a:buNone/>
              <a:tabLst/>
              <a:defRPr/>
            </a:pPr>
            <a:r>
              <a:rPr kumimoji="0" lang="zh-CN" altLang="en-US" sz="2400" b="1" i="0" u="none" strike="noStrike" kern="1200" cap="none" spc="0" normalizeH="0" baseline="0" noProof="0">
                <a:ln>
                  <a:noFill/>
                </a:ln>
                <a:solidFill>
                  <a:srgbClr val="002060"/>
                </a:solidFill>
                <a:effectLst/>
                <a:uLnTx/>
                <a:uFillTx/>
                <a:latin typeface="微软雅黑"/>
                <a:ea typeface="微软雅黑"/>
                <a:cs typeface="微软雅黑" charset="0"/>
              </a:rPr>
              <a:t>云南大学 地球科学学院</a:t>
            </a:r>
            <a:endParaRPr kumimoji="0" lang="en-US" altLang="zh-CN" sz="2400" b="1" i="0" u="none" strike="noStrike" kern="1200" cap="none" spc="0" normalizeH="0" baseline="0" noProof="0">
              <a:ln>
                <a:noFill/>
              </a:ln>
              <a:solidFill>
                <a:srgbClr val="002060"/>
              </a:solidFill>
              <a:effectLst/>
              <a:uLnTx/>
              <a:uFillTx/>
              <a:latin typeface="微软雅黑"/>
              <a:ea typeface="微软雅黑"/>
              <a:cs typeface="微软雅黑" charset="0"/>
            </a:endParaRPr>
          </a:p>
          <a:p>
            <a:pPr marL="0" marR="0" lvl="0" indent="0" algn="ctr" defTabSz="914400" rtl="0" eaLnBrk="1" fontAlgn="base" latinLnBrk="0" hangingPunct="1">
              <a:lnSpc>
                <a:spcPct val="150000"/>
              </a:lnSpc>
              <a:spcBef>
                <a:spcPts val="0"/>
              </a:spcBef>
              <a:spcAft>
                <a:spcPct val="0"/>
              </a:spcAft>
              <a:buClrTx/>
              <a:buSzPct val="80000"/>
              <a:buFontTx/>
              <a:buNone/>
              <a:tabLst/>
              <a:defRPr/>
            </a:pPr>
            <a:endParaRPr kumimoji="0" lang="zh-CN" altLang="en-US" sz="2800" b="1" i="0" u="none" strike="noStrike" kern="1200" cap="none" spc="0" normalizeH="0" baseline="0" noProof="0">
              <a:ln>
                <a:noFill/>
              </a:ln>
              <a:solidFill>
                <a:srgbClr val="002060"/>
              </a:solidFill>
              <a:effectLst/>
              <a:uLnTx/>
              <a:uFillTx/>
              <a:latin typeface="微软雅黑"/>
              <a:ea typeface="微软雅黑"/>
              <a:cs typeface="微软雅黑" charset="0"/>
            </a:endParaRPr>
          </a:p>
          <a:p>
            <a:pPr marL="0" marR="0" lvl="0" indent="0" algn="ctr" defTabSz="914400" rtl="0" eaLnBrk="1" fontAlgn="base" latinLnBrk="0" hangingPunct="1">
              <a:lnSpc>
                <a:spcPct val="120000"/>
              </a:lnSpc>
              <a:spcBef>
                <a:spcPts val="0"/>
              </a:spcBef>
              <a:spcAft>
                <a:spcPts val="0"/>
              </a:spcAft>
              <a:buClrTx/>
              <a:buSzPct val="80000"/>
              <a:buFontTx/>
              <a:buNone/>
              <a:tabLst/>
              <a:defRPr/>
            </a:pPr>
            <a:endParaRPr kumimoji="0" lang="en-US" altLang="zh-CN" sz="2000" b="0" i="0" u="none" strike="noStrike" kern="1200" cap="none" spc="0" normalizeH="0" baseline="0" noProof="0">
              <a:ln>
                <a:noFill/>
              </a:ln>
              <a:solidFill>
                <a:srgbClr val="002060"/>
              </a:solidFill>
              <a:effectLst/>
              <a:uLnTx/>
              <a:uFillTx/>
              <a:latin typeface="微软雅黑"/>
              <a:ea typeface="微软雅黑"/>
              <a:cs typeface="微软雅黑" charset="0"/>
            </a:endParaRPr>
          </a:p>
          <a:p>
            <a:pPr marL="0" marR="0" lvl="0" indent="0" algn="ctr" defTabSz="914400" rtl="0" eaLnBrk="1" fontAlgn="base" latinLnBrk="0" hangingPunct="1">
              <a:lnSpc>
                <a:spcPct val="120000"/>
              </a:lnSpc>
              <a:spcBef>
                <a:spcPts val="0"/>
              </a:spcBef>
              <a:spcAft>
                <a:spcPts val="0"/>
              </a:spcAft>
              <a:buClrTx/>
              <a:buSzPct val="80000"/>
              <a:buFontTx/>
              <a:buNone/>
              <a:tabLst/>
              <a:defRPr/>
            </a:pPr>
            <a:endParaRPr kumimoji="0" lang="en-US" altLang="zh-CN" sz="2000" b="0" i="0" u="none" strike="noStrike" kern="1200" cap="none" spc="0" normalizeH="0" baseline="0" noProof="0">
              <a:ln>
                <a:noFill/>
              </a:ln>
              <a:solidFill>
                <a:srgbClr val="002060"/>
              </a:solidFill>
              <a:effectLst/>
              <a:uLnTx/>
              <a:uFillTx/>
              <a:latin typeface="微软雅黑"/>
              <a:ea typeface="微软雅黑"/>
              <a:cs typeface="微软雅黑" charset="0"/>
            </a:endParaRPr>
          </a:p>
          <a:p>
            <a:pPr marL="0" marR="0" lvl="0" indent="0" algn="ctr" defTabSz="914400" rtl="0" eaLnBrk="1" fontAlgn="base" latinLnBrk="0" hangingPunct="1">
              <a:lnSpc>
                <a:spcPct val="120000"/>
              </a:lnSpc>
              <a:spcBef>
                <a:spcPts val="0"/>
              </a:spcBef>
              <a:spcAft>
                <a:spcPts val="0"/>
              </a:spcAft>
              <a:buClrTx/>
              <a:buSzPct val="80000"/>
              <a:buFontTx/>
              <a:buNone/>
              <a:tabLst/>
              <a:defRPr/>
            </a:pPr>
            <a:endParaRPr kumimoji="0" lang="en-US" altLang="zh-CN" sz="1800" b="0" i="0" u="none" strike="noStrike" kern="1200" cap="none" spc="0" normalizeH="0" baseline="0" noProof="0">
              <a:ln>
                <a:noFill/>
              </a:ln>
              <a:solidFill>
                <a:srgbClr val="002060"/>
              </a:solidFill>
              <a:effectLst/>
              <a:uLnTx/>
              <a:uFillTx/>
              <a:latin typeface="微软雅黑"/>
              <a:ea typeface="微软雅黑"/>
              <a:cs typeface="微软雅黑" charset="0"/>
            </a:endParaRPr>
          </a:p>
        </p:txBody>
      </p:sp>
      <p:sp>
        <p:nvSpPr>
          <p:cNvPr id="54" name="矩形 53"/>
          <p:cNvSpPr/>
          <p:nvPr/>
        </p:nvSpPr>
        <p:spPr>
          <a:xfrm flipV="1">
            <a:off x="792000" y="3614404"/>
            <a:ext cx="7560000" cy="45719"/>
          </a:xfrm>
          <a:prstGeom prst="rect">
            <a:avLst/>
          </a:prstGeom>
          <a:gradFill flip="none" rotWithShape="1">
            <a:gsLst>
              <a:gs pos="0">
                <a:schemeClr val="accent1">
                  <a:tint val="66000"/>
                  <a:satMod val="160000"/>
                  <a:lumMod val="0"/>
                  <a:lumOff val="100000"/>
                  <a:alpha val="0"/>
                </a:schemeClr>
              </a:gs>
              <a:gs pos="50000">
                <a:schemeClr val="accent1"/>
              </a:gs>
              <a:gs pos="100000">
                <a:schemeClr val="accent1">
                  <a:tint val="23500"/>
                  <a:satMod val="160000"/>
                  <a:lumMod val="0"/>
                  <a:lumOff val="100000"/>
                  <a:alpha val="0"/>
                </a:schemeClr>
              </a:gs>
            </a:gsLst>
            <a:lin ang="10800000" scaled="1"/>
            <a:tileRect/>
          </a:gradFill>
        </p:spPr>
        <p:txBody>
          <a:bodyPr wrap="square" lIns="0" rtlCol="0" anchor="ctr">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zh-CN" altLang="en-US" sz="2400" b="1" i="0" u="none" strike="noStrike" kern="1200" cap="none" spc="0" normalizeH="0" baseline="0" noProof="0">
              <a:ln>
                <a:noFill/>
              </a:ln>
              <a:solidFill>
                <a:srgbClr val="FF0000"/>
              </a:solidFill>
              <a:effectLst/>
              <a:uLnTx/>
              <a:uFillTx/>
              <a:latin typeface="微软雅黑" pitchFamily="34" charset="-122"/>
              <a:ea typeface="微软雅黑" pitchFamily="34" charset="-122"/>
            </a:endParaRPr>
          </a:p>
        </p:txBody>
      </p:sp>
      <p:sp>
        <p:nvSpPr>
          <p:cNvPr id="2" name="Rectangle 1">
            <a:extLst>
              <a:ext uri="{FF2B5EF4-FFF2-40B4-BE49-F238E27FC236}">
                <a16:creationId xmlns:a16="http://schemas.microsoft.com/office/drawing/2014/main" id="{C2515BE6-09AD-694B-8839-0C2DC98FAD34}"/>
              </a:ext>
            </a:extLst>
          </p:cNvPr>
          <p:cNvSpPr/>
          <p:nvPr/>
        </p:nvSpPr>
        <p:spPr>
          <a:xfrm>
            <a:off x="307818" y="5474698"/>
            <a:ext cx="8627953" cy="784830"/>
          </a:xfrm>
          <a:prstGeom prst="rect">
            <a:avLst/>
          </a:prstGeom>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微软雅黑"/>
                <a:ea typeface="微软雅黑"/>
              </a:rPr>
              <a:t>邮箱</a:t>
            </a:r>
            <a:r>
              <a:rPr kumimoji="0" lang="en-CN" sz="1800" b="0" i="0" u="none" strike="noStrike" kern="1200" cap="none" spc="0" normalizeH="0" baseline="0" noProof="0">
                <a:ln>
                  <a:noFill/>
                </a:ln>
                <a:solidFill>
                  <a:prstClr val="black"/>
                </a:solidFill>
                <a:effectLst/>
                <a:uLnTx/>
                <a:uFillTx/>
                <a:latin typeface="微软雅黑"/>
                <a:ea typeface="微软雅黑"/>
              </a:rPr>
              <a:t>: xinluo_xin@ynu.edu.cn</a:t>
            </a: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CN" sz="1800" b="0" i="0" u="none" strike="noStrike" kern="1200" cap="none" spc="0" normalizeH="0" baseline="0" noProof="0">
                <a:ln>
                  <a:noFill/>
                </a:ln>
                <a:solidFill>
                  <a:prstClr val="black"/>
                </a:solidFill>
                <a:effectLst/>
                <a:uLnTx/>
                <a:uFillTx/>
                <a:latin typeface="微软雅黑"/>
                <a:ea typeface="微软雅黑"/>
              </a:rPr>
              <a:t>地址</a:t>
            </a:r>
            <a:r>
              <a:rPr kumimoji="0" lang="zh-CN" altLang="en-US" sz="1800" b="0" i="0" u="none" strike="noStrike" kern="1200" cap="none" spc="0" normalizeH="0" baseline="0" noProof="0">
                <a:ln>
                  <a:noFill/>
                </a:ln>
                <a:solidFill>
                  <a:prstClr val="black"/>
                </a:solidFill>
                <a:effectLst/>
                <a:uLnTx/>
                <a:uFillTx/>
                <a:latin typeface="微软雅黑"/>
                <a:ea typeface="微软雅黑"/>
              </a:rPr>
              <a:t>：地球科学学院</a:t>
            </a:r>
            <a:r>
              <a:rPr kumimoji="0" lang="en-US" altLang="zh-CN" sz="1800" b="0" i="0" u="none" strike="noStrike" kern="1200" cap="none" spc="0" normalizeH="0" baseline="0" noProof="0">
                <a:ln>
                  <a:noFill/>
                </a:ln>
                <a:solidFill>
                  <a:prstClr val="black"/>
                </a:solidFill>
                <a:effectLst/>
                <a:uLnTx/>
                <a:uFillTx/>
                <a:latin typeface="微软雅黑"/>
                <a:ea typeface="微软雅黑"/>
              </a:rPr>
              <a:t>1327</a:t>
            </a:r>
            <a:r>
              <a:rPr kumimoji="0" lang="zh-CN" altLang="en-US" sz="1800" b="0" i="0" u="none" strike="noStrike" kern="1200" cap="none" spc="0" normalizeH="0" baseline="0" noProof="0">
                <a:ln>
                  <a:noFill/>
                </a:ln>
                <a:solidFill>
                  <a:prstClr val="black"/>
                </a:solidFill>
                <a:effectLst/>
                <a:uLnTx/>
                <a:uFillTx/>
                <a:latin typeface="微软雅黑"/>
                <a:ea typeface="微软雅黑"/>
              </a:rPr>
              <a:t>办公室</a:t>
            </a:r>
            <a:endParaRPr kumimoji="0" lang="en-CN" sz="1800" b="0" i="0" u="none" strike="noStrike" kern="1200" cap="none" spc="0" normalizeH="0" baseline="0" noProof="0">
              <a:ln>
                <a:noFill/>
              </a:ln>
              <a:solidFill>
                <a:prstClr val="black"/>
              </a:solidFill>
              <a:effectLst/>
              <a:uLnTx/>
              <a:uFillTx/>
              <a:latin typeface="微软雅黑"/>
              <a:ea typeface="微软雅黑"/>
            </a:endParaRPr>
          </a:p>
        </p:txBody>
      </p:sp>
      <p:pic>
        <p:nvPicPr>
          <p:cNvPr id="4" name="Picture 3">
            <a:extLst>
              <a:ext uri="{FF2B5EF4-FFF2-40B4-BE49-F238E27FC236}">
                <a16:creationId xmlns:a16="http://schemas.microsoft.com/office/drawing/2014/main" id="{C5A20417-E7CA-C285-EB98-9BD26873E83E}"/>
              </a:ext>
            </a:extLst>
          </p:cNvPr>
          <p:cNvPicPr>
            <a:picLocks noChangeAspect="1"/>
          </p:cNvPicPr>
          <p:nvPr/>
        </p:nvPicPr>
        <p:blipFill>
          <a:blip r:embed="rId3"/>
          <a:stretch>
            <a:fillRect/>
          </a:stretch>
        </p:blipFill>
        <p:spPr>
          <a:xfrm>
            <a:off x="431628" y="243145"/>
            <a:ext cx="2866773" cy="1012641"/>
          </a:xfrm>
          <a:prstGeom prst="rect">
            <a:avLst/>
          </a:prstGeom>
        </p:spPr>
      </p:pic>
      <p:pic>
        <p:nvPicPr>
          <p:cNvPr id="9" name="Picture 8">
            <a:extLst>
              <a:ext uri="{FF2B5EF4-FFF2-40B4-BE49-F238E27FC236}">
                <a16:creationId xmlns:a16="http://schemas.microsoft.com/office/drawing/2014/main" id="{D79EB157-7CF0-C636-5797-94C0A73AF8D4}"/>
              </a:ext>
            </a:extLst>
          </p:cNvPr>
          <p:cNvPicPr>
            <a:picLocks noChangeAspect="1"/>
          </p:cNvPicPr>
          <p:nvPr/>
        </p:nvPicPr>
        <p:blipFill>
          <a:blip r:embed="rId4"/>
          <a:stretch>
            <a:fillRect/>
          </a:stretch>
        </p:blipFill>
        <p:spPr>
          <a:xfrm>
            <a:off x="6162261" y="6259528"/>
            <a:ext cx="2996979" cy="622992"/>
          </a:xfrm>
          <a:prstGeom prst="rect">
            <a:avLst/>
          </a:prstGeom>
        </p:spPr>
      </p:pic>
      <p:sp>
        <p:nvSpPr>
          <p:cNvPr id="3" name="TextBox 2">
            <a:extLst>
              <a:ext uri="{FF2B5EF4-FFF2-40B4-BE49-F238E27FC236}">
                <a16:creationId xmlns:a16="http://schemas.microsoft.com/office/drawing/2014/main" id="{AABF8A9A-03FE-2516-7E19-C8FD65DBFB0D}"/>
              </a:ext>
            </a:extLst>
          </p:cNvPr>
          <p:cNvSpPr txBox="1"/>
          <p:nvPr/>
        </p:nvSpPr>
        <p:spPr>
          <a:xfrm>
            <a:off x="5585174" y="397293"/>
            <a:ext cx="3514971" cy="400110"/>
          </a:xfrm>
          <a:prstGeom prst="rect">
            <a:avLst/>
          </a:prstGeom>
          <a:noFill/>
        </p:spPr>
        <p:txBody>
          <a:bodyPr wrap="square" rtlCol="0">
            <a:spAutoFit/>
          </a:bodyPr>
          <a:lstStyle/>
          <a:p>
            <a:pPr marL="0" marR="0" lvl="0" indent="0" defTabSz="914400" rtl="0" eaLnBrk="1" fontAlgn="base" latinLnBrk="0" hangingPunct="1">
              <a:lnSpc>
                <a:spcPct val="100000"/>
              </a:lnSpc>
              <a:spcBef>
                <a:spcPct val="50000"/>
              </a:spcBef>
              <a:spcAft>
                <a:spcPct val="0"/>
              </a:spcAft>
              <a:buClrTx/>
              <a:buSzTx/>
              <a:buFontTx/>
              <a:buNone/>
              <a:tabLst/>
              <a:defRPr/>
            </a:pPr>
            <a:r>
              <a:rPr kumimoji="0" lang="en-CN" sz="2000" b="1" i="1" u="none" strike="noStrike" kern="1200" cap="none" spc="0" normalizeH="0" baseline="0" noProof="0">
                <a:ln>
                  <a:noFill/>
                </a:ln>
                <a:solidFill>
                  <a:prstClr val="black"/>
                </a:solidFill>
                <a:effectLst/>
                <a:uLnTx/>
                <a:uFillTx/>
                <a:latin typeface="Times New Roman" charset="0"/>
                <a:ea typeface="宋体" charset="0"/>
              </a:rPr>
              <a:t>卫星测高原理及应用课程</a:t>
            </a:r>
          </a:p>
        </p:txBody>
      </p:sp>
    </p:spTree>
    <p:extLst>
      <p:ext uri="{BB962C8B-B14F-4D97-AF65-F5344CB8AC3E}">
        <p14:creationId xmlns:p14="http://schemas.microsoft.com/office/powerpoint/2010/main" val="224102110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矩形 5"/>
          <p:cNvSpPr/>
          <p:nvPr/>
        </p:nvSpPr>
        <p:spPr>
          <a:xfrm>
            <a:off x="0" y="0"/>
            <a:ext cx="1835696" cy="6858000"/>
          </a:xfrm>
          <a:prstGeom prst="rect">
            <a:avLst/>
          </a:prstGeom>
          <a:solidFill>
            <a:srgbClr val="0000CC"/>
          </a:solidFill>
          <a:ln w="9525">
            <a:noFill/>
            <a:miter lim="800000"/>
            <a:headEnd/>
            <a:tailEnd/>
          </a:ln>
        </p:spPr>
        <p:txBody>
          <a:bodyPr wrap="none" anchor="ctr"/>
          <a:lstStyle/>
          <a:p>
            <a:pPr eaLnBrk="1" fontAlgn="auto" hangingPunct="1">
              <a:spcBef>
                <a:spcPts val="0"/>
              </a:spcBef>
              <a:spcAft>
                <a:spcPts val="0"/>
              </a:spcAft>
            </a:pPr>
            <a:endParaRPr lang="zh-CN" altLang="en-US">
              <a:solidFill>
                <a:prstClr val="black"/>
              </a:solidFill>
              <a:latin typeface="Calibri" pitchFamily="34" charset="0"/>
            </a:endParaRPr>
          </a:p>
        </p:txBody>
      </p:sp>
      <p:sp>
        <p:nvSpPr>
          <p:cNvPr id="19" name="TextBox 18"/>
          <p:cNvSpPr txBox="1"/>
          <p:nvPr/>
        </p:nvSpPr>
        <p:spPr>
          <a:xfrm>
            <a:off x="7172373" y="260648"/>
            <a:ext cx="1608134" cy="923330"/>
          </a:xfrm>
          <a:prstGeom prst="rect">
            <a:avLst/>
          </a:prstGeom>
          <a:noFill/>
        </p:spPr>
        <p:txBody>
          <a:bodyPr wrap="none" rtlCol="0">
            <a:spAutoFit/>
          </a:bodyPr>
          <a:lstStyle/>
          <a:p>
            <a:pPr algn="r" eaLnBrk="1" fontAlgn="auto" hangingPunct="1">
              <a:spcBef>
                <a:spcPts val="0"/>
              </a:spcBef>
              <a:spcAft>
                <a:spcPts val="0"/>
              </a:spcAft>
            </a:pPr>
            <a:r>
              <a:rPr lang="zh-CN" altLang="en-US" sz="5400" b="1">
                <a:solidFill>
                  <a:schemeClr val="accent1"/>
                </a:solidFill>
                <a:latin typeface="Arial"/>
                <a:ea typeface="微软雅黑"/>
              </a:rPr>
              <a:t>目录</a:t>
            </a:r>
            <a:endParaRPr lang="en-US" altLang="zh-CN" sz="5400" b="1">
              <a:solidFill>
                <a:schemeClr val="accent1"/>
              </a:solidFill>
              <a:latin typeface="Arial"/>
              <a:ea typeface="微软雅黑"/>
            </a:endParaRPr>
          </a:p>
        </p:txBody>
      </p:sp>
      <p:grpSp>
        <p:nvGrpSpPr>
          <p:cNvPr id="2" name="Group 1">
            <a:extLst>
              <a:ext uri="{FF2B5EF4-FFF2-40B4-BE49-F238E27FC236}">
                <a16:creationId xmlns:a16="http://schemas.microsoft.com/office/drawing/2014/main" id="{1818EBCB-380D-926A-5B23-181F7E7C8ECD}"/>
              </a:ext>
            </a:extLst>
          </p:cNvPr>
          <p:cNvGrpSpPr/>
          <p:nvPr/>
        </p:nvGrpSpPr>
        <p:grpSpPr>
          <a:xfrm>
            <a:off x="2097095" y="3602896"/>
            <a:ext cx="5718900" cy="584775"/>
            <a:chOff x="2121802" y="3502615"/>
            <a:chExt cx="5718900" cy="584775"/>
          </a:xfrm>
        </p:grpSpPr>
        <p:sp>
          <p:nvSpPr>
            <p:cNvPr id="4" name="椭圆 12">
              <a:extLst>
                <a:ext uri="{FF2B5EF4-FFF2-40B4-BE49-F238E27FC236}">
                  <a16:creationId xmlns:a16="http://schemas.microsoft.com/office/drawing/2014/main" id="{757B3F1E-8914-BCF9-8C32-DC97816E3AB3}"/>
                </a:ext>
              </a:extLst>
            </p:cNvPr>
            <p:cNvSpPr/>
            <p:nvPr/>
          </p:nvSpPr>
          <p:spPr>
            <a:xfrm>
              <a:off x="2121802" y="3511390"/>
              <a:ext cx="576000" cy="576000"/>
            </a:xfrm>
            <a:prstGeom prst="ellipse">
              <a:avLst/>
            </a:prstGeom>
            <a:solidFill>
              <a:schemeClr val="tx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zh-CN" altLang="en-US" sz="3200" b="1">
                  <a:solidFill>
                    <a:schemeClr val="accent1"/>
                  </a:solidFill>
                  <a:latin typeface="微软雅黑" pitchFamily="34" charset="-122"/>
                  <a:ea typeface="微软雅黑" pitchFamily="34" charset="-122"/>
                </a:rPr>
                <a:t>二</a:t>
              </a:r>
            </a:p>
          </p:txBody>
        </p:sp>
        <p:sp>
          <p:nvSpPr>
            <p:cNvPr id="5" name="矩形 13">
              <a:extLst>
                <a:ext uri="{FF2B5EF4-FFF2-40B4-BE49-F238E27FC236}">
                  <a16:creationId xmlns:a16="http://schemas.microsoft.com/office/drawing/2014/main" id="{5C122EB0-B760-BC58-121E-98929155DE13}"/>
                </a:ext>
              </a:extLst>
            </p:cNvPr>
            <p:cNvSpPr/>
            <p:nvPr/>
          </p:nvSpPr>
          <p:spPr>
            <a:xfrm>
              <a:off x="2777899" y="3502615"/>
              <a:ext cx="5062803" cy="584775"/>
            </a:xfrm>
            <a:prstGeom prst="rect">
              <a:avLst/>
            </a:prstGeom>
          </p:spPr>
          <p:txBody>
            <a:bodyPr wrap="square" anchor="ctr">
              <a:spAutoFit/>
            </a:bodyPr>
            <a:lstStyle/>
            <a:p>
              <a:pPr algn="l" eaLnBrk="1" fontAlgn="auto" hangingPunct="1">
                <a:spcBef>
                  <a:spcPts val="0"/>
                </a:spcBef>
                <a:spcAft>
                  <a:spcPts val="0"/>
                </a:spcAft>
              </a:pPr>
              <a:r>
                <a:rPr lang="zh-CN" altLang="en-US" sz="3200" b="1" dirty="0">
                  <a:solidFill>
                    <a:schemeClr val="accent1"/>
                  </a:solidFill>
                  <a:highlight>
                    <a:srgbClr val="FFFFFF"/>
                  </a:highlight>
                  <a:latin typeface="Arial"/>
                  <a:ea typeface="微软雅黑"/>
                </a:rPr>
                <a:t>雷达测高技术发展</a:t>
              </a:r>
            </a:p>
          </p:txBody>
        </p:sp>
      </p:grpSp>
      <p:grpSp>
        <p:nvGrpSpPr>
          <p:cNvPr id="18" name="Group 17">
            <a:extLst>
              <a:ext uri="{FF2B5EF4-FFF2-40B4-BE49-F238E27FC236}">
                <a16:creationId xmlns:a16="http://schemas.microsoft.com/office/drawing/2014/main" id="{96FB7E62-B9C8-B5B3-ED4D-2B48DF771118}"/>
              </a:ext>
            </a:extLst>
          </p:cNvPr>
          <p:cNvGrpSpPr/>
          <p:nvPr/>
        </p:nvGrpSpPr>
        <p:grpSpPr>
          <a:xfrm>
            <a:off x="2097095" y="2381570"/>
            <a:ext cx="5718900" cy="584775"/>
            <a:chOff x="2121802" y="3502615"/>
            <a:chExt cx="5718900" cy="584775"/>
          </a:xfrm>
        </p:grpSpPr>
        <p:sp>
          <p:nvSpPr>
            <p:cNvPr id="20" name="椭圆 12">
              <a:extLst>
                <a:ext uri="{FF2B5EF4-FFF2-40B4-BE49-F238E27FC236}">
                  <a16:creationId xmlns:a16="http://schemas.microsoft.com/office/drawing/2014/main" id="{AD597F8B-0E5B-55C3-95EF-460F54885015}"/>
                </a:ext>
              </a:extLst>
            </p:cNvPr>
            <p:cNvSpPr/>
            <p:nvPr/>
          </p:nvSpPr>
          <p:spPr>
            <a:xfrm>
              <a:off x="2121802" y="3511390"/>
              <a:ext cx="576000" cy="576000"/>
            </a:xfrm>
            <a:prstGeom prst="ellipse">
              <a:avLst/>
            </a:prstGeom>
            <a:solidFill>
              <a:schemeClr val="tx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zh-CN" altLang="en-US" sz="3200" b="1">
                  <a:solidFill>
                    <a:schemeClr val="accent1"/>
                  </a:solidFill>
                  <a:latin typeface="微软雅黑" pitchFamily="34" charset="-122"/>
                  <a:ea typeface="微软雅黑" pitchFamily="34" charset="-122"/>
                </a:rPr>
                <a:t>一</a:t>
              </a:r>
            </a:p>
          </p:txBody>
        </p:sp>
        <p:sp>
          <p:nvSpPr>
            <p:cNvPr id="21" name="矩形 13">
              <a:extLst>
                <a:ext uri="{FF2B5EF4-FFF2-40B4-BE49-F238E27FC236}">
                  <a16:creationId xmlns:a16="http://schemas.microsoft.com/office/drawing/2014/main" id="{5E1CF5B6-D3D6-ED4D-9527-A0A3BA87F030}"/>
                </a:ext>
              </a:extLst>
            </p:cNvPr>
            <p:cNvSpPr/>
            <p:nvPr/>
          </p:nvSpPr>
          <p:spPr>
            <a:xfrm>
              <a:off x="2777899" y="3502615"/>
              <a:ext cx="5062803" cy="584775"/>
            </a:xfrm>
            <a:prstGeom prst="rect">
              <a:avLst/>
            </a:prstGeom>
          </p:spPr>
          <p:txBody>
            <a:bodyPr wrap="square" anchor="ctr">
              <a:spAutoFit/>
            </a:bodyPr>
            <a:lstStyle/>
            <a:p>
              <a:pPr algn="l" eaLnBrk="1" fontAlgn="auto" hangingPunct="1">
                <a:spcBef>
                  <a:spcPts val="0"/>
                </a:spcBef>
                <a:spcAft>
                  <a:spcPts val="0"/>
                </a:spcAft>
              </a:pPr>
              <a:r>
                <a:rPr lang="zh-CN" altLang="en-US" sz="3200" b="1" dirty="0">
                  <a:solidFill>
                    <a:schemeClr val="accent1"/>
                  </a:solidFill>
                  <a:highlight>
                    <a:srgbClr val="FFFFFF"/>
                  </a:highlight>
                  <a:latin typeface="Arial"/>
                  <a:ea typeface="微软雅黑"/>
                </a:rPr>
                <a:t>雷达测高基本原理</a:t>
              </a:r>
            </a:p>
          </p:txBody>
        </p:sp>
      </p:grpSp>
      <p:grpSp>
        <p:nvGrpSpPr>
          <p:cNvPr id="3" name="Group 2">
            <a:extLst>
              <a:ext uri="{FF2B5EF4-FFF2-40B4-BE49-F238E27FC236}">
                <a16:creationId xmlns:a16="http://schemas.microsoft.com/office/drawing/2014/main" id="{E73BC833-B5F4-9F13-25BD-D4461FFF17E6}"/>
              </a:ext>
            </a:extLst>
          </p:cNvPr>
          <p:cNvGrpSpPr/>
          <p:nvPr/>
        </p:nvGrpSpPr>
        <p:grpSpPr>
          <a:xfrm>
            <a:off x="2097095" y="4833574"/>
            <a:ext cx="5718900" cy="584775"/>
            <a:chOff x="2121802" y="3502615"/>
            <a:chExt cx="5718900" cy="584775"/>
          </a:xfrm>
        </p:grpSpPr>
        <p:sp>
          <p:nvSpPr>
            <p:cNvPr id="7" name="椭圆 12">
              <a:extLst>
                <a:ext uri="{FF2B5EF4-FFF2-40B4-BE49-F238E27FC236}">
                  <a16:creationId xmlns:a16="http://schemas.microsoft.com/office/drawing/2014/main" id="{7946C16E-1FE6-2818-5482-2818A37EA28F}"/>
                </a:ext>
              </a:extLst>
            </p:cNvPr>
            <p:cNvSpPr/>
            <p:nvPr/>
          </p:nvSpPr>
          <p:spPr>
            <a:xfrm>
              <a:off x="2121802" y="3511390"/>
              <a:ext cx="576000" cy="576000"/>
            </a:xfrm>
            <a:prstGeom prst="ellipse">
              <a:avLst/>
            </a:prstGeom>
            <a:solidFill>
              <a:schemeClr val="tx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fontAlgn="auto" hangingPunct="1">
                <a:spcBef>
                  <a:spcPts val="0"/>
                </a:spcBef>
                <a:spcAft>
                  <a:spcPts val="0"/>
                </a:spcAft>
              </a:pPr>
              <a:r>
                <a:rPr lang="zh-CN" altLang="en-US" sz="3200" b="1">
                  <a:solidFill>
                    <a:schemeClr val="accent1"/>
                  </a:solidFill>
                  <a:latin typeface="微软雅黑" pitchFamily="34" charset="-122"/>
                  <a:ea typeface="微软雅黑" pitchFamily="34" charset="-122"/>
                </a:rPr>
                <a:t>三</a:t>
              </a:r>
            </a:p>
          </p:txBody>
        </p:sp>
        <p:sp>
          <p:nvSpPr>
            <p:cNvPr id="8" name="矩形 13">
              <a:extLst>
                <a:ext uri="{FF2B5EF4-FFF2-40B4-BE49-F238E27FC236}">
                  <a16:creationId xmlns:a16="http://schemas.microsoft.com/office/drawing/2014/main" id="{C5A97136-5655-53B3-58DB-3B7DC71E8D86}"/>
                </a:ext>
              </a:extLst>
            </p:cNvPr>
            <p:cNvSpPr/>
            <p:nvPr/>
          </p:nvSpPr>
          <p:spPr>
            <a:xfrm>
              <a:off x="2777899" y="3502615"/>
              <a:ext cx="5062803" cy="584775"/>
            </a:xfrm>
            <a:prstGeom prst="rect">
              <a:avLst/>
            </a:prstGeom>
          </p:spPr>
          <p:txBody>
            <a:bodyPr wrap="square" anchor="ctr">
              <a:spAutoFit/>
            </a:bodyPr>
            <a:lstStyle/>
            <a:p>
              <a:pPr algn="l" eaLnBrk="1" fontAlgn="auto" hangingPunct="1">
                <a:spcBef>
                  <a:spcPts val="0"/>
                </a:spcBef>
                <a:spcAft>
                  <a:spcPts val="0"/>
                </a:spcAft>
              </a:pPr>
              <a:r>
                <a:rPr lang="zh-CN" altLang="en-US" sz="3200" b="1" dirty="0">
                  <a:solidFill>
                    <a:schemeClr val="accent1"/>
                  </a:solidFill>
                  <a:highlight>
                    <a:srgbClr val="FFFFFF"/>
                  </a:highlight>
                  <a:latin typeface="Arial"/>
                  <a:ea typeface="微软雅黑"/>
                </a:rPr>
                <a:t>雷达测高波形分析</a:t>
              </a:r>
            </a:p>
          </p:txBody>
        </p:sp>
      </p:grpSp>
    </p:spTree>
    <p:extLst>
      <p:ext uri="{BB962C8B-B14F-4D97-AF65-F5344CB8AC3E}">
        <p14:creationId xmlns:p14="http://schemas.microsoft.com/office/powerpoint/2010/main" val="157612036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9144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189064" y="3868892"/>
            <a:ext cx="8753057" cy="707886"/>
          </a:xfrm>
          <a:prstGeom prst="rect">
            <a:avLst/>
          </a:prstGeom>
        </p:spPr>
        <p:txBody>
          <a:bodyPr wrap="square">
            <a:spAutoFit/>
          </a:bodyPr>
          <a:lstStyle/>
          <a:p>
            <a:pPr algn="l" fontAlgn="auto">
              <a:spcBef>
                <a:spcPts val="0"/>
              </a:spcBef>
              <a:spcAft>
                <a:spcPts val="0"/>
              </a:spcAft>
            </a:pPr>
            <a:r>
              <a:rPr lang="zh-CN" altLang="en-US" sz="4000" b="1">
                <a:latin typeface="微软雅黑" pitchFamily="34" charset="-122"/>
                <a:ea typeface="微软雅黑" pitchFamily="34" charset="-122"/>
              </a:rPr>
              <a:t>一、雷达测高基本原理</a:t>
            </a:r>
          </a:p>
        </p:txBody>
      </p:sp>
      <p:sp>
        <p:nvSpPr>
          <p:cNvPr id="8" name="矩形 7"/>
          <p:cNvSpPr/>
          <p:nvPr/>
        </p:nvSpPr>
        <p:spPr>
          <a:xfrm>
            <a:off x="0" y="5014912"/>
            <a:ext cx="9144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24159012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一、雷达测高基本原理</a:t>
            </a:r>
            <a:endParaRPr lang="zh-CN" altLang="en-US"/>
          </a:p>
        </p:txBody>
      </p:sp>
      <p:sp>
        <p:nvSpPr>
          <p:cNvPr id="4" name="TextBox 3">
            <a:extLst>
              <a:ext uri="{FF2B5EF4-FFF2-40B4-BE49-F238E27FC236}">
                <a16:creationId xmlns:a16="http://schemas.microsoft.com/office/drawing/2014/main" id="{814FF4E1-B17F-D4F8-E834-173BA3B0D059}"/>
              </a:ext>
            </a:extLst>
          </p:cNvPr>
          <p:cNvSpPr txBox="1"/>
          <p:nvPr/>
        </p:nvSpPr>
        <p:spPr>
          <a:xfrm>
            <a:off x="577677" y="913572"/>
            <a:ext cx="7948806" cy="662489"/>
          </a:xfrm>
          <a:prstGeom prst="rect">
            <a:avLst/>
          </a:prstGeom>
          <a:noFill/>
        </p:spPr>
        <p:txBody>
          <a:bodyPr wrap="square" rtlCol="0">
            <a:spAutoFit/>
          </a:bodyPr>
          <a:lstStyle/>
          <a:p>
            <a:pPr algn="just">
              <a:lnSpc>
                <a:spcPct val="150000"/>
              </a:lnSpc>
            </a:pPr>
            <a:r>
              <a:rPr lang="zh-CN" altLang="en-US" sz="2800" b="1">
                <a:solidFill>
                  <a:srgbClr val="333333"/>
                </a:solidFill>
                <a:latin typeface="+mn-ea"/>
                <a:ea typeface="+mn-ea"/>
              </a:rPr>
              <a:t>什么是雷达？</a:t>
            </a:r>
            <a:endParaRPr lang="en-US" altLang="zh-CN" sz="2800" b="1">
              <a:solidFill>
                <a:srgbClr val="333333"/>
              </a:solidFill>
              <a:latin typeface="+mn-ea"/>
              <a:ea typeface="+mn-ea"/>
            </a:endParaRPr>
          </a:p>
        </p:txBody>
      </p:sp>
      <p:sp>
        <p:nvSpPr>
          <p:cNvPr id="6" name="TextBox 5">
            <a:extLst>
              <a:ext uri="{FF2B5EF4-FFF2-40B4-BE49-F238E27FC236}">
                <a16:creationId xmlns:a16="http://schemas.microsoft.com/office/drawing/2014/main" id="{10943A92-9E22-44EA-2939-C64F8E264329}"/>
              </a:ext>
            </a:extLst>
          </p:cNvPr>
          <p:cNvSpPr txBox="1"/>
          <p:nvPr/>
        </p:nvSpPr>
        <p:spPr>
          <a:xfrm>
            <a:off x="424747" y="1576061"/>
            <a:ext cx="7948806" cy="2038443"/>
          </a:xfrm>
          <a:prstGeom prst="rect">
            <a:avLst/>
          </a:prstGeom>
          <a:noFill/>
        </p:spPr>
        <p:txBody>
          <a:bodyPr wrap="square">
            <a:spAutoFit/>
          </a:bodyPr>
          <a:lstStyle/>
          <a:p>
            <a:pPr algn="just">
              <a:lnSpc>
                <a:spcPct val="150000"/>
              </a:lnSpc>
            </a:pPr>
            <a:r>
              <a:rPr lang="zh-CN" altLang="en-US" sz="2000" dirty="0">
                <a:solidFill>
                  <a:srgbClr val="333333"/>
                </a:solidFill>
                <a:latin typeface="+mn-ea"/>
                <a:ea typeface="+mn-ea"/>
              </a:rPr>
              <a:t>雷达：</a:t>
            </a:r>
            <a:r>
              <a:rPr lang="en-US" altLang="zh-CN" sz="2000" dirty="0">
                <a:solidFill>
                  <a:srgbClr val="333333"/>
                </a:solidFill>
                <a:latin typeface="+mn-ea"/>
                <a:ea typeface="+mn-ea"/>
              </a:rPr>
              <a:t>Radar</a:t>
            </a:r>
            <a:r>
              <a:rPr lang="zh-CN" altLang="en-US" sz="2000" dirty="0">
                <a:solidFill>
                  <a:srgbClr val="333333"/>
                </a:solidFill>
                <a:latin typeface="+mn-ea"/>
                <a:ea typeface="+mn-ea"/>
              </a:rPr>
              <a:t>（</a:t>
            </a:r>
            <a:r>
              <a:rPr lang="en-US" altLang="zh-CN" sz="2000" u="sng" dirty="0">
                <a:solidFill>
                  <a:srgbClr val="333333"/>
                </a:solidFill>
                <a:latin typeface="+mn-ea"/>
                <a:ea typeface="+mn-ea"/>
              </a:rPr>
              <a:t>ra</a:t>
            </a:r>
            <a:r>
              <a:rPr lang="en-US" altLang="zh-CN" sz="2000" dirty="0">
                <a:solidFill>
                  <a:srgbClr val="333333"/>
                </a:solidFill>
                <a:latin typeface="+mn-ea"/>
                <a:ea typeface="+mn-ea"/>
              </a:rPr>
              <a:t>dio </a:t>
            </a:r>
            <a:r>
              <a:rPr lang="en-US" altLang="zh-CN" sz="2000" u="sng" dirty="0">
                <a:solidFill>
                  <a:srgbClr val="333333"/>
                </a:solidFill>
                <a:latin typeface="+mn-ea"/>
                <a:ea typeface="+mn-ea"/>
              </a:rPr>
              <a:t>d</a:t>
            </a:r>
            <a:r>
              <a:rPr lang="en-US" altLang="zh-CN" sz="2000" dirty="0">
                <a:solidFill>
                  <a:srgbClr val="333333"/>
                </a:solidFill>
                <a:latin typeface="+mn-ea"/>
                <a:ea typeface="+mn-ea"/>
              </a:rPr>
              <a:t>etection </a:t>
            </a:r>
            <a:r>
              <a:rPr lang="en-US" altLang="zh-CN" sz="2000" u="sng" dirty="0">
                <a:solidFill>
                  <a:srgbClr val="333333"/>
                </a:solidFill>
                <a:latin typeface="+mn-ea"/>
                <a:ea typeface="+mn-ea"/>
              </a:rPr>
              <a:t>a</a:t>
            </a:r>
            <a:r>
              <a:rPr lang="en-US" altLang="zh-CN" sz="2000" dirty="0">
                <a:solidFill>
                  <a:srgbClr val="333333"/>
                </a:solidFill>
                <a:latin typeface="+mn-ea"/>
                <a:ea typeface="+mn-ea"/>
              </a:rPr>
              <a:t>nd </a:t>
            </a:r>
            <a:r>
              <a:rPr lang="en-US" altLang="zh-CN" sz="2000" u="sng" dirty="0">
                <a:solidFill>
                  <a:srgbClr val="333333"/>
                </a:solidFill>
                <a:latin typeface="+mn-ea"/>
                <a:ea typeface="+mn-ea"/>
              </a:rPr>
              <a:t>r</a:t>
            </a:r>
            <a:r>
              <a:rPr lang="en-US" altLang="zh-CN" sz="2000" dirty="0">
                <a:solidFill>
                  <a:srgbClr val="333333"/>
                </a:solidFill>
                <a:latin typeface="+mn-ea"/>
                <a:ea typeface="+mn-ea"/>
              </a:rPr>
              <a:t>anging</a:t>
            </a:r>
            <a:r>
              <a:rPr lang="zh-CN" altLang="en-US" sz="2000" dirty="0">
                <a:solidFill>
                  <a:srgbClr val="333333"/>
                </a:solidFill>
                <a:latin typeface="+mn-ea"/>
                <a:ea typeface="+mn-ea"/>
              </a:rPr>
              <a:t>），无线电探测和测距。</a:t>
            </a:r>
            <a:endParaRPr lang="en-US" altLang="zh-CN" sz="2000" dirty="0">
              <a:solidFill>
                <a:srgbClr val="333333"/>
              </a:solidFill>
              <a:latin typeface="+mn-ea"/>
              <a:ea typeface="+mn-ea"/>
            </a:endParaRPr>
          </a:p>
          <a:p>
            <a:pPr algn="just">
              <a:lnSpc>
                <a:spcPct val="150000"/>
              </a:lnSpc>
            </a:pPr>
            <a:r>
              <a:rPr lang="zh-CN" altLang="en-US" sz="2000" dirty="0">
                <a:solidFill>
                  <a:srgbClr val="333333"/>
                </a:solidFill>
                <a:latin typeface="+mn-ea"/>
                <a:ea typeface="+mn-ea"/>
              </a:rPr>
              <a:t>将电磁能量以定向方式发射至空间之中，借由接收空间内存在物体所反射之电波，可以计算出该物体之方向、高度、速度、相对距离，并且可以探测物体的形状。</a:t>
            </a:r>
            <a:endParaRPr lang="en-US" altLang="zh-CN" sz="2000" dirty="0">
              <a:solidFill>
                <a:srgbClr val="333333"/>
              </a:solidFill>
              <a:latin typeface="+mn-ea"/>
              <a:ea typeface="+mn-ea"/>
            </a:endParaRPr>
          </a:p>
        </p:txBody>
      </p:sp>
      <p:grpSp>
        <p:nvGrpSpPr>
          <p:cNvPr id="14" name="Group 13">
            <a:extLst>
              <a:ext uri="{FF2B5EF4-FFF2-40B4-BE49-F238E27FC236}">
                <a16:creationId xmlns:a16="http://schemas.microsoft.com/office/drawing/2014/main" id="{E8D2B779-F4DF-5B6B-4755-E43CFB0237B1}"/>
              </a:ext>
            </a:extLst>
          </p:cNvPr>
          <p:cNvGrpSpPr/>
          <p:nvPr/>
        </p:nvGrpSpPr>
        <p:grpSpPr>
          <a:xfrm>
            <a:off x="2517049" y="3429000"/>
            <a:ext cx="3490767" cy="1869886"/>
            <a:chOff x="3133233" y="4012514"/>
            <a:chExt cx="2872519" cy="1401170"/>
          </a:xfrm>
        </p:grpSpPr>
        <p:sp>
          <p:nvSpPr>
            <p:cNvPr id="2" name="Cube 1">
              <a:extLst>
                <a:ext uri="{FF2B5EF4-FFF2-40B4-BE49-F238E27FC236}">
                  <a16:creationId xmlns:a16="http://schemas.microsoft.com/office/drawing/2014/main" id="{50F43B4C-A650-4A76-AF30-AE383609380A}"/>
                </a:ext>
              </a:extLst>
            </p:cNvPr>
            <p:cNvSpPr/>
            <p:nvPr/>
          </p:nvSpPr>
          <p:spPr>
            <a:xfrm>
              <a:off x="5206670" y="4012514"/>
              <a:ext cx="799082" cy="1401170"/>
            </a:xfrm>
            <a:prstGeom prst="cube">
              <a:avLst/>
            </a:prstGeom>
            <a:solidFill>
              <a:schemeClr val="tx2">
                <a:lumMod val="50000"/>
              </a:schemeClr>
            </a:solidFill>
          </p:spPr>
          <p:txBody>
            <a:bodyPr wrap="square" lIns="0" rtlCol="0" anchor="ctr">
              <a:noAutofit/>
            </a:bodyPr>
            <a:lstStyle/>
            <a:p>
              <a:r>
                <a:rPr lang="en-CN" sz="1800" b="1">
                  <a:solidFill>
                    <a:schemeClr val="bg2"/>
                  </a:solidFill>
                  <a:latin typeface="微软雅黑" pitchFamily="34" charset="-122"/>
                  <a:ea typeface="微软雅黑" pitchFamily="34" charset="-122"/>
                </a:rPr>
                <a:t>物体</a:t>
              </a:r>
            </a:p>
          </p:txBody>
        </p:sp>
        <p:sp>
          <p:nvSpPr>
            <p:cNvPr id="5" name="Oval 4">
              <a:extLst>
                <a:ext uri="{FF2B5EF4-FFF2-40B4-BE49-F238E27FC236}">
                  <a16:creationId xmlns:a16="http://schemas.microsoft.com/office/drawing/2014/main" id="{E7630341-4039-A102-94C2-E81DBD1D73D1}"/>
                </a:ext>
              </a:extLst>
            </p:cNvPr>
            <p:cNvSpPr/>
            <p:nvPr/>
          </p:nvSpPr>
          <p:spPr>
            <a:xfrm>
              <a:off x="3133233" y="4696087"/>
              <a:ext cx="87197" cy="73851"/>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cxnSp>
          <p:nvCxnSpPr>
            <p:cNvPr id="8" name="Straight Arrow Connector 7">
              <a:extLst>
                <a:ext uri="{FF2B5EF4-FFF2-40B4-BE49-F238E27FC236}">
                  <a16:creationId xmlns:a16="http://schemas.microsoft.com/office/drawing/2014/main" id="{37CCEEF6-1364-0367-BAE2-4B3C5CD97A2B}"/>
                </a:ext>
              </a:extLst>
            </p:cNvPr>
            <p:cNvCxnSpPr>
              <a:cxnSpLocks/>
            </p:cNvCxnSpPr>
            <p:nvPr/>
          </p:nvCxnSpPr>
          <p:spPr bwMode="auto">
            <a:xfrm>
              <a:off x="3255673" y="4704799"/>
              <a:ext cx="1915753" cy="0"/>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7773AF76-D0B0-F508-7E56-B75459621899}"/>
                </a:ext>
              </a:extLst>
            </p:cNvPr>
            <p:cNvCxnSpPr>
              <a:cxnSpLocks/>
            </p:cNvCxnSpPr>
            <p:nvPr/>
          </p:nvCxnSpPr>
          <p:spPr bwMode="auto">
            <a:xfrm flipH="1">
              <a:off x="3240435" y="4755828"/>
              <a:ext cx="1915753" cy="0"/>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a:extLst>
              <a:ext uri="{FF2B5EF4-FFF2-40B4-BE49-F238E27FC236}">
                <a16:creationId xmlns:a16="http://schemas.microsoft.com/office/drawing/2014/main" id="{D0085503-D410-5D30-FEF9-5E9800645F06}"/>
              </a:ext>
            </a:extLst>
          </p:cNvPr>
          <p:cNvSpPr txBox="1"/>
          <p:nvPr/>
        </p:nvSpPr>
        <p:spPr>
          <a:xfrm>
            <a:off x="3359957" y="4045090"/>
            <a:ext cx="902811" cy="307777"/>
          </a:xfrm>
          <a:prstGeom prst="rect">
            <a:avLst/>
          </a:prstGeom>
          <a:noFill/>
        </p:spPr>
        <p:txBody>
          <a:bodyPr wrap="none" rtlCol="0">
            <a:spAutoFit/>
          </a:bodyPr>
          <a:lstStyle/>
          <a:p>
            <a:r>
              <a:rPr lang="en-CN" sz="1400">
                <a:solidFill>
                  <a:schemeClr val="bg2"/>
                </a:solidFill>
                <a:latin typeface="+mn-ea"/>
                <a:ea typeface="+mn-ea"/>
              </a:rPr>
              <a:t>雷达信号</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60ADD50-1C77-C6E8-25D8-58ED4E107477}"/>
                  </a:ext>
                </a:extLst>
              </p:cNvPr>
              <p:cNvSpPr txBox="1"/>
              <p:nvPr/>
            </p:nvSpPr>
            <p:spPr>
              <a:xfrm>
                <a:off x="3333296" y="5159329"/>
                <a:ext cx="1172308"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CN" i="1" smtClean="0">
                          <a:solidFill>
                            <a:schemeClr val="bg2"/>
                          </a:solidFill>
                          <a:latin typeface="Cambria Math" panose="02040503050406030204" pitchFamily="18" charset="0"/>
                        </a:rPr>
                        <m:t>D</m:t>
                      </m:r>
                      <m:r>
                        <a:rPr lang="en-US" b="0" i="1" smtClean="0">
                          <a:solidFill>
                            <a:schemeClr val="bg2"/>
                          </a:solidFill>
                          <a:latin typeface="Cambria Math" panose="02040503050406030204" pitchFamily="18" charset="0"/>
                        </a:rPr>
                        <m:t>=</m:t>
                      </m:r>
                      <m:f>
                        <m:fPr>
                          <m:ctrlPr>
                            <a:rPr lang="en-US" b="0" i="1" smtClean="0">
                              <a:solidFill>
                                <a:schemeClr val="bg2"/>
                              </a:solidFill>
                              <a:latin typeface="Cambria Math" panose="02040503050406030204" pitchFamily="18" charset="0"/>
                            </a:rPr>
                          </m:ctrlPr>
                        </m:fPr>
                        <m:num>
                          <m:r>
                            <a:rPr lang="en-US" b="0" i="1" smtClean="0">
                              <a:solidFill>
                                <a:schemeClr val="bg2"/>
                              </a:solidFill>
                              <a:latin typeface="Cambria Math" panose="02040503050406030204" pitchFamily="18" charset="0"/>
                            </a:rPr>
                            <m:t>1</m:t>
                          </m:r>
                        </m:num>
                        <m:den>
                          <m:r>
                            <a:rPr lang="en-US" b="0" i="1" smtClean="0">
                              <a:solidFill>
                                <a:schemeClr val="bg2"/>
                              </a:solidFill>
                              <a:latin typeface="Cambria Math" panose="02040503050406030204" pitchFamily="18" charset="0"/>
                            </a:rPr>
                            <m:t>2</m:t>
                          </m:r>
                        </m:den>
                      </m:f>
                      <m:r>
                        <a:rPr lang="en-US" b="0" i="1" smtClean="0">
                          <a:solidFill>
                            <a:schemeClr val="bg2"/>
                          </a:solidFill>
                          <a:latin typeface="Cambria Math" panose="02040503050406030204" pitchFamily="18" charset="0"/>
                        </a:rPr>
                        <m:t>𝑐𝑡</m:t>
                      </m:r>
                    </m:oMath>
                  </m:oMathPara>
                </a14:m>
                <a:endParaRPr lang="en-CN">
                  <a:solidFill>
                    <a:schemeClr val="bg2"/>
                  </a:solidFill>
                </a:endParaRPr>
              </a:p>
            </p:txBody>
          </p:sp>
        </mc:Choice>
        <mc:Fallback xmlns="">
          <p:sp>
            <p:nvSpPr>
              <p:cNvPr id="16" name="TextBox 15">
                <a:extLst>
                  <a:ext uri="{FF2B5EF4-FFF2-40B4-BE49-F238E27FC236}">
                    <a16:creationId xmlns:a16="http://schemas.microsoft.com/office/drawing/2014/main" id="{860ADD50-1C77-C6E8-25D8-58ED4E107477}"/>
                  </a:ext>
                </a:extLst>
              </p:cNvPr>
              <p:cNvSpPr txBox="1">
                <a:spLocks noRot="1" noChangeAspect="1" noMove="1" noResize="1" noEditPoints="1" noAdjustHandles="1" noChangeArrowheads="1" noChangeShapeType="1" noTextEdit="1"/>
              </p:cNvSpPr>
              <p:nvPr/>
            </p:nvSpPr>
            <p:spPr>
              <a:xfrm>
                <a:off x="3333296" y="5159329"/>
                <a:ext cx="1172308" cy="691471"/>
              </a:xfrm>
              <a:prstGeom prst="rect">
                <a:avLst/>
              </a:prstGeom>
              <a:blipFill>
                <a:blip r:embed="rId3"/>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6B03E32-D04A-A223-6622-ED63A47DAAFA}"/>
              </a:ext>
            </a:extLst>
          </p:cNvPr>
          <p:cNvSpPr txBox="1"/>
          <p:nvPr/>
        </p:nvSpPr>
        <p:spPr>
          <a:xfrm>
            <a:off x="424747" y="6037248"/>
            <a:ext cx="8101736" cy="400110"/>
          </a:xfrm>
          <a:prstGeom prst="rect">
            <a:avLst/>
          </a:prstGeom>
          <a:noFill/>
        </p:spPr>
        <p:txBody>
          <a:bodyPr wrap="square" rtlCol="0">
            <a:spAutoFit/>
          </a:bodyPr>
          <a:lstStyle/>
          <a:p>
            <a:r>
              <a:rPr lang="en-CN" sz="2000">
                <a:solidFill>
                  <a:schemeClr val="bg2"/>
                </a:solidFill>
                <a:latin typeface="+mn-ea"/>
                <a:ea typeface="+mn-ea"/>
              </a:rPr>
              <a:t>其中D为距离</a:t>
            </a:r>
            <a:r>
              <a:rPr lang="zh-CN" altLang="en-US" sz="2000">
                <a:solidFill>
                  <a:schemeClr val="bg2"/>
                </a:solidFill>
                <a:latin typeface="+mn-ea"/>
                <a:ea typeface="+mn-ea"/>
              </a:rPr>
              <a:t>，</a:t>
            </a:r>
            <a:r>
              <a:rPr lang="en-US" altLang="zh-CN" sz="2000">
                <a:solidFill>
                  <a:schemeClr val="bg2"/>
                </a:solidFill>
                <a:latin typeface="+mn-ea"/>
                <a:ea typeface="+mn-ea"/>
              </a:rPr>
              <a:t>c</a:t>
            </a:r>
            <a:r>
              <a:rPr lang="zh-CN" altLang="en-US" sz="2000">
                <a:solidFill>
                  <a:schemeClr val="bg2"/>
                </a:solidFill>
                <a:latin typeface="+mn-ea"/>
                <a:ea typeface="+mn-ea"/>
              </a:rPr>
              <a:t>为光速，</a:t>
            </a:r>
            <a:r>
              <a:rPr lang="en-US" altLang="zh-CN" sz="2000">
                <a:solidFill>
                  <a:schemeClr val="bg2"/>
                </a:solidFill>
                <a:latin typeface="+mn-ea"/>
                <a:ea typeface="+mn-ea"/>
              </a:rPr>
              <a:t>t</a:t>
            </a:r>
            <a:r>
              <a:rPr lang="zh-CN" altLang="en-US" sz="2000">
                <a:solidFill>
                  <a:schemeClr val="bg2"/>
                </a:solidFill>
                <a:latin typeface="+mn-ea"/>
                <a:ea typeface="+mn-ea"/>
              </a:rPr>
              <a:t>为信号发射至信号接收的时间。</a:t>
            </a:r>
            <a:endParaRPr lang="en-CN" sz="2000">
              <a:solidFill>
                <a:schemeClr val="bg2"/>
              </a:solidFill>
              <a:latin typeface="+mn-ea"/>
              <a:ea typeface="+mn-ea"/>
            </a:endParaRPr>
          </a:p>
        </p:txBody>
      </p:sp>
    </p:spTree>
    <p:extLst>
      <p:ext uri="{BB962C8B-B14F-4D97-AF65-F5344CB8AC3E}">
        <p14:creationId xmlns:p14="http://schemas.microsoft.com/office/powerpoint/2010/main" val="185891300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一、雷达测高基本原理</a:t>
            </a:r>
            <a:endParaRPr lang="zh-CN" altLang="en-US"/>
          </a:p>
        </p:txBody>
      </p:sp>
      <p:sp>
        <p:nvSpPr>
          <p:cNvPr id="4" name="TextBox 3">
            <a:extLst>
              <a:ext uri="{FF2B5EF4-FFF2-40B4-BE49-F238E27FC236}">
                <a16:creationId xmlns:a16="http://schemas.microsoft.com/office/drawing/2014/main" id="{814FF4E1-B17F-D4F8-E834-173BA3B0D059}"/>
              </a:ext>
            </a:extLst>
          </p:cNvPr>
          <p:cNvSpPr txBox="1"/>
          <p:nvPr/>
        </p:nvSpPr>
        <p:spPr>
          <a:xfrm>
            <a:off x="577677" y="913572"/>
            <a:ext cx="7948806" cy="662489"/>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雷达波段</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10943A92-9E22-44EA-2939-C64F8E264329}"/>
              </a:ext>
            </a:extLst>
          </p:cNvPr>
          <p:cNvSpPr txBox="1"/>
          <p:nvPr/>
        </p:nvSpPr>
        <p:spPr>
          <a:xfrm>
            <a:off x="424747" y="1576061"/>
            <a:ext cx="7948806" cy="961225"/>
          </a:xfrm>
          <a:prstGeom prst="rect">
            <a:avLst/>
          </a:prstGeom>
          <a:noFill/>
        </p:spPr>
        <p:txBody>
          <a:bodyPr wrap="square">
            <a:spAutoFit/>
          </a:bodyPr>
          <a:lstStyle/>
          <a:p>
            <a:pPr algn="just">
              <a:lnSpc>
                <a:spcPct val="150000"/>
              </a:lnSpc>
            </a:pPr>
            <a:r>
              <a:rPr lang="zh-CN" altLang="en-US" sz="2000" dirty="0">
                <a:solidFill>
                  <a:srgbClr val="333333"/>
                </a:solidFill>
                <a:latin typeface="+mn-ea"/>
                <a:ea typeface="+mn-ea"/>
              </a:rPr>
              <a:t>雷达发射电波的频率范围。大多数雷达工作在超短波及微波波段，其波长范围为</a:t>
            </a:r>
            <a:r>
              <a:rPr lang="en-US" altLang="zh-CN" sz="2000" dirty="0">
                <a:solidFill>
                  <a:srgbClr val="333333"/>
                </a:solidFill>
                <a:latin typeface="+mn-ea"/>
                <a:ea typeface="+mn-ea"/>
              </a:rPr>
              <a:t>1mm~10m</a:t>
            </a:r>
            <a:r>
              <a:rPr lang="zh-CN" altLang="en-US" sz="2000" dirty="0">
                <a:solidFill>
                  <a:srgbClr val="333333"/>
                </a:solidFill>
                <a:latin typeface="+mn-ea"/>
                <a:ea typeface="+mn-ea"/>
              </a:rPr>
              <a:t>。</a:t>
            </a:r>
            <a:endParaRPr lang="en-US" altLang="zh-CN" sz="2000" dirty="0">
              <a:solidFill>
                <a:srgbClr val="333333"/>
              </a:solidFill>
              <a:latin typeface="+mn-ea"/>
              <a:ea typeface="+mn-ea"/>
            </a:endParaRPr>
          </a:p>
        </p:txBody>
      </p:sp>
      <p:pic>
        <p:nvPicPr>
          <p:cNvPr id="11" name="Picture 10">
            <a:extLst>
              <a:ext uri="{FF2B5EF4-FFF2-40B4-BE49-F238E27FC236}">
                <a16:creationId xmlns:a16="http://schemas.microsoft.com/office/drawing/2014/main" id="{7E34C778-F2EE-FE65-5801-C4B29518F087}"/>
              </a:ext>
            </a:extLst>
          </p:cNvPr>
          <p:cNvPicPr>
            <a:picLocks noChangeAspect="1"/>
          </p:cNvPicPr>
          <p:nvPr/>
        </p:nvPicPr>
        <p:blipFill>
          <a:blip r:embed="rId3"/>
          <a:stretch>
            <a:fillRect/>
          </a:stretch>
        </p:blipFill>
        <p:spPr>
          <a:xfrm>
            <a:off x="1773905" y="2645201"/>
            <a:ext cx="5072430" cy="3853365"/>
          </a:xfrm>
          <a:prstGeom prst="rect">
            <a:avLst/>
          </a:prstGeom>
        </p:spPr>
      </p:pic>
      <p:cxnSp>
        <p:nvCxnSpPr>
          <p:cNvPr id="5" name="直接箭头连接符 4">
            <a:extLst>
              <a:ext uri="{FF2B5EF4-FFF2-40B4-BE49-F238E27FC236}">
                <a16:creationId xmlns:a16="http://schemas.microsoft.com/office/drawing/2014/main" id="{FCE18F1E-B0EA-78D6-4558-74FD2CB857BB}"/>
              </a:ext>
            </a:extLst>
          </p:cNvPr>
          <p:cNvCxnSpPr>
            <a:cxnSpLocks/>
          </p:cNvCxnSpPr>
          <p:nvPr/>
        </p:nvCxnSpPr>
        <p:spPr bwMode="auto">
          <a:xfrm flipH="1">
            <a:off x="577677" y="3690308"/>
            <a:ext cx="1308704" cy="0"/>
          </a:xfrm>
          <a:prstGeom prst="straightConnector1">
            <a:avLst/>
          </a:prstGeom>
          <a:ln w="19050">
            <a:headEnd type="none" w="med" len="med"/>
            <a:tailEnd type="triangle"/>
          </a:ln>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1CC5FC55-5F26-E261-40D7-C8902CC29D21}"/>
              </a:ext>
            </a:extLst>
          </p:cNvPr>
          <p:cNvSpPr txBox="1"/>
          <p:nvPr/>
        </p:nvSpPr>
        <p:spPr>
          <a:xfrm>
            <a:off x="313703" y="3401666"/>
            <a:ext cx="516323" cy="253916"/>
          </a:xfrm>
          <a:prstGeom prst="rect">
            <a:avLst/>
          </a:prstGeom>
          <a:noFill/>
        </p:spPr>
        <p:txBody>
          <a:bodyPr wrap="square">
            <a:spAutoFit/>
          </a:bodyPr>
          <a:lstStyle/>
          <a:p>
            <a:r>
              <a:rPr lang="en-US" altLang="zh-CN" sz="1050" dirty="0">
                <a:solidFill>
                  <a:srgbClr val="333333"/>
                </a:solidFill>
                <a:latin typeface="+mn-ea"/>
                <a:ea typeface="+mn-ea"/>
              </a:rPr>
              <a:t>10m</a:t>
            </a:r>
            <a:endParaRPr lang="zh-CN" altLang="en-US" sz="1050" dirty="0"/>
          </a:p>
        </p:txBody>
      </p:sp>
      <p:sp>
        <p:nvSpPr>
          <p:cNvPr id="12" name="矩形 11">
            <a:extLst>
              <a:ext uri="{FF2B5EF4-FFF2-40B4-BE49-F238E27FC236}">
                <a16:creationId xmlns:a16="http://schemas.microsoft.com/office/drawing/2014/main" id="{63FD5CBB-9487-E4CD-5A69-D91FAB3C7D86}"/>
              </a:ext>
            </a:extLst>
          </p:cNvPr>
          <p:cNvSpPr/>
          <p:nvPr/>
        </p:nvSpPr>
        <p:spPr>
          <a:xfrm>
            <a:off x="424747" y="3874770"/>
            <a:ext cx="1451610" cy="643890"/>
          </a:xfrm>
          <a:prstGeom prst="rect">
            <a:avLst/>
          </a:prstGeom>
          <a:ln>
            <a:prstDash val="sysDash"/>
          </a:ln>
        </p:spPr>
        <p:style>
          <a:lnRef idx="2">
            <a:schemeClr val="dk1"/>
          </a:lnRef>
          <a:fillRef idx="1">
            <a:schemeClr val="lt1"/>
          </a:fillRef>
          <a:effectRef idx="0">
            <a:schemeClr val="dk1"/>
          </a:effectRef>
          <a:fontRef idx="minor">
            <a:schemeClr val="dk1"/>
          </a:fontRef>
        </p:style>
        <p:txBody>
          <a:bodyPr wrap="square" lIns="0" rtlCol="0" anchor="ctr">
            <a:noAutofit/>
          </a:bodyPr>
          <a:lstStyle/>
          <a:p>
            <a:r>
              <a:rPr lang="zh-CN" altLang="en-US" b="1" dirty="0">
                <a:solidFill>
                  <a:schemeClr val="bg2"/>
                </a:solidFill>
                <a:latin typeface="微软雅黑" pitchFamily="34" charset="-122"/>
                <a:ea typeface="微软雅黑" pitchFamily="34" charset="-122"/>
              </a:rPr>
              <a:t>雷达波段</a:t>
            </a:r>
          </a:p>
        </p:txBody>
      </p:sp>
    </p:spTree>
    <p:extLst>
      <p:ext uri="{BB962C8B-B14F-4D97-AF65-F5344CB8AC3E}">
        <p14:creationId xmlns:p14="http://schemas.microsoft.com/office/powerpoint/2010/main" val="18375840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一、雷达测高基本原理</a:t>
            </a:r>
            <a:endParaRPr lang="zh-CN" altLang="en-US"/>
          </a:p>
        </p:txBody>
      </p:sp>
      <p:sp>
        <p:nvSpPr>
          <p:cNvPr id="4" name="TextBox 3">
            <a:extLst>
              <a:ext uri="{FF2B5EF4-FFF2-40B4-BE49-F238E27FC236}">
                <a16:creationId xmlns:a16="http://schemas.microsoft.com/office/drawing/2014/main" id="{814FF4E1-B17F-D4F8-E834-173BA3B0D059}"/>
              </a:ext>
            </a:extLst>
          </p:cNvPr>
          <p:cNvSpPr txBox="1"/>
          <p:nvPr/>
        </p:nvSpPr>
        <p:spPr>
          <a:xfrm>
            <a:off x="404362" y="913572"/>
            <a:ext cx="8314891" cy="662489"/>
          </a:xfrm>
          <a:prstGeom prst="rect">
            <a:avLst/>
          </a:prstGeom>
          <a:noFill/>
        </p:spPr>
        <p:txBody>
          <a:bodyPr wrap="square" rtlCol="0">
            <a:spAutoFit/>
          </a:bodyPr>
          <a:lstStyle/>
          <a:p>
            <a:pPr algn="just">
              <a:lnSpc>
                <a:spcPct val="150000"/>
              </a:lnSpc>
            </a:pPr>
            <a:r>
              <a:rPr lang="zh-CN" altLang="en-US" sz="2800" b="1">
                <a:solidFill>
                  <a:srgbClr val="333333"/>
                </a:solidFill>
                <a:latin typeface="+mn-ea"/>
                <a:ea typeface="+mn-ea"/>
              </a:rPr>
              <a:t>卫星测高雷达波段选择</a:t>
            </a:r>
            <a:endParaRPr lang="en-US" altLang="zh-CN" sz="2800" b="1">
              <a:solidFill>
                <a:srgbClr val="333333"/>
              </a:solidFill>
              <a:latin typeface="+mn-ea"/>
              <a:ea typeface="+mn-ea"/>
            </a:endParaRPr>
          </a:p>
        </p:txBody>
      </p:sp>
      <p:sp>
        <p:nvSpPr>
          <p:cNvPr id="2" name="TextBox 1">
            <a:extLst>
              <a:ext uri="{FF2B5EF4-FFF2-40B4-BE49-F238E27FC236}">
                <a16:creationId xmlns:a16="http://schemas.microsoft.com/office/drawing/2014/main" id="{6A94AD06-F937-6018-5563-05AC727E1623}"/>
              </a:ext>
            </a:extLst>
          </p:cNvPr>
          <p:cNvSpPr txBox="1"/>
          <p:nvPr/>
        </p:nvSpPr>
        <p:spPr>
          <a:xfrm>
            <a:off x="501021" y="1688945"/>
            <a:ext cx="8011328" cy="4616135"/>
          </a:xfrm>
          <a:prstGeom prst="rect">
            <a:avLst/>
          </a:prstGeom>
          <a:noFill/>
        </p:spPr>
        <p:txBody>
          <a:bodyPr wrap="square" rtlCol="0">
            <a:spAutoFit/>
          </a:bodyPr>
          <a:lstStyle/>
          <a:p>
            <a:pPr marL="457200" indent="-457200" algn="just">
              <a:lnSpc>
                <a:spcPct val="200000"/>
              </a:lnSpc>
              <a:buAutoNum type="arabicPeriod"/>
            </a:pPr>
            <a:r>
              <a:rPr lang="zh-CN" altLang="en-US" sz="2000" dirty="0">
                <a:solidFill>
                  <a:schemeClr val="bg2"/>
                </a:solidFill>
                <a:latin typeface="+mn-ea"/>
                <a:ea typeface="+mn-ea"/>
              </a:rPr>
              <a:t>受到国际有关机构的管理，使用频段有限。卫星的任务目的不同，使得频率不同。</a:t>
            </a:r>
            <a:endParaRPr lang="en-US" altLang="zh-CN" sz="2000" dirty="0">
              <a:solidFill>
                <a:schemeClr val="bg2"/>
              </a:solidFill>
              <a:latin typeface="+mn-ea"/>
              <a:ea typeface="+mn-ea"/>
            </a:endParaRPr>
          </a:p>
          <a:p>
            <a:pPr marL="457200" indent="-457200" algn="just">
              <a:lnSpc>
                <a:spcPct val="200000"/>
              </a:lnSpc>
              <a:buAutoNum type="arabicPeriod"/>
            </a:pPr>
            <a:r>
              <a:rPr lang="zh-CN" altLang="en-US" sz="2000" dirty="0">
                <a:solidFill>
                  <a:schemeClr val="bg2"/>
                </a:solidFill>
                <a:latin typeface="+mn-ea"/>
                <a:ea typeface="+mn-ea"/>
              </a:rPr>
              <a:t>与天线尺寸、信号在陆地足迹有关。信号在水面上的足迹大小正比于电磁波的波长，反比于天线的大小。当满足较小陆地足迹需求，卫星测高的可用频率非常有限。</a:t>
            </a:r>
            <a:endParaRPr lang="en-US" altLang="zh-CN" sz="2000" dirty="0">
              <a:solidFill>
                <a:schemeClr val="bg2"/>
              </a:solidFill>
              <a:latin typeface="+mn-ea"/>
              <a:ea typeface="+mn-ea"/>
            </a:endParaRPr>
          </a:p>
          <a:p>
            <a:pPr marL="457200" indent="-457200" algn="just">
              <a:lnSpc>
                <a:spcPct val="200000"/>
              </a:lnSpc>
              <a:buAutoNum type="arabicPeriod"/>
            </a:pPr>
            <a:r>
              <a:rPr lang="zh-CN" altLang="en-US" sz="2000" dirty="0">
                <a:solidFill>
                  <a:schemeClr val="bg2"/>
                </a:solidFill>
                <a:latin typeface="+mn-ea"/>
                <a:ea typeface="+mn-ea"/>
              </a:rPr>
              <a:t>水面辐射与反射特性影响。应避免选取海面电磁辐射较强波段，而应选取海面具有较高反射特性频段。</a:t>
            </a:r>
            <a:endParaRPr lang="en-US" altLang="zh-CN" sz="2000" dirty="0">
              <a:solidFill>
                <a:schemeClr val="bg2"/>
              </a:solidFill>
              <a:latin typeface="+mn-ea"/>
              <a:ea typeface="+mn-ea"/>
            </a:endParaRPr>
          </a:p>
        </p:txBody>
      </p:sp>
    </p:spTree>
    <p:extLst>
      <p:ext uri="{BB962C8B-B14F-4D97-AF65-F5344CB8AC3E}">
        <p14:creationId xmlns:p14="http://schemas.microsoft.com/office/powerpoint/2010/main" val="385407284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一、雷达测距原理</a:t>
            </a:r>
            <a:endParaRPr lang="zh-CN" altLang="en-US"/>
          </a:p>
        </p:txBody>
      </p:sp>
      <p:sp>
        <p:nvSpPr>
          <p:cNvPr id="4" name="TextBox 3">
            <a:extLst>
              <a:ext uri="{FF2B5EF4-FFF2-40B4-BE49-F238E27FC236}">
                <a16:creationId xmlns:a16="http://schemas.microsoft.com/office/drawing/2014/main" id="{814FF4E1-B17F-D4F8-E834-173BA3B0D059}"/>
              </a:ext>
            </a:extLst>
          </p:cNvPr>
          <p:cNvSpPr txBox="1"/>
          <p:nvPr/>
        </p:nvSpPr>
        <p:spPr>
          <a:xfrm>
            <a:off x="404362" y="913572"/>
            <a:ext cx="8314891" cy="662489"/>
          </a:xfrm>
          <a:prstGeom prst="rect">
            <a:avLst/>
          </a:prstGeom>
          <a:noFill/>
        </p:spPr>
        <p:txBody>
          <a:bodyPr wrap="square" rtlCol="0">
            <a:spAutoFit/>
          </a:bodyPr>
          <a:lstStyle/>
          <a:p>
            <a:pPr algn="just">
              <a:lnSpc>
                <a:spcPct val="150000"/>
              </a:lnSpc>
            </a:pPr>
            <a:r>
              <a:rPr lang="zh-CN" altLang="en-US" sz="2800" b="1">
                <a:solidFill>
                  <a:srgbClr val="333333"/>
                </a:solidFill>
                <a:latin typeface="+mn-ea"/>
                <a:ea typeface="+mn-ea"/>
              </a:rPr>
              <a:t>卫星测高雷达波段选择</a:t>
            </a:r>
            <a:endParaRPr lang="en-US" altLang="zh-CN" sz="2800" b="1">
              <a:solidFill>
                <a:srgbClr val="333333"/>
              </a:solidFill>
              <a:latin typeface="+mn-ea"/>
              <a:ea typeface="+mn-ea"/>
            </a:endParaRPr>
          </a:p>
        </p:txBody>
      </p:sp>
      <p:sp>
        <p:nvSpPr>
          <p:cNvPr id="5" name="TextBox 4">
            <a:extLst>
              <a:ext uri="{FF2B5EF4-FFF2-40B4-BE49-F238E27FC236}">
                <a16:creationId xmlns:a16="http://schemas.microsoft.com/office/drawing/2014/main" id="{D597880C-0CA1-4FA3-64B2-B167FB9B9B7E}"/>
              </a:ext>
            </a:extLst>
          </p:cNvPr>
          <p:cNvSpPr txBox="1"/>
          <p:nvPr/>
        </p:nvSpPr>
        <p:spPr>
          <a:xfrm>
            <a:off x="495251" y="1631185"/>
            <a:ext cx="8314891" cy="5155257"/>
          </a:xfrm>
          <a:prstGeom prst="rect">
            <a:avLst/>
          </a:prstGeom>
          <a:noFill/>
        </p:spPr>
        <p:txBody>
          <a:bodyPr wrap="square" rtlCol="0">
            <a:spAutoFit/>
          </a:bodyPr>
          <a:lstStyle/>
          <a:p>
            <a:pPr algn="just"/>
            <a:r>
              <a:rPr lang="en-CN" b="1" dirty="0">
                <a:solidFill>
                  <a:schemeClr val="bg2"/>
                </a:solidFill>
                <a:latin typeface="+mn-ea"/>
                <a:ea typeface="+mn-ea"/>
              </a:rPr>
              <a:t>Ku波段</a:t>
            </a:r>
            <a:r>
              <a:rPr lang="zh-CN" altLang="en-US" b="1" dirty="0">
                <a:solidFill>
                  <a:schemeClr val="bg2"/>
                </a:solidFill>
                <a:latin typeface="+mn-ea"/>
                <a:ea typeface="+mn-ea"/>
              </a:rPr>
              <a:t>（</a:t>
            </a:r>
            <a:r>
              <a:rPr lang="en-US" altLang="zh-CN" b="1" dirty="0">
                <a:solidFill>
                  <a:schemeClr val="bg2"/>
                </a:solidFill>
                <a:latin typeface="+mn-ea"/>
                <a:ea typeface="+mn-ea"/>
              </a:rPr>
              <a:t>13.6GHz</a:t>
            </a:r>
            <a:r>
              <a:rPr lang="zh-CN" altLang="en-US" b="1" dirty="0">
                <a:solidFill>
                  <a:schemeClr val="bg2"/>
                </a:solidFill>
                <a:latin typeface="+mn-ea"/>
                <a:ea typeface="+mn-ea"/>
              </a:rPr>
              <a:t>）</a:t>
            </a:r>
            <a:r>
              <a:rPr lang="en-US" altLang="zh-CN" b="1" dirty="0">
                <a:solidFill>
                  <a:schemeClr val="bg2"/>
                </a:solidFill>
                <a:latin typeface="+mn-ea"/>
                <a:ea typeface="+mn-ea"/>
              </a:rPr>
              <a:t>:</a:t>
            </a:r>
          </a:p>
          <a:p>
            <a:pPr algn="just"/>
            <a:r>
              <a:rPr lang="en-US" sz="2000" dirty="0" err="1">
                <a:solidFill>
                  <a:schemeClr val="bg2"/>
                </a:solidFill>
                <a:latin typeface="+mn-ea"/>
                <a:ea typeface="+mn-ea"/>
              </a:rPr>
              <a:t>目前卫星测高使用最多的频段</a:t>
            </a:r>
            <a:r>
              <a:rPr lang="zh-CN" altLang="en-US" sz="2000" dirty="0">
                <a:solidFill>
                  <a:schemeClr val="bg2"/>
                </a:solidFill>
                <a:latin typeface="+mn-ea"/>
                <a:ea typeface="+mn-ea"/>
              </a:rPr>
              <a:t>，</a:t>
            </a:r>
            <a:r>
              <a:rPr lang="en-US" altLang="zh-CN" sz="2000" dirty="0">
                <a:solidFill>
                  <a:schemeClr val="bg2"/>
                </a:solidFill>
                <a:latin typeface="+mn-ea"/>
                <a:ea typeface="+mn-ea"/>
              </a:rPr>
              <a:t>T/P</a:t>
            </a:r>
            <a:r>
              <a:rPr lang="zh-CN" altLang="en-US" sz="2000" dirty="0">
                <a:solidFill>
                  <a:schemeClr val="bg2"/>
                </a:solidFill>
                <a:latin typeface="+mn-ea"/>
                <a:ea typeface="+mn-ea"/>
              </a:rPr>
              <a:t>、</a:t>
            </a:r>
            <a:r>
              <a:rPr lang="en-US" altLang="zh-CN" sz="2000" dirty="0">
                <a:solidFill>
                  <a:schemeClr val="bg2"/>
                </a:solidFill>
                <a:latin typeface="+mn-ea"/>
                <a:ea typeface="+mn-ea"/>
              </a:rPr>
              <a:t>Jason-1</a:t>
            </a:r>
            <a:r>
              <a:rPr lang="zh-CN" altLang="en-US" sz="2000" dirty="0">
                <a:solidFill>
                  <a:schemeClr val="bg2"/>
                </a:solidFill>
                <a:latin typeface="+mn-ea"/>
                <a:ea typeface="+mn-ea"/>
              </a:rPr>
              <a:t>、</a:t>
            </a:r>
            <a:r>
              <a:rPr lang="en-US" altLang="zh-CN" sz="2000" dirty="0">
                <a:solidFill>
                  <a:schemeClr val="bg2"/>
                </a:solidFill>
                <a:latin typeface="+mn-ea"/>
                <a:ea typeface="+mn-ea"/>
              </a:rPr>
              <a:t>Envisat-1</a:t>
            </a:r>
            <a:r>
              <a:rPr lang="zh-CN" altLang="en-US" sz="2000" dirty="0">
                <a:solidFill>
                  <a:schemeClr val="bg2"/>
                </a:solidFill>
                <a:latin typeface="+mn-ea"/>
                <a:ea typeface="+mn-ea"/>
              </a:rPr>
              <a:t>等卫星高度计均使用了</a:t>
            </a:r>
            <a:r>
              <a:rPr lang="en-US" altLang="zh-CN" sz="2000" dirty="0">
                <a:solidFill>
                  <a:schemeClr val="bg2"/>
                </a:solidFill>
                <a:latin typeface="+mn-ea"/>
                <a:ea typeface="+mn-ea"/>
              </a:rPr>
              <a:t>Ku</a:t>
            </a:r>
            <a:r>
              <a:rPr lang="zh-CN" altLang="en-US" sz="2000" dirty="0">
                <a:solidFill>
                  <a:schemeClr val="bg2"/>
                </a:solidFill>
                <a:latin typeface="+mn-ea"/>
                <a:ea typeface="+mn-ea"/>
              </a:rPr>
              <a:t>波段。该波段在发射功率上技术可行，同时符合国际管理规定。</a:t>
            </a:r>
            <a:endParaRPr lang="en-US" altLang="zh-CN" sz="2000" dirty="0">
              <a:solidFill>
                <a:schemeClr val="bg2"/>
              </a:solidFill>
              <a:latin typeface="+mn-ea"/>
              <a:ea typeface="+mn-ea"/>
            </a:endParaRPr>
          </a:p>
          <a:p>
            <a:pPr algn="just"/>
            <a:r>
              <a:rPr lang="en-US" b="1" dirty="0" err="1">
                <a:solidFill>
                  <a:schemeClr val="bg2"/>
                </a:solidFill>
                <a:latin typeface="+mn-ea"/>
                <a:ea typeface="+mn-ea"/>
              </a:rPr>
              <a:t>C波段</a:t>
            </a:r>
            <a:r>
              <a:rPr lang="zh-CN" altLang="en-US" b="1" dirty="0">
                <a:solidFill>
                  <a:schemeClr val="bg2"/>
                </a:solidFill>
                <a:latin typeface="+mn-ea"/>
                <a:ea typeface="+mn-ea"/>
              </a:rPr>
              <a:t>（</a:t>
            </a:r>
            <a:r>
              <a:rPr lang="en-US" altLang="zh-CN" b="1" dirty="0">
                <a:solidFill>
                  <a:schemeClr val="bg2"/>
                </a:solidFill>
                <a:latin typeface="+mn-ea"/>
                <a:ea typeface="+mn-ea"/>
              </a:rPr>
              <a:t>5.3GHz</a:t>
            </a:r>
            <a:r>
              <a:rPr lang="zh-CN" altLang="en-US" b="1" dirty="0">
                <a:solidFill>
                  <a:schemeClr val="bg2"/>
                </a:solidFill>
                <a:latin typeface="+mn-ea"/>
                <a:ea typeface="+mn-ea"/>
              </a:rPr>
              <a:t>）：</a:t>
            </a:r>
            <a:endParaRPr lang="en-US" altLang="zh-CN" b="1" dirty="0">
              <a:solidFill>
                <a:schemeClr val="bg2"/>
              </a:solidFill>
              <a:latin typeface="+mn-ea"/>
              <a:ea typeface="+mn-ea"/>
            </a:endParaRPr>
          </a:p>
          <a:p>
            <a:pPr algn="just"/>
            <a:r>
              <a:rPr lang="zh-CN" altLang="en-US" sz="2000" dirty="0">
                <a:solidFill>
                  <a:schemeClr val="bg2"/>
                </a:solidFill>
                <a:latin typeface="+mn-ea"/>
                <a:ea typeface="+mn-ea"/>
              </a:rPr>
              <a:t>通常认为</a:t>
            </a:r>
            <a:r>
              <a:rPr lang="en-US" altLang="zh-CN" sz="2000" dirty="0">
                <a:solidFill>
                  <a:schemeClr val="bg2"/>
                </a:solidFill>
                <a:latin typeface="+mn-ea"/>
                <a:ea typeface="+mn-ea"/>
              </a:rPr>
              <a:t>C</a:t>
            </a:r>
            <a:r>
              <a:rPr lang="zh-CN" altLang="en-US" sz="2000" dirty="0">
                <a:solidFill>
                  <a:schemeClr val="bg2"/>
                </a:solidFill>
                <a:latin typeface="+mn-ea"/>
                <a:ea typeface="+mn-ea"/>
              </a:rPr>
              <a:t>波段对电离层扰动的敏感度高于</a:t>
            </a:r>
            <a:r>
              <a:rPr lang="en-US" altLang="zh-CN" sz="2000" dirty="0">
                <a:solidFill>
                  <a:schemeClr val="bg2"/>
                </a:solidFill>
                <a:latin typeface="+mn-ea"/>
                <a:ea typeface="+mn-ea"/>
              </a:rPr>
              <a:t>Ku</a:t>
            </a:r>
            <a:r>
              <a:rPr lang="zh-CN" altLang="en-US" sz="2000" dirty="0">
                <a:solidFill>
                  <a:schemeClr val="bg2"/>
                </a:solidFill>
                <a:latin typeface="+mn-ea"/>
                <a:ea typeface="+mn-ea"/>
              </a:rPr>
              <a:t>波段，但对大气液态水的灵敏度弱。使用</a:t>
            </a:r>
            <a:r>
              <a:rPr lang="en-US" altLang="zh-CN" sz="2000" dirty="0">
                <a:solidFill>
                  <a:schemeClr val="bg2"/>
                </a:solidFill>
                <a:latin typeface="+mn-ea"/>
                <a:ea typeface="+mn-ea"/>
              </a:rPr>
              <a:t>C</a:t>
            </a:r>
            <a:r>
              <a:rPr lang="zh-CN" altLang="en-US" sz="2000" dirty="0">
                <a:solidFill>
                  <a:schemeClr val="bg2"/>
                </a:solidFill>
                <a:latin typeface="+mn-ea"/>
                <a:ea typeface="+mn-ea"/>
              </a:rPr>
              <a:t>波段的主要作用是与</a:t>
            </a:r>
            <a:r>
              <a:rPr lang="en-US" altLang="zh-CN" sz="2000" dirty="0">
                <a:solidFill>
                  <a:schemeClr val="bg2"/>
                </a:solidFill>
                <a:latin typeface="+mn-ea"/>
                <a:ea typeface="+mn-ea"/>
              </a:rPr>
              <a:t>Ku</a:t>
            </a:r>
            <a:r>
              <a:rPr lang="zh-CN" altLang="en-US" sz="2000" dirty="0">
                <a:solidFill>
                  <a:schemeClr val="bg2"/>
                </a:solidFill>
                <a:latin typeface="+mn-ea"/>
                <a:ea typeface="+mn-ea"/>
              </a:rPr>
              <a:t>波段观测值联合，用来改正电离层的延迟。</a:t>
            </a:r>
            <a:endParaRPr lang="en-US" sz="2000" dirty="0">
              <a:solidFill>
                <a:schemeClr val="bg2"/>
              </a:solidFill>
              <a:latin typeface="+mn-ea"/>
              <a:ea typeface="+mn-ea"/>
            </a:endParaRPr>
          </a:p>
          <a:p>
            <a:pPr algn="just"/>
            <a:r>
              <a:rPr lang="en-CN" b="1" dirty="0">
                <a:solidFill>
                  <a:schemeClr val="bg2"/>
                </a:solidFill>
                <a:latin typeface="+mn-ea"/>
                <a:ea typeface="+mn-ea"/>
              </a:rPr>
              <a:t>S波段</a:t>
            </a:r>
            <a:r>
              <a:rPr lang="zh-CN" altLang="en-US" b="1" dirty="0">
                <a:solidFill>
                  <a:schemeClr val="bg2"/>
                </a:solidFill>
                <a:latin typeface="+mn-ea"/>
                <a:ea typeface="+mn-ea"/>
              </a:rPr>
              <a:t>（</a:t>
            </a:r>
            <a:r>
              <a:rPr lang="en-US" altLang="zh-CN" b="1" dirty="0">
                <a:solidFill>
                  <a:schemeClr val="bg2"/>
                </a:solidFill>
                <a:latin typeface="+mn-ea"/>
                <a:ea typeface="+mn-ea"/>
              </a:rPr>
              <a:t>3.2GHz</a:t>
            </a:r>
            <a:r>
              <a:rPr lang="zh-CN" altLang="en-US" b="1" dirty="0">
                <a:solidFill>
                  <a:schemeClr val="bg2"/>
                </a:solidFill>
                <a:latin typeface="+mn-ea"/>
                <a:ea typeface="+mn-ea"/>
              </a:rPr>
              <a:t>）：</a:t>
            </a:r>
            <a:endParaRPr lang="en-US" altLang="zh-CN" b="1" dirty="0">
              <a:solidFill>
                <a:schemeClr val="bg2"/>
              </a:solidFill>
              <a:latin typeface="+mn-ea"/>
              <a:ea typeface="+mn-ea"/>
            </a:endParaRPr>
          </a:p>
          <a:p>
            <a:pPr algn="just"/>
            <a:r>
              <a:rPr lang="zh-CN" altLang="en-US" sz="2000" dirty="0">
                <a:solidFill>
                  <a:schemeClr val="bg2"/>
                </a:solidFill>
                <a:latin typeface="+mn-ea"/>
                <a:ea typeface="+mn-ea"/>
              </a:rPr>
              <a:t>与</a:t>
            </a:r>
            <a:r>
              <a:rPr lang="en-US" altLang="zh-CN" sz="2000" dirty="0">
                <a:solidFill>
                  <a:schemeClr val="bg2"/>
                </a:solidFill>
                <a:latin typeface="+mn-ea"/>
                <a:ea typeface="+mn-ea"/>
              </a:rPr>
              <a:t>C</a:t>
            </a:r>
            <a:r>
              <a:rPr lang="zh-CN" altLang="en-US" sz="2000" dirty="0">
                <a:solidFill>
                  <a:schemeClr val="bg2"/>
                </a:solidFill>
                <a:latin typeface="+mn-ea"/>
                <a:ea typeface="+mn-ea"/>
              </a:rPr>
              <a:t>波段类似，</a:t>
            </a:r>
            <a:r>
              <a:rPr lang="en-US" altLang="zh-CN" sz="2000" dirty="0">
                <a:solidFill>
                  <a:schemeClr val="bg2"/>
                </a:solidFill>
                <a:latin typeface="+mn-ea"/>
                <a:ea typeface="+mn-ea"/>
              </a:rPr>
              <a:t>S</a:t>
            </a:r>
            <a:r>
              <a:rPr lang="zh-CN" altLang="en-US" sz="2000" dirty="0">
                <a:solidFill>
                  <a:schemeClr val="bg2"/>
                </a:solidFill>
                <a:latin typeface="+mn-ea"/>
                <a:ea typeface="+mn-ea"/>
              </a:rPr>
              <a:t>波段也经常与</a:t>
            </a:r>
            <a:r>
              <a:rPr lang="en-US" altLang="zh-CN" sz="2000" dirty="0">
                <a:solidFill>
                  <a:schemeClr val="bg2"/>
                </a:solidFill>
                <a:latin typeface="+mn-ea"/>
                <a:ea typeface="+mn-ea"/>
              </a:rPr>
              <a:t>Ku</a:t>
            </a:r>
            <a:r>
              <a:rPr lang="zh-CN" altLang="en-US" sz="2000" dirty="0">
                <a:solidFill>
                  <a:schemeClr val="bg2"/>
                </a:solidFill>
                <a:latin typeface="+mn-ea"/>
                <a:ea typeface="+mn-ea"/>
              </a:rPr>
              <a:t>波段联合使用。</a:t>
            </a:r>
            <a:endParaRPr lang="en-US" altLang="zh-CN" sz="2000" dirty="0">
              <a:solidFill>
                <a:schemeClr val="bg2"/>
              </a:solidFill>
              <a:latin typeface="+mn-ea"/>
              <a:ea typeface="+mn-ea"/>
            </a:endParaRPr>
          </a:p>
          <a:p>
            <a:pPr algn="just"/>
            <a:r>
              <a:rPr lang="zh-CN" altLang="en-US" b="1" dirty="0">
                <a:solidFill>
                  <a:schemeClr val="bg2"/>
                </a:solidFill>
                <a:latin typeface="+mn-ea"/>
                <a:ea typeface="+mn-ea"/>
              </a:rPr>
              <a:t>使用双频的优点：</a:t>
            </a:r>
            <a:endParaRPr lang="en-US" altLang="zh-CN" b="1" dirty="0">
              <a:solidFill>
                <a:schemeClr val="bg2"/>
              </a:solidFill>
              <a:latin typeface="+mn-ea"/>
              <a:ea typeface="+mn-ea"/>
            </a:endParaRPr>
          </a:p>
          <a:p>
            <a:pPr algn="just"/>
            <a:r>
              <a:rPr lang="zh-CN" altLang="en-US" sz="2000" dirty="0">
                <a:solidFill>
                  <a:schemeClr val="bg2"/>
                </a:solidFill>
                <a:latin typeface="+mn-ea"/>
                <a:ea typeface="+mn-ea"/>
              </a:rPr>
              <a:t>减小电离层延迟的影响；估计降雨信息；</a:t>
            </a:r>
            <a:endParaRPr lang="en-CN" sz="2000" dirty="0">
              <a:solidFill>
                <a:schemeClr val="bg2"/>
              </a:solidFill>
              <a:latin typeface="+mn-ea"/>
              <a:ea typeface="+mn-ea"/>
            </a:endParaRPr>
          </a:p>
        </p:txBody>
      </p:sp>
    </p:spTree>
    <p:extLst>
      <p:ext uri="{BB962C8B-B14F-4D97-AF65-F5344CB8AC3E}">
        <p14:creationId xmlns:p14="http://schemas.microsoft.com/office/powerpoint/2010/main" val="153885521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二、雷达测高基本原理</a:t>
            </a:r>
            <a:endParaRPr lang="zh-CN" altLang="en-US"/>
          </a:p>
        </p:txBody>
      </p:sp>
      <p:sp>
        <p:nvSpPr>
          <p:cNvPr id="39" name="TextBox 38">
            <a:extLst>
              <a:ext uri="{FF2B5EF4-FFF2-40B4-BE49-F238E27FC236}">
                <a16:creationId xmlns:a16="http://schemas.microsoft.com/office/drawing/2014/main" id="{902411B9-BAC9-2645-52BD-299BFEBEE7A7}"/>
              </a:ext>
            </a:extLst>
          </p:cNvPr>
          <p:cNvSpPr txBox="1"/>
          <p:nvPr/>
        </p:nvSpPr>
        <p:spPr>
          <a:xfrm>
            <a:off x="350499" y="960892"/>
            <a:ext cx="4156185" cy="662489"/>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地表高程概念</a:t>
            </a:r>
            <a:endParaRPr lang="en-US" altLang="zh-CN" sz="2800" b="1" dirty="0">
              <a:solidFill>
                <a:srgbClr val="333333"/>
              </a:solidFill>
              <a:latin typeface="+mn-ea"/>
              <a:ea typeface="+mn-ea"/>
            </a:endParaRPr>
          </a:p>
        </p:txBody>
      </p:sp>
      <p:sp>
        <p:nvSpPr>
          <p:cNvPr id="5" name="TextBox 4">
            <a:extLst>
              <a:ext uri="{FF2B5EF4-FFF2-40B4-BE49-F238E27FC236}">
                <a16:creationId xmlns:a16="http://schemas.microsoft.com/office/drawing/2014/main" id="{EEE74AC5-C512-72E4-AF39-2F55BECF6D4F}"/>
              </a:ext>
            </a:extLst>
          </p:cNvPr>
          <p:cNvSpPr txBox="1"/>
          <p:nvPr/>
        </p:nvSpPr>
        <p:spPr>
          <a:xfrm>
            <a:off x="396815" y="1721148"/>
            <a:ext cx="3328318" cy="3269613"/>
          </a:xfrm>
          <a:prstGeom prst="rect">
            <a:avLst/>
          </a:prstGeom>
          <a:noFill/>
        </p:spPr>
        <p:txBody>
          <a:bodyPr wrap="square" rtlCol="0">
            <a:spAutoFit/>
          </a:bodyPr>
          <a:lstStyle/>
          <a:p>
            <a:pPr algn="just">
              <a:lnSpc>
                <a:spcPct val="150000"/>
              </a:lnSpc>
            </a:pPr>
            <a:r>
              <a:rPr lang="en-CN" sz="2000" b="1" dirty="0">
                <a:solidFill>
                  <a:schemeClr val="bg2"/>
                </a:solidFill>
                <a:latin typeface="+mn-ea"/>
                <a:ea typeface="+mn-ea"/>
              </a:rPr>
              <a:t>大地高</a:t>
            </a:r>
            <a:endParaRPr lang="en-US" sz="2000" b="1" dirty="0">
              <a:solidFill>
                <a:schemeClr val="bg2"/>
              </a:solidFill>
              <a:latin typeface="+mn-ea"/>
              <a:ea typeface="+mn-ea"/>
            </a:endParaRPr>
          </a:p>
          <a:p>
            <a:pPr algn="just">
              <a:lnSpc>
                <a:spcPct val="150000"/>
              </a:lnSpc>
            </a:pPr>
            <a:r>
              <a:rPr lang="zh-CN" altLang="en-US" sz="2000" dirty="0">
                <a:solidFill>
                  <a:schemeClr val="bg2"/>
                </a:solidFill>
                <a:latin typeface="+mn-ea"/>
                <a:ea typeface="+mn-ea"/>
              </a:rPr>
              <a:t>点位沿椭球面的法线至椭球面的高度，也称为椭球高。</a:t>
            </a:r>
            <a:endParaRPr lang="en-CN" sz="2000" dirty="0">
              <a:solidFill>
                <a:schemeClr val="bg2"/>
              </a:solidFill>
              <a:latin typeface="+mn-ea"/>
              <a:ea typeface="+mn-ea"/>
            </a:endParaRPr>
          </a:p>
          <a:p>
            <a:pPr algn="just">
              <a:lnSpc>
                <a:spcPct val="150000"/>
              </a:lnSpc>
            </a:pPr>
            <a:r>
              <a:rPr lang="en-CN" sz="2000" b="1" dirty="0">
                <a:solidFill>
                  <a:schemeClr val="bg2"/>
                </a:solidFill>
                <a:latin typeface="+mn-ea"/>
                <a:ea typeface="+mn-ea"/>
              </a:rPr>
              <a:t>正高</a:t>
            </a:r>
            <a:r>
              <a:rPr lang="zh-CN" altLang="en-US" sz="2000" b="1" dirty="0">
                <a:solidFill>
                  <a:schemeClr val="bg2"/>
                </a:solidFill>
                <a:latin typeface="+mn-ea"/>
                <a:ea typeface="+mn-ea"/>
              </a:rPr>
              <a:t>：</a:t>
            </a:r>
            <a:endParaRPr lang="en-CN" sz="2000" b="1" dirty="0">
              <a:solidFill>
                <a:schemeClr val="bg2"/>
              </a:solidFill>
              <a:latin typeface="+mn-ea"/>
              <a:ea typeface="+mn-ea"/>
            </a:endParaRPr>
          </a:p>
          <a:p>
            <a:pPr algn="just">
              <a:lnSpc>
                <a:spcPct val="150000"/>
              </a:lnSpc>
            </a:pPr>
            <a:r>
              <a:rPr lang="en-CN" sz="2000" dirty="0">
                <a:solidFill>
                  <a:schemeClr val="bg2"/>
                </a:solidFill>
                <a:latin typeface="+mn-ea"/>
                <a:ea typeface="+mn-ea"/>
              </a:rPr>
              <a:t>点位沿铅垂线至大地水准面的高度</a:t>
            </a:r>
            <a:r>
              <a:rPr lang="zh-CN" altLang="en-US" sz="2000" dirty="0">
                <a:solidFill>
                  <a:schemeClr val="bg2"/>
                </a:solidFill>
                <a:latin typeface="+mn-ea"/>
                <a:ea typeface="+mn-ea"/>
              </a:rPr>
              <a:t>，也称为海拔高。</a:t>
            </a:r>
            <a:endParaRPr lang="en-US" altLang="zh-CN" sz="2000" dirty="0">
              <a:solidFill>
                <a:schemeClr val="bg2"/>
              </a:solidFill>
              <a:latin typeface="+mn-ea"/>
              <a:ea typeface="+mn-ea"/>
            </a:endParaRPr>
          </a:p>
        </p:txBody>
      </p:sp>
      <p:pic>
        <p:nvPicPr>
          <p:cNvPr id="8" name="Picture 7" descr="A diagram of a circle with writing&#10;&#10;Description automatically generated">
            <a:extLst>
              <a:ext uri="{FF2B5EF4-FFF2-40B4-BE49-F238E27FC236}">
                <a16:creationId xmlns:a16="http://schemas.microsoft.com/office/drawing/2014/main" id="{826AADE0-B843-43D8-0BF1-609020841809}"/>
              </a:ext>
            </a:extLst>
          </p:cNvPr>
          <p:cNvPicPr>
            <a:picLocks noChangeAspect="1"/>
          </p:cNvPicPr>
          <p:nvPr/>
        </p:nvPicPr>
        <p:blipFill>
          <a:blip r:embed="rId3"/>
          <a:stretch>
            <a:fillRect/>
          </a:stretch>
        </p:blipFill>
        <p:spPr>
          <a:xfrm>
            <a:off x="3840152" y="1525578"/>
            <a:ext cx="5120126" cy="3343037"/>
          </a:xfrm>
          <a:prstGeom prst="rect">
            <a:avLst/>
          </a:prstGeom>
        </p:spPr>
      </p:pic>
      <p:sp>
        <p:nvSpPr>
          <p:cNvPr id="12" name="TextBox 11">
            <a:extLst>
              <a:ext uri="{FF2B5EF4-FFF2-40B4-BE49-F238E27FC236}">
                <a16:creationId xmlns:a16="http://schemas.microsoft.com/office/drawing/2014/main" id="{E213C3BE-3BAD-6CEF-77D0-A9794981A5CA}"/>
              </a:ext>
            </a:extLst>
          </p:cNvPr>
          <p:cNvSpPr txBox="1"/>
          <p:nvPr/>
        </p:nvSpPr>
        <p:spPr>
          <a:xfrm>
            <a:off x="493374" y="5111253"/>
            <a:ext cx="8351885" cy="1576842"/>
          </a:xfrm>
          <a:prstGeom prst="rect">
            <a:avLst/>
          </a:prstGeom>
          <a:noFill/>
        </p:spPr>
        <p:txBody>
          <a:bodyPr wrap="square">
            <a:spAutoFit/>
          </a:bodyPr>
          <a:lstStyle/>
          <a:p>
            <a:pPr algn="just">
              <a:lnSpc>
                <a:spcPct val="150000"/>
              </a:lnSpc>
            </a:pPr>
            <a:r>
              <a:rPr lang="zh-CN" altLang="en-US" sz="2000" b="1" dirty="0">
                <a:solidFill>
                  <a:schemeClr val="bg2"/>
                </a:solidFill>
                <a:latin typeface="+mn-ea"/>
                <a:ea typeface="+mn-ea"/>
              </a:rPr>
              <a:t>地球椭球体：</a:t>
            </a:r>
            <a:r>
              <a:rPr lang="zh-CN" altLang="en-US" sz="2000" dirty="0">
                <a:solidFill>
                  <a:schemeClr val="bg2"/>
                </a:solidFill>
                <a:latin typeface="+mn-ea"/>
                <a:ea typeface="+mn-ea"/>
              </a:rPr>
              <a:t>与地球的形状和大小最为接近的旋转椭球体</a:t>
            </a:r>
            <a:endParaRPr lang="en-US" sz="2000" dirty="0">
              <a:solidFill>
                <a:schemeClr val="bg2"/>
              </a:solidFill>
              <a:latin typeface="+mn-ea"/>
              <a:ea typeface="+mn-ea"/>
            </a:endParaRPr>
          </a:p>
          <a:p>
            <a:pPr algn="just">
              <a:lnSpc>
                <a:spcPct val="150000"/>
              </a:lnSpc>
            </a:pPr>
            <a:r>
              <a:rPr lang="en-CN" sz="2000" b="1" dirty="0">
                <a:solidFill>
                  <a:schemeClr val="bg2"/>
                </a:solidFill>
                <a:latin typeface="+mn-ea"/>
                <a:ea typeface="+mn-ea"/>
              </a:rPr>
              <a:t>大地水准面</a:t>
            </a:r>
            <a:r>
              <a:rPr lang="zh-CN" altLang="en-US" sz="2000" b="1" dirty="0">
                <a:solidFill>
                  <a:schemeClr val="bg2"/>
                </a:solidFill>
                <a:latin typeface="+mn-ea"/>
                <a:ea typeface="+mn-ea"/>
              </a:rPr>
              <a:t>：</a:t>
            </a:r>
            <a:r>
              <a:rPr lang="zh-CN" altLang="en-US" sz="2000" dirty="0">
                <a:solidFill>
                  <a:schemeClr val="bg2"/>
                </a:solidFill>
                <a:latin typeface="+mn-ea"/>
                <a:ea typeface="+mn-ea"/>
              </a:rPr>
              <a:t>在地球重力作用下，假设静止的海面向陆地和岛屿延伸，形成一个封闭的面。大地水准面是一个重力等位面。</a:t>
            </a:r>
            <a:endParaRPr lang="en-CN" sz="2000" dirty="0">
              <a:solidFill>
                <a:schemeClr val="bg2"/>
              </a:solidFill>
              <a:latin typeface="+mn-ea"/>
              <a:ea typeface="+mn-ea"/>
            </a:endParaRPr>
          </a:p>
        </p:txBody>
      </p:sp>
    </p:spTree>
    <p:extLst>
      <p:ext uri="{BB962C8B-B14F-4D97-AF65-F5344CB8AC3E}">
        <p14:creationId xmlns:p14="http://schemas.microsoft.com/office/powerpoint/2010/main" val="21338518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二、雷达测高基本原理</a:t>
            </a:r>
            <a:endParaRPr lang="zh-CN" altLang="en-US"/>
          </a:p>
        </p:txBody>
      </p:sp>
      <p:sp>
        <p:nvSpPr>
          <p:cNvPr id="39" name="TextBox 38">
            <a:extLst>
              <a:ext uri="{FF2B5EF4-FFF2-40B4-BE49-F238E27FC236}">
                <a16:creationId xmlns:a16="http://schemas.microsoft.com/office/drawing/2014/main" id="{902411B9-BAC9-2645-52BD-299BFEBEE7A7}"/>
              </a:ext>
            </a:extLst>
          </p:cNvPr>
          <p:cNvSpPr txBox="1"/>
          <p:nvPr/>
        </p:nvSpPr>
        <p:spPr>
          <a:xfrm>
            <a:off x="350499" y="960892"/>
            <a:ext cx="4156185" cy="662489"/>
          </a:xfrm>
          <a:prstGeom prst="rect">
            <a:avLst/>
          </a:prstGeom>
          <a:noFill/>
        </p:spPr>
        <p:txBody>
          <a:bodyPr wrap="square">
            <a:spAutoFit/>
          </a:bodyPr>
          <a:lstStyle/>
          <a:p>
            <a:pPr algn="just">
              <a:lnSpc>
                <a:spcPct val="150000"/>
              </a:lnSpc>
            </a:pPr>
            <a:r>
              <a:rPr lang="zh-CN" altLang="en-US" sz="2800" b="1">
                <a:solidFill>
                  <a:srgbClr val="333333"/>
                </a:solidFill>
                <a:latin typeface="+mn-ea"/>
                <a:ea typeface="+mn-ea"/>
              </a:rPr>
              <a:t>地表高程概念</a:t>
            </a:r>
            <a:endParaRPr lang="en-US" altLang="zh-CN" sz="2800" b="1">
              <a:solidFill>
                <a:srgbClr val="333333"/>
              </a:solidFill>
              <a:latin typeface="+mn-ea"/>
              <a:ea typeface="+mn-ea"/>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E74AC5-C512-72E4-AF39-2F55BECF6D4F}"/>
                  </a:ext>
                </a:extLst>
              </p:cNvPr>
              <p:cNvSpPr txBox="1"/>
              <p:nvPr/>
            </p:nvSpPr>
            <p:spPr>
              <a:xfrm>
                <a:off x="493373" y="1953051"/>
                <a:ext cx="3033374" cy="2951898"/>
              </a:xfrm>
              <a:prstGeom prst="rect">
                <a:avLst/>
              </a:prstGeom>
              <a:noFill/>
            </p:spPr>
            <p:txBody>
              <a:bodyPr wrap="square" rtlCol="0">
                <a:spAutoFit/>
              </a:bodyPr>
              <a:lstStyle/>
              <a:p>
                <a:pPr algn="just">
                  <a:lnSpc>
                    <a:spcPct val="150000"/>
                  </a:lnSpc>
                </a:pPr>
                <a:r>
                  <a:rPr lang="en-CN" sz="1800" b="1" dirty="0">
                    <a:solidFill>
                      <a:schemeClr val="bg2"/>
                    </a:solidFill>
                    <a:latin typeface="+mn-ea"/>
                    <a:ea typeface="+mn-ea"/>
                  </a:rPr>
                  <a:t>正常高</a:t>
                </a:r>
              </a:p>
              <a:p>
                <a:pPr algn="just">
                  <a:lnSpc>
                    <a:spcPct val="150000"/>
                  </a:lnSpc>
                </a:pPr>
                <a:r>
                  <a:rPr lang="zh-CN" altLang="en-US" sz="1800" dirty="0">
                    <a:solidFill>
                      <a:schemeClr val="bg2"/>
                    </a:solidFill>
                    <a:latin typeface="+mn-ea"/>
                    <a:ea typeface="+mn-ea"/>
                  </a:rPr>
                  <a:t>沿铅锤方向到似大地水准面的高度叫做正常高。</a:t>
                </a:r>
                <a:endParaRPr lang="en-US" altLang="zh-CN" sz="1800" dirty="0">
                  <a:solidFill>
                    <a:schemeClr val="bg2"/>
                  </a:solidFill>
                  <a:latin typeface="+mn-ea"/>
                  <a:ea typeface="+mn-ea"/>
                </a:endParaRPr>
              </a:p>
              <a:p>
                <a:pPr algn="just">
                  <a:lnSpc>
                    <a:spcPct val="150000"/>
                  </a:lnSpc>
                </a:pPr>
                <a:r>
                  <a:rPr lang="en-CN" sz="1800" b="1" dirty="0">
                    <a:solidFill>
                      <a:schemeClr val="bg2"/>
                    </a:solidFill>
                    <a:latin typeface="+mn-ea"/>
                    <a:ea typeface="+mn-ea"/>
                  </a:rPr>
                  <a:t>高程异常</a:t>
                </a:r>
                <a14:m>
                  <m:oMath xmlns:m="http://schemas.openxmlformats.org/officeDocument/2006/math">
                    <m:r>
                      <a:rPr lang="en-CN" sz="1800" b="1" i="1" smtClean="0">
                        <a:solidFill>
                          <a:schemeClr val="bg2"/>
                        </a:solidFill>
                        <a:latin typeface="Cambria Math" panose="02040503050406030204" pitchFamily="18" charset="0"/>
                        <a:ea typeface="Cambria Math" panose="02040503050406030204" pitchFamily="18" charset="0"/>
                      </a:rPr>
                      <m:t>𝝃</m:t>
                    </m:r>
                  </m:oMath>
                </a14:m>
                <a:endParaRPr lang="en-CN" sz="1800" b="1" dirty="0">
                  <a:solidFill>
                    <a:schemeClr val="bg2"/>
                  </a:solidFill>
                  <a:latin typeface="+mn-ea"/>
                  <a:ea typeface="+mn-ea"/>
                </a:endParaRPr>
              </a:p>
              <a:p>
                <a:pPr algn="just">
                  <a:lnSpc>
                    <a:spcPct val="150000"/>
                  </a:lnSpc>
                </a:pPr>
                <a:r>
                  <a:rPr lang="zh-CN" altLang="en-US" sz="1800" dirty="0">
                    <a:solidFill>
                      <a:schemeClr val="bg2"/>
                    </a:solidFill>
                    <a:latin typeface="+mn-ea"/>
                    <a:ea typeface="+mn-ea"/>
                  </a:rPr>
                  <a:t>似大地水准面与参考椭球面之间的高差。</a:t>
                </a:r>
                <a:endParaRPr lang="en-US" sz="1800" dirty="0">
                  <a:solidFill>
                    <a:schemeClr val="bg2"/>
                  </a:solidFill>
                  <a:latin typeface="+mn-ea"/>
                  <a:ea typeface="+mn-ea"/>
                </a:endParaRPr>
              </a:p>
            </p:txBody>
          </p:sp>
        </mc:Choice>
        <mc:Fallback xmlns="">
          <p:sp>
            <p:nvSpPr>
              <p:cNvPr id="5" name="TextBox 4">
                <a:extLst>
                  <a:ext uri="{FF2B5EF4-FFF2-40B4-BE49-F238E27FC236}">
                    <a16:creationId xmlns:a16="http://schemas.microsoft.com/office/drawing/2014/main" id="{EEE74AC5-C512-72E4-AF39-2F55BECF6D4F}"/>
                  </a:ext>
                </a:extLst>
              </p:cNvPr>
              <p:cNvSpPr txBox="1">
                <a:spLocks noRot="1" noChangeAspect="1" noMove="1" noResize="1" noEditPoints="1" noAdjustHandles="1" noChangeArrowheads="1" noChangeShapeType="1" noTextEdit="1"/>
              </p:cNvSpPr>
              <p:nvPr/>
            </p:nvSpPr>
            <p:spPr>
              <a:xfrm>
                <a:off x="493373" y="1953051"/>
                <a:ext cx="3033374" cy="2951898"/>
              </a:xfrm>
              <a:prstGeom prst="rect">
                <a:avLst/>
              </a:prstGeom>
              <a:blipFill>
                <a:blip r:embed="rId3"/>
                <a:stretch>
                  <a:fillRect l="-1807" r="-1406" b="-226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E213C3BE-3BAD-6CEF-77D0-A9794981A5CA}"/>
              </a:ext>
            </a:extLst>
          </p:cNvPr>
          <p:cNvSpPr txBox="1"/>
          <p:nvPr/>
        </p:nvSpPr>
        <p:spPr>
          <a:xfrm>
            <a:off x="350500" y="5517588"/>
            <a:ext cx="8662871" cy="961225"/>
          </a:xfrm>
          <a:prstGeom prst="rect">
            <a:avLst/>
          </a:prstGeom>
          <a:noFill/>
        </p:spPr>
        <p:txBody>
          <a:bodyPr wrap="square">
            <a:spAutoFit/>
          </a:bodyPr>
          <a:lstStyle/>
          <a:p>
            <a:pPr algn="just">
              <a:lnSpc>
                <a:spcPct val="150000"/>
              </a:lnSpc>
            </a:pPr>
            <a:r>
              <a:rPr lang="zh-CN" altLang="en-US" sz="2000" b="1" dirty="0">
                <a:solidFill>
                  <a:schemeClr val="bg2"/>
                </a:solidFill>
                <a:latin typeface="+mn-ea"/>
                <a:ea typeface="+mn-ea"/>
              </a:rPr>
              <a:t>似</a:t>
            </a:r>
            <a:r>
              <a:rPr lang="en-CN" sz="2000" b="1" dirty="0">
                <a:solidFill>
                  <a:schemeClr val="bg2"/>
                </a:solidFill>
                <a:latin typeface="+mn-ea"/>
                <a:ea typeface="+mn-ea"/>
              </a:rPr>
              <a:t>大地水准面</a:t>
            </a:r>
            <a:r>
              <a:rPr lang="zh-CN" altLang="en-US" sz="2000" dirty="0">
                <a:solidFill>
                  <a:schemeClr val="bg2"/>
                </a:solidFill>
                <a:latin typeface="+mn-ea"/>
                <a:ea typeface="+mn-ea"/>
              </a:rPr>
              <a:t>：通过严格数学模型获得的与大地水准面十分接近的一个几何曲面。为避免大地水准面无法精确确定而引进的便于数学计算的辅助面。</a:t>
            </a:r>
            <a:endParaRPr lang="en-CN" sz="2000" dirty="0">
              <a:solidFill>
                <a:schemeClr val="bg2"/>
              </a:solidFill>
              <a:latin typeface="+mn-ea"/>
              <a:ea typeface="+mn-ea"/>
            </a:endParaRPr>
          </a:p>
        </p:txBody>
      </p:sp>
      <p:pic>
        <p:nvPicPr>
          <p:cNvPr id="4" name="Picture 3" descr="A diagram of a mountain range&#10;&#10;Description automatically generated">
            <a:extLst>
              <a:ext uri="{FF2B5EF4-FFF2-40B4-BE49-F238E27FC236}">
                <a16:creationId xmlns:a16="http://schemas.microsoft.com/office/drawing/2014/main" id="{2BCA08EF-8312-5966-35F6-DFCA292D7FC4}"/>
              </a:ext>
            </a:extLst>
          </p:cNvPr>
          <p:cNvPicPr>
            <a:picLocks noChangeAspect="1"/>
          </p:cNvPicPr>
          <p:nvPr/>
        </p:nvPicPr>
        <p:blipFill>
          <a:blip r:embed="rId4"/>
          <a:stretch>
            <a:fillRect/>
          </a:stretch>
        </p:blipFill>
        <p:spPr>
          <a:xfrm>
            <a:off x="3813185" y="1993069"/>
            <a:ext cx="5295916" cy="287618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8BAADC-F60B-B047-B6EA-E7810598ACE5}"/>
                  </a:ext>
                </a:extLst>
              </p:cNvPr>
              <p:cNvSpPr txBox="1"/>
              <p:nvPr/>
            </p:nvSpPr>
            <p:spPr>
              <a:xfrm>
                <a:off x="2990895" y="5008753"/>
                <a:ext cx="3123466" cy="369332"/>
              </a:xfrm>
              <a:prstGeom prst="rect">
                <a:avLst/>
              </a:prstGeom>
              <a:noFill/>
            </p:spPr>
            <p:txBody>
              <a:bodyPr wrap="square" lIns="0" tIns="0" rIns="0" bIns="0" rtlCol="0">
                <a:spAutoFit/>
              </a:bodyPr>
              <a:lstStyle/>
              <a:p>
                <a14:m>
                  <m:oMath xmlns:m="http://schemas.openxmlformats.org/officeDocument/2006/math">
                    <m:r>
                      <a:rPr lang="en-CN" sz="2400" b="0" i="1" smtClean="0">
                        <a:solidFill>
                          <a:schemeClr val="bg2"/>
                        </a:solidFill>
                        <a:latin typeface="Cambria Math" panose="02040503050406030204" pitchFamily="18" charset="0"/>
                        <a:ea typeface="+mj-ea"/>
                      </a:rPr>
                      <m:t>𝜉</m:t>
                    </m:r>
                  </m:oMath>
                </a14:m>
                <a:r>
                  <a:rPr lang="en-US" altLang="zh-CN" dirty="0">
                    <a:solidFill>
                      <a:schemeClr val="bg2"/>
                    </a:solidFill>
                    <a:latin typeface="+mj-ea"/>
                    <a:ea typeface="+mj-ea"/>
                  </a:rPr>
                  <a:t> =</a:t>
                </a:r>
                <a:r>
                  <a:rPr lang="zh-CN" altLang="en-US" dirty="0">
                    <a:solidFill>
                      <a:schemeClr val="bg2"/>
                    </a:solidFill>
                    <a:latin typeface="+mj-ea"/>
                    <a:ea typeface="+mj-ea"/>
                  </a:rPr>
                  <a:t>大地高</a:t>
                </a:r>
                <a:r>
                  <a:rPr lang="en-US" altLang="zh-CN" dirty="0">
                    <a:solidFill>
                      <a:schemeClr val="bg2"/>
                    </a:solidFill>
                    <a:latin typeface="+mj-ea"/>
                    <a:ea typeface="+mj-ea"/>
                  </a:rPr>
                  <a:t>-</a:t>
                </a:r>
                <a:r>
                  <a:rPr lang="zh-CN" altLang="en-US" dirty="0">
                    <a:solidFill>
                      <a:schemeClr val="bg2"/>
                    </a:solidFill>
                    <a:latin typeface="+mj-ea"/>
                    <a:ea typeface="+mj-ea"/>
                  </a:rPr>
                  <a:t>正常高</a:t>
                </a:r>
                <a:endParaRPr lang="en-CN" dirty="0">
                  <a:solidFill>
                    <a:schemeClr val="bg2"/>
                  </a:solidFill>
                  <a:latin typeface="+mj-ea"/>
                  <a:ea typeface="+mj-ea"/>
                </a:endParaRPr>
              </a:p>
            </p:txBody>
          </p:sp>
        </mc:Choice>
        <mc:Fallback xmlns="">
          <p:sp>
            <p:nvSpPr>
              <p:cNvPr id="7" name="TextBox 6">
                <a:extLst>
                  <a:ext uri="{FF2B5EF4-FFF2-40B4-BE49-F238E27FC236}">
                    <a16:creationId xmlns:a16="http://schemas.microsoft.com/office/drawing/2014/main" id="{E28BAADC-F60B-B047-B6EA-E7810598ACE5}"/>
                  </a:ext>
                </a:extLst>
              </p:cNvPr>
              <p:cNvSpPr txBox="1">
                <a:spLocks noRot="1" noChangeAspect="1" noMove="1" noResize="1" noEditPoints="1" noAdjustHandles="1" noChangeArrowheads="1" noChangeShapeType="1" noTextEdit="1"/>
              </p:cNvSpPr>
              <p:nvPr/>
            </p:nvSpPr>
            <p:spPr>
              <a:xfrm>
                <a:off x="2990895" y="5008753"/>
                <a:ext cx="3123466" cy="369332"/>
              </a:xfrm>
              <a:prstGeom prst="rect">
                <a:avLst/>
              </a:prstGeom>
              <a:blipFill>
                <a:blip r:embed="rId5"/>
                <a:stretch>
                  <a:fillRect t="-26667" b="-50000"/>
                </a:stretch>
              </a:blipFill>
            </p:spPr>
            <p:txBody>
              <a:bodyPr/>
              <a:lstStyle/>
              <a:p>
                <a:r>
                  <a:rPr lang="en-US">
                    <a:noFill/>
                  </a:rPr>
                  <a:t> </a:t>
                </a:r>
              </a:p>
            </p:txBody>
          </p:sp>
        </mc:Fallback>
      </mc:AlternateContent>
    </p:spTree>
    <p:extLst>
      <p:ext uri="{BB962C8B-B14F-4D97-AF65-F5344CB8AC3E}">
        <p14:creationId xmlns:p14="http://schemas.microsoft.com/office/powerpoint/2010/main" val="84448459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二、雷达测高基本原理</a:t>
            </a:r>
            <a:endParaRPr lang="zh-CN" altLang="en-US"/>
          </a:p>
        </p:txBody>
      </p:sp>
      <p:sp>
        <p:nvSpPr>
          <p:cNvPr id="6" name="TextBox 5">
            <a:extLst>
              <a:ext uri="{FF2B5EF4-FFF2-40B4-BE49-F238E27FC236}">
                <a16:creationId xmlns:a16="http://schemas.microsoft.com/office/drawing/2014/main" id="{30ABD9F5-CE66-7DB6-6C64-A78C15B7A937}"/>
              </a:ext>
            </a:extLst>
          </p:cNvPr>
          <p:cNvSpPr txBox="1"/>
          <p:nvPr/>
        </p:nvSpPr>
        <p:spPr>
          <a:xfrm>
            <a:off x="828851" y="6185140"/>
            <a:ext cx="7355667" cy="499367"/>
          </a:xfrm>
          <a:prstGeom prst="rect">
            <a:avLst/>
          </a:prstGeom>
          <a:noFill/>
        </p:spPr>
        <p:txBody>
          <a:bodyPr wrap="square">
            <a:spAutoFit/>
          </a:bodyPr>
          <a:lstStyle/>
          <a:p>
            <a:pPr>
              <a:lnSpc>
                <a:spcPct val="150000"/>
              </a:lnSpc>
            </a:pPr>
            <a:r>
              <a:rPr lang="zh-CN" altLang="en-US" sz="2000">
                <a:solidFill>
                  <a:schemeClr val="accent2"/>
                </a:solidFill>
                <a:latin typeface="+mn-ea"/>
                <a:ea typeface="+mn-ea"/>
              </a:rPr>
              <a:t>卫星测高技术需要同时具有</a:t>
            </a:r>
            <a:r>
              <a:rPr lang="zh-CN" altLang="en-US" sz="2000" b="1" u="sng">
                <a:solidFill>
                  <a:schemeClr val="accent2"/>
                </a:solidFill>
                <a:latin typeface="+mn-ea"/>
                <a:ea typeface="+mn-ea"/>
              </a:rPr>
              <a:t>精确测距</a:t>
            </a:r>
            <a:r>
              <a:rPr lang="zh-CN" altLang="en-US" sz="2000">
                <a:solidFill>
                  <a:schemeClr val="accent2"/>
                </a:solidFill>
                <a:latin typeface="+mn-ea"/>
                <a:ea typeface="+mn-ea"/>
              </a:rPr>
              <a:t>与</a:t>
            </a:r>
            <a:r>
              <a:rPr lang="zh-CN" altLang="en-US" sz="2000" b="1" u="sng">
                <a:solidFill>
                  <a:schemeClr val="accent2"/>
                </a:solidFill>
                <a:latin typeface="+mn-ea"/>
                <a:ea typeface="+mn-ea"/>
              </a:rPr>
              <a:t>精确定轨</a:t>
            </a:r>
            <a:r>
              <a:rPr lang="zh-CN" altLang="en-US" sz="2000">
                <a:solidFill>
                  <a:schemeClr val="accent2"/>
                </a:solidFill>
                <a:latin typeface="+mn-ea"/>
                <a:ea typeface="+mn-ea"/>
              </a:rPr>
              <a:t>的能力。</a:t>
            </a:r>
            <a:endParaRPr lang="en-CN" sz="2000">
              <a:solidFill>
                <a:schemeClr val="accent2"/>
              </a:solidFill>
            </a:endParaRPr>
          </a:p>
        </p:txBody>
      </p:sp>
      <p:grpSp>
        <p:nvGrpSpPr>
          <p:cNvPr id="2" name="Group 1">
            <a:extLst>
              <a:ext uri="{FF2B5EF4-FFF2-40B4-BE49-F238E27FC236}">
                <a16:creationId xmlns:a16="http://schemas.microsoft.com/office/drawing/2014/main" id="{F54D2D7D-5C3D-D6CE-095A-776508C39E59}"/>
              </a:ext>
            </a:extLst>
          </p:cNvPr>
          <p:cNvGrpSpPr/>
          <p:nvPr/>
        </p:nvGrpSpPr>
        <p:grpSpPr>
          <a:xfrm>
            <a:off x="4508949" y="914400"/>
            <a:ext cx="6308403" cy="8010141"/>
            <a:chOff x="5085697" y="1365033"/>
            <a:chExt cx="4675123" cy="6614423"/>
          </a:xfrm>
        </p:grpSpPr>
        <p:pic>
          <p:nvPicPr>
            <p:cNvPr id="15" name="Picture 14" descr="A picture containing dark&#10;&#10;Description automatically generated">
              <a:extLst>
                <a:ext uri="{FF2B5EF4-FFF2-40B4-BE49-F238E27FC236}">
                  <a16:creationId xmlns:a16="http://schemas.microsoft.com/office/drawing/2014/main" id="{D141D089-9578-B335-81CD-A16FE04867C4}"/>
                </a:ext>
              </a:extLst>
            </p:cNvPr>
            <p:cNvPicPr>
              <a:picLocks noChangeAspect="1"/>
            </p:cNvPicPr>
            <p:nvPr/>
          </p:nvPicPr>
          <p:blipFill>
            <a:blip r:embed="rId3"/>
            <a:stretch>
              <a:fillRect/>
            </a:stretch>
          </p:blipFill>
          <p:spPr>
            <a:xfrm>
              <a:off x="6455835" y="1365033"/>
              <a:ext cx="780524" cy="486252"/>
            </a:xfrm>
            <a:prstGeom prst="rect">
              <a:avLst/>
            </a:prstGeom>
          </p:spPr>
        </p:pic>
        <p:sp>
          <p:nvSpPr>
            <p:cNvPr id="16" name="Arc 15">
              <a:extLst>
                <a:ext uri="{FF2B5EF4-FFF2-40B4-BE49-F238E27FC236}">
                  <a16:creationId xmlns:a16="http://schemas.microsoft.com/office/drawing/2014/main" id="{5D3C90BB-FAA5-7D92-02BF-94DBB25DC4E3}"/>
                </a:ext>
              </a:extLst>
            </p:cNvPr>
            <p:cNvSpPr/>
            <p:nvPr/>
          </p:nvSpPr>
          <p:spPr bwMode="auto">
            <a:xfrm rot="17781206">
              <a:off x="5768037" y="3986672"/>
              <a:ext cx="3310444" cy="4675123"/>
            </a:xfrm>
            <a:prstGeom prst="arc">
              <a:avLst>
                <a:gd name="adj1" fmla="val 16778340"/>
                <a:gd name="adj2" fmla="val 0"/>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3600" b="0" i="0" u="none" strike="noStrike" cap="none" normalizeH="0" baseline="0">
                <a:ln>
                  <a:noFill/>
                </a:ln>
                <a:solidFill>
                  <a:schemeClr val="tx1"/>
                </a:solidFill>
                <a:effectLst/>
                <a:latin typeface="Times New Roman" pitchFamily="18" charset="0"/>
                <a:ea typeface="宋体" pitchFamily="2" charset="-122"/>
              </a:endParaRPr>
            </a:p>
          </p:txBody>
        </p:sp>
        <p:sp>
          <p:nvSpPr>
            <p:cNvPr id="19" name="Freeform 18">
              <a:extLst>
                <a:ext uri="{FF2B5EF4-FFF2-40B4-BE49-F238E27FC236}">
                  <a16:creationId xmlns:a16="http://schemas.microsoft.com/office/drawing/2014/main" id="{26844A25-A8E1-8A17-231A-3EC4FAC817CE}"/>
                </a:ext>
              </a:extLst>
            </p:cNvPr>
            <p:cNvSpPr/>
            <p:nvPr/>
          </p:nvSpPr>
          <p:spPr>
            <a:xfrm>
              <a:off x="5407616" y="3945576"/>
              <a:ext cx="2722880" cy="457467"/>
            </a:xfrm>
            <a:custGeom>
              <a:avLst/>
              <a:gdLst>
                <a:gd name="connsiteX0" fmla="*/ 0 w 2722880"/>
                <a:gd name="connsiteY0" fmla="*/ 516259 h 567059"/>
                <a:gd name="connsiteX1" fmla="*/ 274320 w 2722880"/>
                <a:gd name="connsiteY1" fmla="*/ 414659 h 567059"/>
                <a:gd name="connsiteX2" fmla="*/ 538480 w 2722880"/>
                <a:gd name="connsiteY2" fmla="*/ 414659 h 567059"/>
                <a:gd name="connsiteX3" fmla="*/ 721360 w 2722880"/>
                <a:gd name="connsiteY3" fmla="*/ 333379 h 567059"/>
                <a:gd name="connsiteX4" fmla="*/ 955040 w 2722880"/>
                <a:gd name="connsiteY4" fmla="*/ 262259 h 567059"/>
                <a:gd name="connsiteX5" fmla="*/ 1300480 w 2722880"/>
                <a:gd name="connsiteY5" fmla="*/ 28579 h 567059"/>
                <a:gd name="connsiteX6" fmla="*/ 1656080 w 2722880"/>
                <a:gd name="connsiteY6" fmla="*/ 18419 h 567059"/>
                <a:gd name="connsiteX7" fmla="*/ 2052320 w 2722880"/>
                <a:gd name="connsiteY7" fmla="*/ 160659 h 567059"/>
                <a:gd name="connsiteX8" fmla="*/ 2255520 w 2722880"/>
                <a:gd name="connsiteY8" fmla="*/ 353699 h 567059"/>
                <a:gd name="connsiteX9" fmla="*/ 2641600 w 2722880"/>
                <a:gd name="connsiteY9" fmla="*/ 465459 h 567059"/>
                <a:gd name="connsiteX10" fmla="*/ 2722880 w 2722880"/>
                <a:gd name="connsiteY10" fmla="*/ 567059 h 56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2880" h="567059">
                  <a:moveTo>
                    <a:pt x="0" y="516259"/>
                  </a:moveTo>
                  <a:cubicBezTo>
                    <a:pt x="92286" y="473925"/>
                    <a:pt x="184573" y="431592"/>
                    <a:pt x="274320" y="414659"/>
                  </a:cubicBezTo>
                  <a:cubicBezTo>
                    <a:pt x="364067" y="397726"/>
                    <a:pt x="463973" y="428206"/>
                    <a:pt x="538480" y="414659"/>
                  </a:cubicBezTo>
                  <a:cubicBezTo>
                    <a:pt x="612987" y="401112"/>
                    <a:pt x="651933" y="358779"/>
                    <a:pt x="721360" y="333379"/>
                  </a:cubicBezTo>
                  <a:cubicBezTo>
                    <a:pt x="790787" y="307979"/>
                    <a:pt x="858520" y="313059"/>
                    <a:pt x="955040" y="262259"/>
                  </a:cubicBezTo>
                  <a:cubicBezTo>
                    <a:pt x="1051560" y="211459"/>
                    <a:pt x="1183640" y="69219"/>
                    <a:pt x="1300480" y="28579"/>
                  </a:cubicBezTo>
                  <a:cubicBezTo>
                    <a:pt x="1417320" y="-12061"/>
                    <a:pt x="1530773" y="-3594"/>
                    <a:pt x="1656080" y="18419"/>
                  </a:cubicBezTo>
                  <a:cubicBezTo>
                    <a:pt x="1781387" y="40432"/>
                    <a:pt x="1952413" y="104779"/>
                    <a:pt x="2052320" y="160659"/>
                  </a:cubicBezTo>
                  <a:cubicBezTo>
                    <a:pt x="2152227" y="216539"/>
                    <a:pt x="2157307" y="302899"/>
                    <a:pt x="2255520" y="353699"/>
                  </a:cubicBezTo>
                  <a:cubicBezTo>
                    <a:pt x="2353733" y="404499"/>
                    <a:pt x="2563707" y="429899"/>
                    <a:pt x="2641600" y="465459"/>
                  </a:cubicBezTo>
                  <a:cubicBezTo>
                    <a:pt x="2719493" y="501019"/>
                    <a:pt x="2721186" y="534039"/>
                    <a:pt x="2722880" y="567059"/>
                  </a:cubicBezTo>
                </a:path>
              </a:pathLst>
            </a:custGeom>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3600" b="0" i="0" u="none" strike="noStrike" cap="none" normalizeH="0" baseline="0">
                <a:ln>
                  <a:noFill/>
                </a:ln>
                <a:solidFill>
                  <a:schemeClr val="tx1"/>
                </a:solidFill>
                <a:effectLst/>
                <a:latin typeface="Times New Roman" pitchFamily="18" charset="0"/>
                <a:ea typeface="宋体" pitchFamily="2" charset="-122"/>
              </a:endParaRPr>
            </a:p>
          </p:txBody>
        </p:sp>
        <p:sp>
          <p:nvSpPr>
            <p:cNvPr id="20" name="Oval 19">
              <a:extLst>
                <a:ext uri="{FF2B5EF4-FFF2-40B4-BE49-F238E27FC236}">
                  <a16:creationId xmlns:a16="http://schemas.microsoft.com/office/drawing/2014/main" id="{97876973-27E1-1F7F-69C0-ABF699B194D3}"/>
                </a:ext>
              </a:extLst>
            </p:cNvPr>
            <p:cNvSpPr/>
            <p:nvPr/>
          </p:nvSpPr>
          <p:spPr>
            <a:xfrm flipV="1">
              <a:off x="6785098" y="3911825"/>
              <a:ext cx="77041" cy="73021"/>
            </a:xfrm>
            <a:prstGeom prst="ellipse">
              <a:avLst/>
            </a:prstGeom>
            <a:solidFill>
              <a:schemeClr val="accent3"/>
            </a:solidFill>
          </p:spPr>
          <p:txBody>
            <a:bodyPr wrap="square" lIns="0" rtlCol="0" anchor="ctr">
              <a:noAutofit/>
            </a:bodyPr>
            <a:lstStyle/>
            <a:p>
              <a:pPr algn="l"/>
              <a:endParaRPr lang="en-CN" sz="3600" b="1">
                <a:solidFill>
                  <a:srgbClr val="FF0000"/>
                </a:solidFill>
                <a:latin typeface="微软雅黑" pitchFamily="34" charset="-122"/>
                <a:ea typeface="微软雅黑" pitchFamily="34" charset="-122"/>
              </a:endParaRPr>
            </a:p>
          </p:txBody>
        </p:sp>
        <p:cxnSp>
          <p:nvCxnSpPr>
            <p:cNvPr id="25" name="Straight Arrow Connector 24">
              <a:extLst>
                <a:ext uri="{FF2B5EF4-FFF2-40B4-BE49-F238E27FC236}">
                  <a16:creationId xmlns:a16="http://schemas.microsoft.com/office/drawing/2014/main" id="{66F88340-CEBC-2B67-84DF-4942FA229A0C}"/>
                </a:ext>
              </a:extLst>
            </p:cNvPr>
            <p:cNvCxnSpPr>
              <a:cxnSpLocks/>
            </p:cNvCxnSpPr>
            <p:nvPr/>
          </p:nvCxnSpPr>
          <p:spPr bwMode="auto">
            <a:xfrm>
              <a:off x="6807576" y="1717014"/>
              <a:ext cx="5610" cy="21930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297596E9-61E9-6F59-4FE3-84F04DB10A23}"/>
                </a:ext>
              </a:extLst>
            </p:cNvPr>
            <p:cNvCxnSpPr>
              <a:cxnSpLocks/>
            </p:cNvCxnSpPr>
            <p:nvPr/>
          </p:nvCxnSpPr>
          <p:spPr bwMode="auto">
            <a:xfrm>
              <a:off x="6815598" y="3984846"/>
              <a:ext cx="5609" cy="47774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DBFC3AC-10CA-7CFC-1BBB-5A61407C93A9}"/>
                </a:ext>
              </a:extLst>
            </p:cNvPr>
            <p:cNvSpPr txBox="1"/>
            <p:nvPr/>
          </p:nvSpPr>
          <p:spPr>
            <a:xfrm>
              <a:off x="6821207" y="2716994"/>
              <a:ext cx="1114828" cy="482882"/>
            </a:xfrm>
            <a:prstGeom prst="rect">
              <a:avLst/>
            </a:prstGeom>
            <a:noFill/>
          </p:spPr>
          <p:txBody>
            <a:bodyPr wrap="square" rtlCol="0">
              <a:spAutoFit/>
            </a:bodyPr>
            <a:lstStyle/>
            <a:p>
              <a:r>
                <a:rPr lang="en-CN" sz="1600">
                  <a:solidFill>
                    <a:schemeClr val="bg2"/>
                  </a:solidFill>
                  <a:latin typeface="+mn-ea"/>
                  <a:ea typeface="+mn-ea"/>
                </a:rPr>
                <a:t>卫星到星下点距离D</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6985718-E61A-90C1-33C0-B3BE737DC66D}"/>
                    </a:ext>
                  </a:extLst>
                </p:cNvPr>
                <p:cNvSpPr txBox="1"/>
                <p:nvPr/>
              </p:nvSpPr>
              <p:spPr>
                <a:xfrm>
                  <a:off x="6805643" y="4056724"/>
                  <a:ext cx="1491119" cy="482881"/>
                </a:xfrm>
                <a:prstGeom prst="rect">
                  <a:avLst/>
                </a:prstGeom>
                <a:noFill/>
              </p:spPr>
              <p:txBody>
                <a:bodyPr wrap="square" rtlCol="0">
                  <a:spAutoFit/>
                </a:bodyPr>
                <a:lstStyle/>
                <a:p>
                  <a:r>
                    <a:rPr lang="en-CN" sz="1600">
                      <a:solidFill>
                        <a:schemeClr val="bg2"/>
                      </a:solidFill>
                      <a:latin typeface="+mn-ea"/>
                      <a:ea typeface="+mn-ea"/>
                    </a:rPr>
                    <a:t>星下点地面椭球高</a:t>
                  </a:r>
                  <a14:m>
                    <m:oMath xmlns:m="http://schemas.openxmlformats.org/officeDocument/2006/math">
                      <m:sSub>
                        <m:sSubPr>
                          <m:ctrlPr>
                            <a:rPr lang="en-CN" sz="1600" i="1" dirty="0" smtClean="0">
                              <a:solidFill>
                                <a:schemeClr val="bg2"/>
                              </a:solidFill>
                              <a:latin typeface="Cambria Math" panose="02040503050406030204" pitchFamily="18" charset="0"/>
                              <a:ea typeface="+mn-ea"/>
                            </a:rPr>
                          </m:ctrlPr>
                        </m:sSubPr>
                        <m:e>
                          <m:r>
                            <m:rPr>
                              <m:sty m:val="p"/>
                            </m:rPr>
                            <a:rPr lang="en-CN" sz="1600" i="1" dirty="0">
                              <a:solidFill>
                                <a:schemeClr val="bg2"/>
                              </a:solidFill>
                              <a:latin typeface="Cambria Math" panose="02040503050406030204" pitchFamily="18" charset="0"/>
                              <a:ea typeface="+mn-ea"/>
                            </a:rPr>
                            <m:t>H</m:t>
                          </m:r>
                        </m:e>
                        <m:sub>
                          <m:r>
                            <a:rPr lang="en-US" sz="1600" b="0" i="1" dirty="0" smtClean="0">
                              <a:solidFill>
                                <a:schemeClr val="bg2"/>
                              </a:solidFill>
                              <a:latin typeface="Cambria Math" panose="02040503050406030204" pitchFamily="18" charset="0"/>
                              <a:ea typeface="+mn-ea"/>
                            </a:rPr>
                            <m:t>𝑙𝑎𝑛𝑑</m:t>
                          </m:r>
                        </m:sub>
                      </m:sSub>
                    </m:oMath>
                  </a14:m>
                  <a:endParaRPr lang="en-CN" sz="1600">
                    <a:solidFill>
                      <a:schemeClr val="bg2"/>
                    </a:solidFill>
                    <a:latin typeface="+mn-ea"/>
                    <a:ea typeface="+mn-ea"/>
                  </a:endParaRPr>
                </a:p>
              </p:txBody>
            </p:sp>
          </mc:Choice>
          <mc:Fallback xmlns="">
            <p:sp>
              <p:nvSpPr>
                <p:cNvPr id="31" name="TextBox 30">
                  <a:extLst>
                    <a:ext uri="{FF2B5EF4-FFF2-40B4-BE49-F238E27FC236}">
                      <a16:creationId xmlns:a16="http://schemas.microsoft.com/office/drawing/2014/main" id="{D6985718-E61A-90C1-33C0-B3BE737DC66D}"/>
                    </a:ext>
                  </a:extLst>
                </p:cNvPr>
                <p:cNvSpPr txBox="1">
                  <a:spLocks noRot="1" noChangeAspect="1" noMove="1" noResize="1" noEditPoints="1" noAdjustHandles="1" noChangeArrowheads="1" noChangeShapeType="1" noTextEdit="1"/>
                </p:cNvSpPr>
                <p:nvPr/>
              </p:nvSpPr>
              <p:spPr>
                <a:xfrm>
                  <a:off x="6805643" y="4056724"/>
                  <a:ext cx="1491119" cy="482881"/>
                </a:xfrm>
                <a:prstGeom prst="rect">
                  <a:avLst/>
                </a:prstGeom>
                <a:blipFill>
                  <a:blip r:embed="rId4"/>
                  <a:stretch>
                    <a:fillRect t="-3125"/>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B90FFACB-7265-EEC2-B50D-6AD12B2EE2EF}"/>
                </a:ext>
              </a:extLst>
            </p:cNvPr>
            <p:cNvSpPr txBox="1"/>
            <p:nvPr/>
          </p:nvSpPr>
          <p:spPr>
            <a:xfrm>
              <a:off x="5688720" y="4631600"/>
              <a:ext cx="831645" cy="304978"/>
            </a:xfrm>
            <a:prstGeom prst="rect">
              <a:avLst/>
            </a:prstGeom>
            <a:noFill/>
          </p:spPr>
          <p:txBody>
            <a:bodyPr wrap="square" rtlCol="0">
              <a:spAutoFit/>
            </a:bodyPr>
            <a:lstStyle/>
            <a:p>
              <a:r>
                <a:rPr lang="en-CN" sz="1800">
                  <a:solidFill>
                    <a:schemeClr val="bg2"/>
                  </a:solidFill>
                  <a:latin typeface="+mn-ea"/>
                  <a:ea typeface="+mn-ea"/>
                </a:rPr>
                <a:t>参考椭球</a:t>
              </a:r>
            </a:p>
          </p:txBody>
        </p:sp>
        <p:cxnSp>
          <p:nvCxnSpPr>
            <p:cNvPr id="33" name="Straight Arrow Connector 32">
              <a:extLst>
                <a:ext uri="{FF2B5EF4-FFF2-40B4-BE49-F238E27FC236}">
                  <a16:creationId xmlns:a16="http://schemas.microsoft.com/office/drawing/2014/main" id="{4A5BBA71-7DD6-6A4D-817D-B787D1BE7E78}"/>
                </a:ext>
              </a:extLst>
            </p:cNvPr>
            <p:cNvCxnSpPr>
              <a:cxnSpLocks/>
            </p:cNvCxnSpPr>
            <p:nvPr/>
          </p:nvCxnSpPr>
          <p:spPr bwMode="auto">
            <a:xfrm flipH="1">
              <a:off x="6626968" y="1709667"/>
              <a:ext cx="18696" cy="275109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BA70F9-CD61-286B-D069-C74BCAA4CC39}"/>
                    </a:ext>
                  </a:extLst>
                </p:cNvPr>
                <p:cNvSpPr txBox="1"/>
                <p:nvPr/>
              </p:nvSpPr>
              <p:spPr>
                <a:xfrm>
                  <a:off x="5489949" y="2818095"/>
                  <a:ext cx="1088067" cy="533712"/>
                </a:xfrm>
                <a:prstGeom prst="rect">
                  <a:avLst/>
                </a:prstGeom>
                <a:noFill/>
              </p:spPr>
              <p:txBody>
                <a:bodyPr wrap="square" rtlCol="0">
                  <a:spAutoFit/>
                </a:bodyPr>
                <a:lstStyle/>
                <a:p>
                  <a:r>
                    <a:rPr lang="en-CN" sz="1800">
                      <a:solidFill>
                        <a:schemeClr val="bg2"/>
                      </a:solidFill>
                      <a:latin typeface="+mn-ea"/>
                      <a:ea typeface="+mn-ea"/>
                    </a:rPr>
                    <a:t>卫星的椭球高</a:t>
                  </a:r>
                  <a14:m>
                    <m:oMath xmlns:m="http://schemas.openxmlformats.org/officeDocument/2006/math">
                      <m:sSub>
                        <m:sSubPr>
                          <m:ctrlPr>
                            <a:rPr lang="en-CN" sz="1800" i="1" smtClean="0">
                              <a:solidFill>
                                <a:schemeClr val="bg2"/>
                              </a:solidFill>
                              <a:latin typeface="Cambria Math" panose="02040503050406030204" pitchFamily="18" charset="0"/>
                              <a:ea typeface="+mn-ea"/>
                            </a:rPr>
                          </m:ctrlPr>
                        </m:sSubPr>
                        <m:e>
                          <m:r>
                            <a:rPr lang="en-US" sz="1800" b="0" i="1" smtClean="0">
                              <a:solidFill>
                                <a:schemeClr val="bg2"/>
                              </a:solidFill>
                              <a:latin typeface="Cambria Math" panose="02040503050406030204" pitchFamily="18" charset="0"/>
                              <a:ea typeface="+mn-ea"/>
                            </a:rPr>
                            <m:t>𝐻</m:t>
                          </m:r>
                        </m:e>
                        <m:sub>
                          <m:r>
                            <m:rPr>
                              <m:sty m:val="p"/>
                            </m:rPr>
                            <a:rPr lang="en-CN" sz="1800" i="1">
                              <a:solidFill>
                                <a:schemeClr val="bg2"/>
                              </a:solidFill>
                              <a:latin typeface="Cambria Math" panose="02040503050406030204" pitchFamily="18" charset="0"/>
                              <a:ea typeface="+mn-ea"/>
                            </a:rPr>
                            <m:t>sat</m:t>
                          </m:r>
                        </m:sub>
                      </m:sSub>
                    </m:oMath>
                  </a14:m>
                  <a:endParaRPr lang="en-CN" sz="1800">
                    <a:solidFill>
                      <a:schemeClr val="bg2"/>
                    </a:solidFill>
                    <a:latin typeface="+mn-ea"/>
                    <a:ea typeface="+mn-ea"/>
                  </a:endParaRPr>
                </a:p>
              </p:txBody>
            </p:sp>
          </mc:Choice>
          <mc:Fallback xmlns="">
            <p:sp>
              <p:nvSpPr>
                <p:cNvPr id="35" name="TextBox 34">
                  <a:extLst>
                    <a:ext uri="{FF2B5EF4-FFF2-40B4-BE49-F238E27FC236}">
                      <a16:creationId xmlns:a16="http://schemas.microsoft.com/office/drawing/2014/main" id="{76BA70F9-CD61-286B-D069-C74BCAA4CC39}"/>
                    </a:ext>
                  </a:extLst>
                </p:cNvPr>
                <p:cNvSpPr txBox="1">
                  <a:spLocks noRot="1" noChangeAspect="1" noMove="1" noResize="1" noEditPoints="1" noAdjustHandles="1" noChangeArrowheads="1" noChangeShapeType="1" noTextEdit="1"/>
                </p:cNvSpPr>
                <p:nvPr/>
              </p:nvSpPr>
              <p:spPr>
                <a:xfrm>
                  <a:off x="5489949" y="2818095"/>
                  <a:ext cx="1088067" cy="533712"/>
                </a:xfrm>
                <a:prstGeom prst="rect">
                  <a:avLst/>
                </a:prstGeom>
                <a:blipFill>
                  <a:blip r:embed="rId5"/>
                  <a:stretch>
                    <a:fillRect t="-5660" b="-1415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2DBDA54-E356-68AB-DD58-941FC52941D5}"/>
                  </a:ext>
                </a:extLst>
              </p:cNvPr>
              <p:cNvSpPr txBox="1"/>
              <p:nvPr/>
            </p:nvSpPr>
            <p:spPr>
              <a:xfrm>
                <a:off x="2816768" y="5758934"/>
                <a:ext cx="370585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solidFill>
                                <a:schemeClr val="bg2"/>
                              </a:solidFill>
                              <a:latin typeface="Cambria Math" panose="02040503050406030204" pitchFamily="18" charset="0"/>
                            </a:rPr>
                          </m:ctrlPr>
                        </m:sSubPr>
                        <m:e>
                          <m:r>
                            <a:rPr lang="en-US" b="0" i="1" smtClean="0">
                              <a:solidFill>
                                <a:schemeClr val="bg2"/>
                              </a:solidFill>
                              <a:latin typeface="Cambria Math" panose="02040503050406030204" pitchFamily="18" charset="0"/>
                            </a:rPr>
                            <m:t>𝐻</m:t>
                          </m:r>
                        </m:e>
                        <m:sub>
                          <m:r>
                            <a:rPr lang="en-US" b="0" i="1" smtClean="0">
                              <a:solidFill>
                                <a:schemeClr val="bg2"/>
                              </a:solidFill>
                              <a:latin typeface="Cambria Math" panose="02040503050406030204" pitchFamily="18" charset="0"/>
                            </a:rPr>
                            <m:t>𝑙𝑎𝑛𝑑</m:t>
                          </m:r>
                        </m:sub>
                      </m:sSub>
                      <m:r>
                        <a:rPr lang="en-US" b="0" i="1" smtClean="0">
                          <a:solidFill>
                            <a:schemeClr val="bg2"/>
                          </a:solidFill>
                          <a:latin typeface="Cambria Math" panose="02040503050406030204" pitchFamily="18" charset="0"/>
                        </a:rPr>
                        <m:t>=</m:t>
                      </m:r>
                      <m:sSub>
                        <m:sSubPr>
                          <m:ctrlPr>
                            <a:rPr lang="en-US" b="0" i="1" smtClean="0">
                              <a:solidFill>
                                <a:schemeClr val="bg2"/>
                              </a:solidFill>
                              <a:latin typeface="Cambria Math" panose="02040503050406030204" pitchFamily="18" charset="0"/>
                            </a:rPr>
                          </m:ctrlPr>
                        </m:sSubPr>
                        <m:e>
                          <m:r>
                            <m:rPr>
                              <m:sty m:val="p"/>
                            </m:rPr>
                            <a:rPr lang="en-US" i="1">
                              <a:solidFill>
                                <a:schemeClr val="bg2"/>
                              </a:solidFill>
                              <a:latin typeface="Cambria Math" panose="02040503050406030204" pitchFamily="18" charset="0"/>
                            </a:rPr>
                            <m:t>H</m:t>
                          </m:r>
                        </m:e>
                        <m:sub>
                          <m:r>
                            <a:rPr lang="en-US" b="0" i="1" smtClean="0">
                              <a:solidFill>
                                <a:schemeClr val="bg2"/>
                              </a:solidFill>
                              <a:latin typeface="Cambria Math" panose="02040503050406030204" pitchFamily="18" charset="0"/>
                            </a:rPr>
                            <m:t>𝑠𝑎𝑡</m:t>
                          </m:r>
                        </m:sub>
                      </m:sSub>
                      <m:r>
                        <a:rPr lang="en-US" b="0" i="1" smtClean="0">
                          <a:solidFill>
                            <a:schemeClr val="bg2"/>
                          </a:solidFill>
                          <a:latin typeface="Cambria Math" panose="02040503050406030204" pitchFamily="18" charset="0"/>
                          <a:ea typeface="Cambria Math" panose="02040503050406030204" pitchFamily="18" charset="0"/>
                        </a:rPr>
                        <m:t>−</m:t>
                      </m:r>
                      <m:r>
                        <a:rPr lang="en-US" b="0" i="1" smtClean="0">
                          <a:solidFill>
                            <a:schemeClr val="bg2"/>
                          </a:solidFill>
                          <a:latin typeface="Cambria Math" panose="02040503050406030204" pitchFamily="18" charset="0"/>
                          <a:ea typeface="Cambria Math" panose="02040503050406030204" pitchFamily="18" charset="0"/>
                        </a:rPr>
                        <m:t>𝐷</m:t>
                      </m:r>
                      <m:r>
                        <a:rPr lang="en-US" altLang="zh-CN" i="1">
                          <a:solidFill>
                            <a:schemeClr val="bg2"/>
                          </a:solidFill>
                          <a:latin typeface="Cambria Math" panose="02040503050406030204" pitchFamily="18" charset="0"/>
                          <a:ea typeface="Cambria Math" panose="02040503050406030204" pitchFamily="18" charset="0"/>
                        </a:rPr>
                        <m:t>−</m:t>
                      </m:r>
                      <m:sSub>
                        <m:sSubPr>
                          <m:ctrlPr>
                            <a:rPr lang="en-US" altLang="zh-CN" i="1">
                              <a:solidFill>
                                <a:schemeClr val="bg2"/>
                              </a:solidFill>
                              <a:latin typeface="Cambria Math" panose="02040503050406030204" pitchFamily="18" charset="0"/>
                              <a:ea typeface="Cambria Math" panose="02040503050406030204" pitchFamily="18" charset="0"/>
                            </a:rPr>
                          </m:ctrlPr>
                        </m:sSubPr>
                        <m:e>
                          <m:r>
                            <a:rPr lang="en-US" altLang="zh-CN" i="1">
                              <a:solidFill>
                                <a:schemeClr val="bg2"/>
                              </a:solidFill>
                              <a:latin typeface="Cambria Math" panose="02040503050406030204" pitchFamily="18" charset="0"/>
                              <a:ea typeface="Cambria Math" panose="02040503050406030204" pitchFamily="18" charset="0"/>
                            </a:rPr>
                            <m:t>𝐷</m:t>
                          </m:r>
                        </m:e>
                        <m:sub>
                          <m:r>
                            <a:rPr lang="en-US" altLang="zh-CN" i="1">
                              <a:solidFill>
                                <a:schemeClr val="bg2"/>
                              </a:solidFill>
                              <a:latin typeface="Cambria Math" panose="02040503050406030204" pitchFamily="18" charset="0"/>
                              <a:ea typeface="Cambria Math" panose="02040503050406030204" pitchFamily="18" charset="0"/>
                            </a:rPr>
                            <m:t>𝑐𝑜𝑟</m:t>
                          </m:r>
                        </m:sub>
                      </m:sSub>
                    </m:oMath>
                  </m:oMathPara>
                </a14:m>
                <a:endParaRPr lang="en-CN">
                  <a:solidFill>
                    <a:schemeClr val="bg2"/>
                  </a:solidFill>
                </a:endParaRPr>
              </a:p>
            </p:txBody>
          </p:sp>
        </mc:Choice>
        <mc:Fallback xmlns="">
          <p:sp>
            <p:nvSpPr>
              <p:cNvPr id="37" name="TextBox 36">
                <a:extLst>
                  <a:ext uri="{FF2B5EF4-FFF2-40B4-BE49-F238E27FC236}">
                    <a16:creationId xmlns:a16="http://schemas.microsoft.com/office/drawing/2014/main" id="{D2DBDA54-E356-68AB-DD58-941FC52941D5}"/>
                  </a:ext>
                </a:extLst>
              </p:cNvPr>
              <p:cNvSpPr txBox="1">
                <a:spLocks noRot="1" noChangeAspect="1" noMove="1" noResize="1" noEditPoints="1" noAdjustHandles="1" noChangeArrowheads="1" noChangeShapeType="1" noTextEdit="1"/>
              </p:cNvSpPr>
              <p:nvPr/>
            </p:nvSpPr>
            <p:spPr>
              <a:xfrm>
                <a:off x="2816768" y="5758934"/>
                <a:ext cx="3705850" cy="369332"/>
              </a:xfrm>
              <a:prstGeom prst="rect">
                <a:avLst/>
              </a:prstGeom>
              <a:blipFill>
                <a:blip r:embed="rId6"/>
                <a:stretch>
                  <a:fillRect b="-18333"/>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902411B9-BAC9-2645-52BD-299BFEBEE7A7}"/>
              </a:ext>
            </a:extLst>
          </p:cNvPr>
          <p:cNvSpPr txBox="1"/>
          <p:nvPr/>
        </p:nvSpPr>
        <p:spPr>
          <a:xfrm>
            <a:off x="177877" y="1711927"/>
            <a:ext cx="4785269" cy="3885166"/>
          </a:xfrm>
          <a:prstGeom prst="rect">
            <a:avLst/>
          </a:prstGeom>
          <a:noFill/>
        </p:spPr>
        <p:txBody>
          <a:bodyPr wrap="square">
            <a:spAutoFit/>
          </a:bodyPr>
          <a:lstStyle/>
          <a:p>
            <a:pPr algn="just">
              <a:lnSpc>
                <a:spcPct val="150000"/>
              </a:lnSpc>
            </a:pPr>
            <a:r>
              <a:rPr lang="en-US" altLang="zh-CN" sz="2000" dirty="0">
                <a:solidFill>
                  <a:schemeClr val="bg2"/>
                </a:solidFill>
                <a:latin typeface="+mn-ea"/>
                <a:ea typeface="+mn-ea"/>
              </a:rPr>
              <a:t>1</a:t>
            </a:r>
            <a:r>
              <a:rPr lang="zh-CN" altLang="en-US" sz="2000" dirty="0">
                <a:solidFill>
                  <a:schemeClr val="bg2"/>
                </a:solidFill>
                <a:latin typeface="+mn-ea"/>
                <a:ea typeface="+mn-ea"/>
              </a:rPr>
              <a:t>、</a:t>
            </a:r>
            <a:r>
              <a:rPr lang="en-CN" altLang="en-CN" sz="2000" dirty="0">
                <a:solidFill>
                  <a:schemeClr val="bg2"/>
                </a:solidFill>
                <a:latin typeface="+mn-ea"/>
                <a:ea typeface="+mn-ea"/>
              </a:rPr>
              <a:t>在卫星轨道上，星载雷达向天底方向发射高频的脉冲信号，并接收地球表面反射的回波。之后，卫星通过比对分析得到信号的往返时间</a:t>
            </a:r>
            <a:r>
              <a:rPr lang="zh-CN" altLang="en-US" sz="2000" dirty="0">
                <a:solidFill>
                  <a:schemeClr val="bg2"/>
                </a:solidFill>
                <a:latin typeface="+mn-ea"/>
                <a:ea typeface="+mn-ea"/>
              </a:rPr>
              <a:t>，</a:t>
            </a:r>
            <a:r>
              <a:rPr lang="zh-CN" altLang="en-CN" sz="2000" dirty="0">
                <a:solidFill>
                  <a:schemeClr val="bg2"/>
                </a:solidFill>
                <a:latin typeface="+mn-ea"/>
                <a:ea typeface="+mn-ea"/>
              </a:rPr>
              <a:t>再</a:t>
            </a:r>
            <a:r>
              <a:rPr lang="zh-CN" altLang="en-US" sz="2000" dirty="0">
                <a:solidFill>
                  <a:schemeClr val="bg2"/>
                </a:solidFill>
                <a:latin typeface="+mn-ea"/>
                <a:ea typeface="+mn-ea"/>
              </a:rPr>
              <a:t>由已知</a:t>
            </a:r>
            <a:r>
              <a:rPr lang="en-CN" altLang="en-CN" sz="2000" dirty="0">
                <a:solidFill>
                  <a:schemeClr val="bg2"/>
                </a:solidFill>
                <a:latin typeface="+mn-ea"/>
                <a:ea typeface="+mn-ea"/>
              </a:rPr>
              <a:t>光速求得卫星</a:t>
            </a:r>
            <a:r>
              <a:rPr lang="zh-CN" altLang="en-US" sz="2000" dirty="0">
                <a:solidFill>
                  <a:schemeClr val="bg2"/>
                </a:solidFill>
                <a:latin typeface="+mn-ea"/>
                <a:ea typeface="+mn-ea"/>
              </a:rPr>
              <a:t>与</a:t>
            </a:r>
            <a:r>
              <a:rPr lang="en-CN" altLang="en-CN" sz="2000" dirty="0">
                <a:solidFill>
                  <a:schemeClr val="bg2"/>
                </a:solidFill>
                <a:latin typeface="+mn-ea"/>
                <a:ea typeface="+mn-ea"/>
              </a:rPr>
              <a:t>地球表面的</a:t>
            </a:r>
            <a:r>
              <a:rPr lang="zh-CN" altLang="en-US" sz="2000" dirty="0">
                <a:solidFill>
                  <a:schemeClr val="bg2"/>
                </a:solidFill>
                <a:latin typeface="+mn-ea"/>
                <a:ea typeface="+mn-ea"/>
              </a:rPr>
              <a:t>距离，进而算得地表</a:t>
            </a:r>
            <a:r>
              <a:rPr lang="en-CN" altLang="en-CN" sz="2000" dirty="0">
                <a:solidFill>
                  <a:schemeClr val="bg2"/>
                </a:solidFill>
                <a:latin typeface="+mn-ea"/>
                <a:ea typeface="+mn-ea"/>
              </a:rPr>
              <a:t>高度</a:t>
            </a:r>
            <a:r>
              <a:rPr lang="zh-CN" altLang="en-US" sz="2000" dirty="0">
                <a:solidFill>
                  <a:schemeClr val="bg2"/>
                </a:solidFill>
                <a:latin typeface="+mn-ea"/>
                <a:ea typeface="+mn-ea"/>
              </a:rPr>
              <a:t>。</a:t>
            </a:r>
            <a:endParaRPr lang="en-US" altLang="zh-CN" sz="2000" dirty="0">
              <a:solidFill>
                <a:schemeClr val="bg2"/>
              </a:solidFill>
              <a:latin typeface="+mn-ea"/>
              <a:ea typeface="+mn-ea"/>
            </a:endParaRPr>
          </a:p>
          <a:p>
            <a:pPr algn="just">
              <a:lnSpc>
                <a:spcPct val="150000"/>
              </a:lnSpc>
            </a:pPr>
            <a:r>
              <a:rPr lang="en-US" altLang="zh-CN" sz="2000" dirty="0">
                <a:solidFill>
                  <a:schemeClr val="bg2"/>
                </a:solidFill>
                <a:latin typeface="+mn-ea"/>
                <a:ea typeface="+mn-ea"/>
              </a:rPr>
              <a:t>2</a:t>
            </a:r>
            <a:r>
              <a:rPr lang="zh-CN" altLang="en-US" sz="2000" dirty="0">
                <a:solidFill>
                  <a:schemeClr val="bg2"/>
                </a:solidFill>
                <a:latin typeface="+mn-ea"/>
                <a:ea typeface="+mn-ea"/>
              </a:rPr>
              <a:t>、利用</a:t>
            </a:r>
            <a:r>
              <a:rPr lang="en-US" sz="2000" dirty="0">
                <a:solidFill>
                  <a:schemeClr val="bg2"/>
                </a:solidFill>
                <a:latin typeface="+mn-ea"/>
                <a:ea typeface="+mn-ea"/>
              </a:rPr>
              <a:t>GPS</a:t>
            </a:r>
            <a:r>
              <a:rPr lang="zh-CN" altLang="en-US" sz="2000" dirty="0">
                <a:solidFill>
                  <a:schemeClr val="bg2"/>
                </a:solidFill>
                <a:latin typeface="+mn-ea"/>
                <a:ea typeface="+mn-ea"/>
              </a:rPr>
              <a:t>卫星和地面卫星跟踪系统，实时计算出测高卫星的运行轨迹（经纬度、高度、时间），从而实时得到卫星的高度。</a:t>
            </a:r>
            <a:endParaRPr lang="en-US" altLang="zh-CN" sz="2000" dirty="0">
              <a:solidFill>
                <a:schemeClr val="bg2"/>
              </a:solidFill>
              <a:latin typeface="+mn-ea"/>
              <a:ea typeface="+mn-ea"/>
            </a:endParaRPr>
          </a:p>
        </p:txBody>
      </p:sp>
      <p:sp>
        <p:nvSpPr>
          <p:cNvPr id="4" name="TextBox 3">
            <a:extLst>
              <a:ext uri="{FF2B5EF4-FFF2-40B4-BE49-F238E27FC236}">
                <a16:creationId xmlns:a16="http://schemas.microsoft.com/office/drawing/2014/main" id="{0EA38AF0-8EBC-A252-C01A-2AAEACE4C5C3}"/>
              </a:ext>
            </a:extLst>
          </p:cNvPr>
          <p:cNvSpPr txBox="1"/>
          <p:nvPr/>
        </p:nvSpPr>
        <p:spPr>
          <a:xfrm>
            <a:off x="350499" y="960892"/>
            <a:ext cx="4156185" cy="662489"/>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卫星测高基本原理</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341671187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a:latin typeface="+mn-ea"/>
              </a:rPr>
              <a:t>二</a:t>
            </a:r>
            <a:r>
              <a:rPr lang="en-US" altLang="zh-CN">
                <a:latin typeface="+mn-ea"/>
              </a:rPr>
              <a:t>. </a:t>
            </a:r>
            <a:r>
              <a:rPr lang="zh-CN" altLang="en-US">
                <a:latin typeface="微软雅黑" pitchFamily="34" charset="-122"/>
                <a:ea typeface="微软雅黑" pitchFamily="34" charset="-122"/>
              </a:rPr>
              <a:t>雷达测高误差改正</a:t>
            </a:r>
            <a:endParaRPr lang="zh-CN" altLang="en-US"/>
          </a:p>
        </p:txBody>
      </p:sp>
      <p:sp>
        <p:nvSpPr>
          <p:cNvPr id="10" name="Rectangle 2">
            <a:extLst>
              <a:ext uri="{FF2B5EF4-FFF2-40B4-BE49-F238E27FC236}">
                <a16:creationId xmlns:a16="http://schemas.microsoft.com/office/drawing/2014/main" id="{A6E6BECD-B07E-9BF4-D200-FD0D88C650E9}"/>
              </a:ext>
            </a:extLst>
          </p:cNvPr>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hangingPunct="0">
              <a:spcBef>
                <a:spcPct val="0"/>
              </a:spcBef>
              <a:defRPr>
                <a:solidFill>
                  <a:schemeClr val="tx1"/>
                </a:solidFill>
                <a:latin typeface="Arial" panose="020B0604020202020204" pitchFamily="34" charset="0"/>
              </a:defRPr>
            </a:lvl1pPr>
            <a:lvl2pPr algn="l" eaLnBrk="0" hangingPunct="0">
              <a:spcBef>
                <a:spcPct val="0"/>
              </a:spcBef>
              <a:defRPr>
                <a:solidFill>
                  <a:schemeClr val="tx1"/>
                </a:solidFill>
                <a:latin typeface="Arial" panose="020B0604020202020204" pitchFamily="34" charset="0"/>
              </a:defRPr>
            </a:lvl2pPr>
            <a:lvl3pPr algn="l" eaLnBrk="0" hangingPunct="0">
              <a:spcBef>
                <a:spcPct val="0"/>
              </a:spcBef>
              <a:defRPr>
                <a:solidFill>
                  <a:schemeClr val="tx1"/>
                </a:solidFill>
                <a:latin typeface="Arial" panose="020B0604020202020204" pitchFamily="34" charset="0"/>
              </a:defRPr>
            </a:lvl3pPr>
            <a:lvl4pPr algn="l" eaLnBrk="0" hangingPunct="0">
              <a:spcBef>
                <a:spcPct val="0"/>
              </a:spcBef>
              <a:defRPr>
                <a:solidFill>
                  <a:schemeClr val="tx1"/>
                </a:solidFill>
                <a:latin typeface="Arial" panose="020B0604020202020204" pitchFamily="34" charset="0"/>
              </a:defRPr>
            </a:lvl4pPr>
            <a:lvl5pPr algn="l" eaLnBrk="0" hangingPunct="0">
              <a:spcBef>
                <a:spcPct val="0"/>
              </a:spcBef>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CN" altLang="en-CN" sz="1800" b="0" i="0" u="none" strike="noStrike" cap="none" normalizeH="0" baseline="0">
              <a:ln>
                <a:noFill/>
              </a:ln>
              <a:solidFill>
                <a:schemeClr val="tx1"/>
              </a:solidFill>
              <a:effectLst/>
              <a:latin typeface="Arial" panose="020B0604020202020204" pitchFamily="34" charset="0"/>
            </a:endParaRPr>
          </a:p>
        </p:txBody>
      </p:sp>
      <p:sp>
        <p:nvSpPr>
          <p:cNvPr id="4" name="AutoShape 2" descr="\rho ">
            <a:extLst>
              <a:ext uri="{FF2B5EF4-FFF2-40B4-BE49-F238E27FC236}">
                <a16:creationId xmlns:a16="http://schemas.microsoft.com/office/drawing/2014/main" id="{4A2147B1-D84F-2F25-E438-D68B6FB4373B}"/>
              </a:ext>
            </a:extLst>
          </p:cNvPr>
          <p:cNvSpPr>
            <a:spLocks noChangeAspect="1" noChangeArrowheads="1"/>
          </p:cNvSpPr>
          <p:nvPr/>
        </p:nvSpPr>
        <p:spPr bwMode="auto">
          <a:xfrm>
            <a:off x="1071086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grpSp>
        <p:nvGrpSpPr>
          <p:cNvPr id="51" name="Group 50">
            <a:extLst>
              <a:ext uri="{FF2B5EF4-FFF2-40B4-BE49-F238E27FC236}">
                <a16:creationId xmlns:a16="http://schemas.microsoft.com/office/drawing/2014/main" id="{9F158E67-4241-8724-DD9B-E409D703629B}"/>
              </a:ext>
            </a:extLst>
          </p:cNvPr>
          <p:cNvGrpSpPr/>
          <p:nvPr/>
        </p:nvGrpSpPr>
        <p:grpSpPr>
          <a:xfrm>
            <a:off x="3456344" y="1219125"/>
            <a:ext cx="5087062" cy="6988252"/>
            <a:chOff x="4094746" y="1914988"/>
            <a:chExt cx="5087062" cy="6988252"/>
          </a:xfrm>
        </p:grpSpPr>
        <p:grpSp>
          <p:nvGrpSpPr>
            <p:cNvPr id="26" name="Group 25">
              <a:extLst>
                <a:ext uri="{FF2B5EF4-FFF2-40B4-BE49-F238E27FC236}">
                  <a16:creationId xmlns:a16="http://schemas.microsoft.com/office/drawing/2014/main" id="{AF6B05A6-EC68-A000-5978-5201459C7514}"/>
                </a:ext>
              </a:extLst>
            </p:cNvPr>
            <p:cNvGrpSpPr/>
            <p:nvPr/>
          </p:nvGrpSpPr>
          <p:grpSpPr>
            <a:xfrm>
              <a:off x="4506685" y="2211926"/>
              <a:ext cx="4675123" cy="6691314"/>
              <a:chOff x="5068763" y="1585167"/>
              <a:chExt cx="4675123" cy="6691314"/>
            </a:xfrm>
          </p:grpSpPr>
          <p:pic>
            <p:nvPicPr>
              <p:cNvPr id="27" name="Picture 26" descr="A picture containing dark&#10;&#10;Description automatically generated">
                <a:extLst>
                  <a:ext uri="{FF2B5EF4-FFF2-40B4-BE49-F238E27FC236}">
                    <a16:creationId xmlns:a16="http://schemas.microsoft.com/office/drawing/2014/main" id="{DFFBE064-8A6B-EC67-5F5F-20558D85E836}"/>
                  </a:ext>
                </a:extLst>
              </p:cNvPr>
              <p:cNvPicPr>
                <a:picLocks noChangeAspect="1"/>
              </p:cNvPicPr>
              <p:nvPr/>
            </p:nvPicPr>
            <p:blipFill>
              <a:blip r:embed="rId3"/>
              <a:stretch>
                <a:fillRect/>
              </a:stretch>
            </p:blipFill>
            <p:spPr>
              <a:xfrm>
                <a:off x="6438901" y="1585167"/>
                <a:ext cx="780524" cy="486252"/>
              </a:xfrm>
              <a:prstGeom prst="rect">
                <a:avLst/>
              </a:prstGeom>
            </p:spPr>
          </p:pic>
          <p:sp>
            <p:nvSpPr>
              <p:cNvPr id="28" name="Arc 27">
                <a:extLst>
                  <a:ext uri="{FF2B5EF4-FFF2-40B4-BE49-F238E27FC236}">
                    <a16:creationId xmlns:a16="http://schemas.microsoft.com/office/drawing/2014/main" id="{D75FBADC-81C7-0206-4D33-20B628C37229}"/>
                  </a:ext>
                </a:extLst>
              </p:cNvPr>
              <p:cNvSpPr/>
              <p:nvPr/>
            </p:nvSpPr>
            <p:spPr bwMode="auto">
              <a:xfrm rot="17781206">
                <a:off x="5751103" y="4283697"/>
                <a:ext cx="3310444" cy="4675123"/>
              </a:xfrm>
              <a:prstGeom prst="arc">
                <a:avLst>
                  <a:gd name="adj1" fmla="val 16972610"/>
                  <a:gd name="adj2" fmla="val 0"/>
                </a:avLst>
              </a:prstGeom>
              <a:ln>
                <a:headEnd type="none" w="med" len="med"/>
                <a:tailEnd type="none" w="med" len="med"/>
              </a:ln>
            </p:spPr>
            <p:style>
              <a:lnRef idx="1">
                <a:schemeClr val="dk1"/>
              </a:lnRef>
              <a:fillRef idx="0">
                <a:schemeClr val="dk1"/>
              </a:fillRef>
              <a:effectRef idx="0">
                <a:schemeClr val="dk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p:sp>
            <p:nvSpPr>
              <p:cNvPr id="29" name="Freeform 28">
                <a:extLst>
                  <a:ext uri="{FF2B5EF4-FFF2-40B4-BE49-F238E27FC236}">
                    <a16:creationId xmlns:a16="http://schemas.microsoft.com/office/drawing/2014/main" id="{86B8A217-8479-53C1-7C7F-6B313573304A}"/>
                  </a:ext>
                </a:extLst>
              </p:cNvPr>
              <p:cNvSpPr/>
              <p:nvPr/>
            </p:nvSpPr>
            <p:spPr>
              <a:xfrm>
                <a:off x="5390682" y="4165710"/>
                <a:ext cx="2722880" cy="567059"/>
              </a:xfrm>
              <a:custGeom>
                <a:avLst/>
                <a:gdLst>
                  <a:gd name="connsiteX0" fmla="*/ 0 w 2722880"/>
                  <a:gd name="connsiteY0" fmla="*/ 516259 h 567059"/>
                  <a:gd name="connsiteX1" fmla="*/ 274320 w 2722880"/>
                  <a:gd name="connsiteY1" fmla="*/ 414659 h 567059"/>
                  <a:gd name="connsiteX2" fmla="*/ 538480 w 2722880"/>
                  <a:gd name="connsiteY2" fmla="*/ 414659 h 567059"/>
                  <a:gd name="connsiteX3" fmla="*/ 721360 w 2722880"/>
                  <a:gd name="connsiteY3" fmla="*/ 333379 h 567059"/>
                  <a:gd name="connsiteX4" fmla="*/ 955040 w 2722880"/>
                  <a:gd name="connsiteY4" fmla="*/ 262259 h 567059"/>
                  <a:gd name="connsiteX5" fmla="*/ 1300480 w 2722880"/>
                  <a:gd name="connsiteY5" fmla="*/ 28579 h 567059"/>
                  <a:gd name="connsiteX6" fmla="*/ 1656080 w 2722880"/>
                  <a:gd name="connsiteY6" fmla="*/ 18419 h 567059"/>
                  <a:gd name="connsiteX7" fmla="*/ 2052320 w 2722880"/>
                  <a:gd name="connsiteY7" fmla="*/ 160659 h 567059"/>
                  <a:gd name="connsiteX8" fmla="*/ 2255520 w 2722880"/>
                  <a:gd name="connsiteY8" fmla="*/ 353699 h 567059"/>
                  <a:gd name="connsiteX9" fmla="*/ 2641600 w 2722880"/>
                  <a:gd name="connsiteY9" fmla="*/ 465459 h 567059"/>
                  <a:gd name="connsiteX10" fmla="*/ 2722880 w 2722880"/>
                  <a:gd name="connsiteY10" fmla="*/ 567059 h 56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22880" h="567059">
                    <a:moveTo>
                      <a:pt x="0" y="516259"/>
                    </a:moveTo>
                    <a:cubicBezTo>
                      <a:pt x="92286" y="473925"/>
                      <a:pt x="184573" y="431592"/>
                      <a:pt x="274320" y="414659"/>
                    </a:cubicBezTo>
                    <a:cubicBezTo>
                      <a:pt x="364067" y="397726"/>
                      <a:pt x="463973" y="428206"/>
                      <a:pt x="538480" y="414659"/>
                    </a:cubicBezTo>
                    <a:cubicBezTo>
                      <a:pt x="612987" y="401112"/>
                      <a:pt x="651933" y="358779"/>
                      <a:pt x="721360" y="333379"/>
                    </a:cubicBezTo>
                    <a:cubicBezTo>
                      <a:pt x="790787" y="307979"/>
                      <a:pt x="858520" y="313059"/>
                      <a:pt x="955040" y="262259"/>
                    </a:cubicBezTo>
                    <a:cubicBezTo>
                      <a:pt x="1051560" y="211459"/>
                      <a:pt x="1183640" y="69219"/>
                      <a:pt x="1300480" y="28579"/>
                    </a:cubicBezTo>
                    <a:cubicBezTo>
                      <a:pt x="1417320" y="-12061"/>
                      <a:pt x="1530773" y="-3594"/>
                      <a:pt x="1656080" y="18419"/>
                    </a:cubicBezTo>
                    <a:cubicBezTo>
                      <a:pt x="1781387" y="40432"/>
                      <a:pt x="1952413" y="104779"/>
                      <a:pt x="2052320" y="160659"/>
                    </a:cubicBezTo>
                    <a:cubicBezTo>
                      <a:pt x="2152227" y="216539"/>
                      <a:pt x="2157307" y="302899"/>
                      <a:pt x="2255520" y="353699"/>
                    </a:cubicBezTo>
                    <a:cubicBezTo>
                      <a:pt x="2353733" y="404499"/>
                      <a:pt x="2563707" y="429899"/>
                      <a:pt x="2641600" y="465459"/>
                    </a:cubicBezTo>
                    <a:cubicBezTo>
                      <a:pt x="2719493" y="501019"/>
                      <a:pt x="2721186" y="534039"/>
                      <a:pt x="2722880" y="567059"/>
                    </a:cubicBezTo>
                  </a:path>
                </a:pathLst>
              </a:custGeom>
            </p:spPr>
            <p:style>
              <a:lnRef idx="1">
                <a:schemeClr val="accent1"/>
              </a:lnRef>
              <a:fillRef idx="0">
                <a:schemeClr val="accent1"/>
              </a:fillRef>
              <a:effectRef idx="0">
                <a:schemeClr val="accent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p:sp>
            <p:nvSpPr>
              <p:cNvPr id="30" name="Oval 29">
                <a:extLst>
                  <a:ext uri="{FF2B5EF4-FFF2-40B4-BE49-F238E27FC236}">
                    <a16:creationId xmlns:a16="http://schemas.microsoft.com/office/drawing/2014/main" id="{FBE7E3EE-78CB-0CF8-430D-9FE72501E16F}"/>
                  </a:ext>
                </a:extLst>
              </p:cNvPr>
              <p:cNvSpPr/>
              <p:nvPr/>
            </p:nvSpPr>
            <p:spPr>
              <a:xfrm flipV="1">
                <a:off x="6768164" y="4131959"/>
                <a:ext cx="77041" cy="73021"/>
              </a:xfrm>
              <a:prstGeom prst="ellipse">
                <a:avLst/>
              </a:prstGeom>
              <a:solidFill>
                <a:schemeClr val="accent3"/>
              </a:solidFill>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cxnSp>
            <p:nvCxnSpPr>
              <p:cNvPr id="31" name="Straight Arrow Connector 30">
                <a:extLst>
                  <a:ext uri="{FF2B5EF4-FFF2-40B4-BE49-F238E27FC236}">
                    <a16:creationId xmlns:a16="http://schemas.microsoft.com/office/drawing/2014/main" id="{8F71F34E-409D-23D1-BCAB-5BA09935C954}"/>
                  </a:ext>
                </a:extLst>
              </p:cNvPr>
              <p:cNvCxnSpPr>
                <a:cxnSpLocks/>
              </p:cNvCxnSpPr>
              <p:nvPr/>
            </p:nvCxnSpPr>
            <p:spPr bwMode="auto">
              <a:xfrm>
                <a:off x="6790642" y="1937148"/>
                <a:ext cx="5610" cy="219301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33347CCF-2595-6233-309A-B30517A92523}"/>
                  </a:ext>
                </a:extLst>
              </p:cNvPr>
              <p:cNvCxnSpPr>
                <a:cxnSpLocks/>
              </p:cNvCxnSpPr>
              <p:nvPr/>
            </p:nvCxnSpPr>
            <p:spPr bwMode="auto">
              <a:xfrm>
                <a:off x="6809009" y="4206415"/>
                <a:ext cx="0" cy="59166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C31DC97C-6934-38F2-BF03-EB29D95217E6}"/>
                  </a:ext>
                </a:extLst>
              </p:cNvPr>
              <p:cNvSpPr txBox="1"/>
              <p:nvPr/>
            </p:nvSpPr>
            <p:spPr>
              <a:xfrm>
                <a:off x="6798514" y="2943446"/>
                <a:ext cx="986342" cy="430887"/>
              </a:xfrm>
              <a:prstGeom prst="rect">
                <a:avLst/>
              </a:prstGeom>
              <a:noFill/>
            </p:spPr>
            <p:txBody>
              <a:bodyPr wrap="square" rtlCol="0">
                <a:spAutoFit/>
              </a:bodyPr>
              <a:lstStyle/>
              <a:p>
                <a:r>
                  <a:rPr lang="en-CN" sz="1100">
                    <a:solidFill>
                      <a:schemeClr val="bg2"/>
                    </a:solidFill>
                    <a:latin typeface="+mn-ea"/>
                    <a:ea typeface="+mn-ea"/>
                  </a:rPr>
                  <a:t>卫星到星下点距离D</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C25A726-EBA5-8CFD-8030-F41A26319B18}"/>
                      </a:ext>
                    </a:extLst>
                  </p:cNvPr>
                  <p:cNvSpPr txBox="1"/>
                  <p:nvPr/>
                </p:nvSpPr>
                <p:spPr>
                  <a:xfrm>
                    <a:off x="6755066" y="4362507"/>
                    <a:ext cx="765990" cy="338554"/>
                  </a:xfrm>
                  <a:prstGeom prst="rect">
                    <a:avLst/>
                  </a:prstGeom>
                  <a:noFill/>
                </p:spPr>
                <p:txBody>
                  <a:bodyPr wrap="square" rtlCol="0">
                    <a:spAutoFit/>
                  </a:bodyPr>
                  <a:lstStyle/>
                  <a:p>
                    <a:r>
                      <a:rPr lang="en-CN" sz="800">
                        <a:solidFill>
                          <a:schemeClr val="bg2"/>
                        </a:solidFill>
                        <a:latin typeface="+mn-ea"/>
                        <a:ea typeface="+mn-ea"/>
                      </a:rPr>
                      <a:t>星下点地面正高</a:t>
                    </a:r>
                    <a14:m>
                      <m:oMath xmlns:m="http://schemas.openxmlformats.org/officeDocument/2006/math">
                        <m:sSub>
                          <m:sSubPr>
                            <m:ctrlPr>
                              <a:rPr lang="en-CN" sz="800" i="1" dirty="0" smtClean="0">
                                <a:solidFill>
                                  <a:schemeClr val="bg2"/>
                                </a:solidFill>
                                <a:latin typeface="Cambria Math" panose="02040503050406030204" pitchFamily="18" charset="0"/>
                                <a:ea typeface="+mn-ea"/>
                              </a:rPr>
                            </m:ctrlPr>
                          </m:sSubPr>
                          <m:e>
                            <m:r>
                              <m:rPr>
                                <m:sty m:val="p"/>
                              </m:rPr>
                              <a:rPr lang="en-CN" sz="800" i="1" dirty="0">
                                <a:solidFill>
                                  <a:schemeClr val="bg2"/>
                                </a:solidFill>
                                <a:latin typeface="Cambria Math" panose="02040503050406030204" pitchFamily="18" charset="0"/>
                                <a:ea typeface="+mn-ea"/>
                              </a:rPr>
                              <m:t>H</m:t>
                            </m:r>
                          </m:e>
                          <m:sub>
                            <m:r>
                              <a:rPr lang="en-US" sz="800" b="0" i="1" dirty="0" smtClean="0">
                                <a:solidFill>
                                  <a:schemeClr val="bg2"/>
                                </a:solidFill>
                                <a:latin typeface="Cambria Math" panose="02040503050406030204" pitchFamily="18" charset="0"/>
                                <a:ea typeface="+mn-ea"/>
                              </a:rPr>
                              <m:t>𝑙𝑎𝑛𝑑</m:t>
                            </m:r>
                          </m:sub>
                        </m:sSub>
                      </m:oMath>
                    </a14:m>
                    <a:endParaRPr lang="en-CN" sz="800">
                      <a:solidFill>
                        <a:schemeClr val="bg2"/>
                      </a:solidFill>
                      <a:latin typeface="+mn-ea"/>
                      <a:ea typeface="+mn-ea"/>
                    </a:endParaRPr>
                  </a:p>
                </p:txBody>
              </p:sp>
            </mc:Choice>
            <mc:Fallback xmlns="">
              <p:sp>
                <p:nvSpPr>
                  <p:cNvPr id="34" name="TextBox 33">
                    <a:extLst>
                      <a:ext uri="{FF2B5EF4-FFF2-40B4-BE49-F238E27FC236}">
                        <a16:creationId xmlns:a16="http://schemas.microsoft.com/office/drawing/2014/main" id="{4C25A726-EBA5-8CFD-8030-F41A26319B18}"/>
                      </a:ext>
                    </a:extLst>
                  </p:cNvPr>
                  <p:cNvSpPr txBox="1">
                    <a:spLocks noRot="1" noChangeAspect="1" noMove="1" noResize="1" noEditPoints="1" noAdjustHandles="1" noChangeArrowheads="1" noChangeShapeType="1" noTextEdit="1"/>
                  </p:cNvSpPr>
                  <p:nvPr/>
                </p:nvSpPr>
                <p:spPr>
                  <a:xfrm>
                    <a:off x="6755066" y="4362507"/>
                    <a:ext cx="765990" cy="338554"/>
                  </a:xfrm>
                  <a:prstGeom prst="rect">
                    <a:avLst/>
                  </a:prstGeom>
                  <a:blipFill>
                    <a:blip r:embed="rId4"/>
                    <a:stretch>
                      <a:fillRect b="-3571"/>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BF904D18-B7A4-A632-5039-AABF91C29068}"/>
                  </a:ext>
                </a:extLst>
              </p:cNvPr>
              <p:cNvSpPr txBox="1"/>
              <p:nvPr/>
            </p:nvSpPr>
            <p:spPr>
              <a:xfrm>
                <a:off x="5925044" y="4914745"/>
                <a:ext cx="831645" cy="276999"/>
              </a:xfrm>
              <a:prstGeom prst="rect">
                <a:avLst/>
              </a:prstGeom>
              <a:noFill/>
            </p:spPr>
            <p:txBody>
              <a:bodyPr wrap="square" rtlCol="0">
                <a:spAutoFit/>
              </a:bodyPr>
              <a:lstStyle/>
              <a:p>
                <a:r>
                  <a:rPr lang="en-CN" sz="1200">
                    <a:solidFill>
                      <a:schemeClr val="bg2"/>
                    </a:solidFill>
                    <a:latin typeface="+mn-ea"/>
                    <a:ea typeface="+mn-ea"/>
                  </a:rPr>
                  <a:t>参考椭球</a:t>
                </a:r>
              </a:p>
            </p:txBody>
          </p:sp>
          <p:cxnSp>
            <p:nvCxnSpPr>
              <p:cNvPr id="36" name="Straight Arrow Connector 35">
                <a:extLst>
                  <a:ext uri="{FF2B5EF4-FFF2-40B4-BE49-F238E27FC236}">
                    <a16:creationId xmlns:a16="http://schemas.microsoft.com/office/drawing/2014/main" id="{8027102F-133E-71AF-3A90-6428B26D53FF}"/>
                  </a:ext>
                </a:extLst>
              </p:cNvPr>
              <p:cNvCxnSpPr>
                <a:cxnSpLocks/>
              </p:cNvCxnSpPr>
              <p:nvPr/>
            </p:nvCxnSpPr>
            <p:spPr bwMode="auto">
              <a:xfrm flipH="1">
                <a:off x="6606955" y="1940193"/>
                <a:ext cx="25239" cy="286828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965C789-7877-8E21-A073-186AF0715237}"/>
                      </a:ext>
                    </a:extLst>
                  </p:cNvPr>
                  <p:cNvSpPr txBox="1"/>
                  <p:nvPr/>
                </p:nvSpPr>
                <p:spPr>
                  <a:xfrm>
                    <a:off x="5579904" y="3038229"/>
                    <a:ext cx="981177" cy="461665"/>
                  </a:xfrm>
                  <a:prstGeom prst="rect">
                    <a:avLst/>
                  </a:prstGeom>
                  <a:noFill/>
                </p:spPr>
                <p:txBody>
                  <a:bodyPr wrap="square" rtlCol="0">
                    <a:spAutoFit/>
                  </a:bodyPr>
                  <a:lstStyle/>
                  <a:p>
                    <a:r>
                      <a:rPr lang="en-CN" sz="1200">
                        <a:solidFill>
                          <a:schemeClr val="bg2"/>
                        </a:solidFill>
                        <a:latin typeface="+mn-ea"/>
                        <a:ea typeface="+mn-ea"/>
                      </a:rPr>
                      <a:t>卫星的椭球高</a:t>
                    </a:r>
                    <a14:m>
                      <m:oMath xmlns:m="http://schemas.openxmlformats.org/officeDocument/2006/math">
                        <m:sSub>
                          <m:sSubPr>
                            <m:ctrlPr>
                              <a:rPr lang="en-CN" sz="1200" i="1" smtClean="0">
                                <a:solidFill>
                                  <a:schemeClr val="bg2"/>
                                </a:solidFill>
                                <a:latin typeface="Cambria Math" panose="02040503050406030204" pitchFamily="18" charset="0"/>
                                <a:ea typeface="+mn-ea"/>
                              </a:rPr>
                            </m:ctrlPr>
                          </m:sSubPr>
                          <m:e>
                            <m:r>
                              <a:rPr lang="en-US" sz="1200" b="0" i="1" smtClean="0">
                                <a:solidFill>
                                  <a:schemeClr val="bg2"/>
                                </a:solidFill>
                                <a:latin typeface="Cambria Math" panose="02040503050406030204" pitchFamily="18" charset="0"/>
                                <a:ea typeface="+mn-ea"/>
                              </a:rPr>
                              <m:t>𝐻</m:t>
                            </m:r>
                          </m:e>
                          <m:sub>
                            <m:r>
                              <m:rPr>
                                <m:sty m:val="p"/>
                              </m:rPr>
                              <a:rPr lang="en-CN" sz="1200" i="1">
                                <a:solidFill>
                                  <a:schemeClr val="bg2"/>
                                </a:solidFill>
                                <a:latin typeface="Cambria Math" panose="02040503050406030204" pitchFamily="18" charset="0"/>
                                <a:ea typeface="+mn-ea"/>
                              </a:rPr>
                              <m:t>sat</m:t>
                            </m:r>
                          </m:sub>
                        </m:sSub>
                      </m:oMath>
                    </a14:m>
                    <a:endParaRPr lang="en-CN" sz="1200">
                      <a:solidFill>
                        <a:schemeClr val="bg2"/>
                      </a:solidFill>
                      <a:latin typeface="+mn-ea"/>
                      <a:ea typeface="+mn-ea"/>
                    </a:endParaRPr>
                  </a:p>
                </p:txBody>
              </p:sp>
            </mc:Choice>
            <mc:Fallback xmlns="">
              <p:sp>
                <p:nvSpPr>
                  <p:cNvPr id="37" name="TextBox 36">
                    <a:extLst>
                      <a:ext uri="{FF2B5EF4-FFF2-40B4-BE49-F238E27FC236}">
                        <a16:creationId xmlns:a16="http://schemas.microsoft.com/office/drawing/2014/main" id="{D965C789-7877-8E21-A073-186AF0715237}"/>
                      </a:ext>
                    </a:extLst>
                  </p:cNvPr>
                  <p:cNvSpPr txBox="1">
                    <a:spLocks noRot="1" noChangeAspect="1" noMove="1" noResize="1" noEditPoints="1" noAdjustHandles="1" noChangeArrowheads="1" noChangeShapeType="1" noTextEdit="1"/>
                  </p:cNvSpPr>
                  <p:nvPr/>
                </p:nvSpPr>
                <p:spPr>
                  <a:xfrm>
                    <a:off x="5579904" y="3038229"/>
                    <a:ext cx="981177" cy="461665"/>
                  </a:xfrm>
                  <a:prstGeom prst="rect">
                    <a:avLst/>
                  </a:prstGeom>
                  <a:blipFill>
                    <a:blip r:embed="rId5"/>
                    <a:stretch>
                      <a:fillRect b="-9211"/>
                    </a:stretch>
                  </a:blipFill>
                </p:spPr>
                <p:txBody>
                  <a:bodyPr/>
                  <a:lstStyle/>
                  <a:p>
                    <a:r>
                      <a:rPr lang="en-US">
                        <a:noFill/>
                      </a:rPr>
                      <a:t> </a:t>
                    </a:r>
                  </a:p>
                </p:txBody>
              </p:sp>
            </mc:Fallback>
          </mc:AlternateContent>
        </p:grpSp>
        <p:sp>
          <p:nvSpPr>
            <p:cNvPr id="2" name="Rectangle 1">
              <a:extLst>
                <a:ext uri="{FF2B5EF4-FFF2-40B4-BE49-F238E27FC236}">
                  <a16:creationId xmlns:a16="http://schemas.microsoft.com/office/drawing/2014/main" id="{46444304-B22B-D388-5DAA-07836F41551E}"/>
                </a:ext>
              </a:extLst>
            </p:cNvPr>
            <p:cNvSpPr/>
            <p:nvPr/>
          </p:nvSpPr>
          <p:spPr>
            <a:xfrm>
              <a:off x="4094746" y="1940204"/>
              <a:ext cx="1265134" cy="1029601"/>
            </a:xfrm>
            <a:prstGeom prst="rect">
              <a:avLst/>
            </a:prstGeom>
            <a:noFill/>
            <a:ln>
              <a:solidFill>
                <a:schemeClr val="bg2"/>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sp>
          <p:nvSpPr>
            <p:cNvPr id="7" name="TextBox 6">
              <a:extLst>
                <a:ext uri="{FF2B5EF4-FFF2-40B4-BE49-F238E27FC236}">
                  <a16:creationId xmlns:a16="http://schemas.microsoft.com/office/drawing/2014/main" id="{AB3DC409-5008-EE5C-A934-8152F7FE7EB2}"/>
                </a:ext>
              </a:extLst>
            </p:cNvPr>
            <p:cNvSpPr txBox="1"/>
            <p:nvPr/>
          </p:nvSpPr>
          <p:spPr>
            <a:xfrm>
              <a:off x="4118192" y="1914988"/>
              <a:ext cx="1222638" cy="1107996"/>
            </a:xfrm>
            <a:prstGeom prst="rect">
              <a:avLst/>
            </a:prstGeom>
            <a:noFill/>
          </p:spPr>
          <p:txBody>
            <a:bodyPr wrap="square" rtlCol="0">
              <a:spAutoFit/>
            </a:bodyPr>
            <a:lstStyle/>
            <a:p>
              <a:pPr algn="just"/>
              <a:r>
                <a:rPr lang="en-CN" sz="1200" dirty="0">
                  <a:solidFill>
                    <a:schemeClr val="bg2"/>
                  </a:solidFill>
                </a:rPr>
                <a:t>仪器改正</a:t>
              </a:r>
            </a:p>
            <a:p>
              <a:pPr marL="228600" indent="-228600" algn="just">
                <a:buAutoNum type="arabicPeriod"/>
              </a:pPr>
              <a:r>
                <a:rPr lang="zh-CN" altLang="en-US" sz="1200" dirty="0">
                  <a:solidFill>
                    <a:schemeClr val="bg2"/>
                  </a:solidFill>
                </a:rPr>
                <a:t>仪器噪声</a:t>
              </a:r>
              <a:endParaRPr lang="en-US" altLang="zh-CN" sz="1200" dirty="0">
                <a:solidFill>
                  <a:schemeClr val="bg2"/>
                </a:solidFill>
              </a:endParaRPr>
            </a:p>
            <a:p>
              <a:pPr marL="228600" indent="-228600" algn="just">
                <a:buAutoNum type="arabicPeriod"/>
              </a:pPr>
              <a:r>
                <a:rPr lang="zh-CN" altLang="en-US" sz="1200" dirty="0">
                  <a:solidFill>
                    <a:schemeClr val="bg2"/>
                  </a:solidFill>
                </a:rPr>
                <a:t>仪器偏差</a:t>
              </a:r>
              <a:endParaRPr lang="en-US" altLang="zh-CN" sz="1200" dirty="0">
                <a:solidFill>
                  <a:schemeClr val="bg2"/>
                </a:solidFill>
              </a:endParaRPr>
            </a:p>
            <a:p>
              <a:pPr marL="228600" indent="-228600" algn="just">
                <a:buAutoNum type="arabicPeriod"/>
              </a:pPr>
              <a:r>
                <a:rPr lang="zh-CN" altLang="en-US" sz="1200" dirty="0">
                  <a:solidFill>
                    <a:schemeClr val="bg2"/>
                  </a:solidFill>
                </a:rPr>
                <a:t>钟误差</a:t>
              </a:r>
              <a:endParaRPr lang="en-CN" sz="1200" dirty="0">
                <a:solidFill>
                  <a:schemeClr val="bg2"/>
                </a:solidFill>
              </a:endParaRPr>
            </a:p>
          </p:txBody>
        </p:sp>
        <p:grpSp>
          <p:nvGrpSpPr>
            <p:cNvPr id="24" name="Group 23">
              <a:extLst>
                <a:ext uri="{FF2B5EF4-FFF2-40B4-BE49-F238E27FC236}">
                  <a16:creationId xmlns:a16="http://schemas.microsoft.com/office/drawing/2014/main" id="{9352A629-5B54-10B2-9990-7A7BBBF0D0AC}"/>
                </a:ext>
              </a:extLst>
            </p:cNvPr>
            <p:cNvGrpSpPr/>
            <p:nvPr/>
          </p:nvGrpSpPr>
          <p:grpSpPr>
            <a:xfrm>
              <a:off x="7129552" y="1967234"/>
              <a:ext cx="1834716" cy="1107996"/>
              <a:chOff x="6983689" y="1986399"/>
              <a:chExt cx="1834716" cy="1107996"/>
            </a:xfrm>
          </p:grpSpPr>
          <p:sp>
            <p:nvSpPr>
              <p:cNvPr id="9" name="Rectangle 8">
                <a:extLst>
                  <a:ext uri="{FF2B5EF4-FFF2-40B4-BE49-F238E27FC236}">
                    <a16:creationId xmlns:a16="http://schemas.microsoft.com/office/drawing/2014/main" id="{1E73D84F-15C6-C9C6-985F-B7FFB0B7BD39}"/>
                  </a:ext>
                </a:extLst>
              </p:cNvPr>
              <p:cNvSpPr/>
              <p:nvPr/>
            </p:nvSpPr>
            <p:spPr>
              <a:xfrm>
                <a:off x="7009088" y="2022516"/>
                <a:ext cx="1265134" cy="1030586"/>
              </a:xfrm>
              <a:prstGeom prst="rect">
                <a:avLst/>
              </a:prstGeom>
              <a:noFill/>
              <a:ln>
                <a:solidFill>
                  <a:schemeClr val="bg2"/>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sp>
            <p:nvSpPr>
              <p:cNvPr id="13" name="TextBox 12">
                <a:extLst>
                  <a:ext uri="{FF2B5EF4-FFF2-40B4-BE49-F238E27FC236}">
                    <a16:creationId xmlns:a16="http://schemas.microsoft.com/office/drawing/2014/main" id="{871EF47B-EDF5-10E5-44DF-68704C1E6AD8}"/>
                  </a:ext>
                </a:extLst>
              </p:cNvPr>
              <p:cNvSpPr txBox="1"/>
              <p:nvPr/>
            </p:nvSpPr>
            <p:spPr>
              <a:xfrm>
                <a:off x="6983689" y="1986399"/>
                <a:ext cx="1834716" cy="1107996"/>
              </a:xfrm>
              <a:prstGeom prst="rect">
                <a:avLst/>
              </a:prstGeom>
              <a:noFill/>
            </p:spPr>
            <p:txBody>
              <a:bodyPr wrap="square" rtlCol="0">
                <a:spAutoFit/>
              </a:bodyPr>
              <a:lstStyle/>
              <a:p>
                <a:pPr algn="just"/>
                <a:r>
                  <a:rPr lang="en-CN" sz="1200" dirty="0">
                    <a:solidFill>
                      <a:schemeClr val="bg2"/>
                    </a:solidFill>
                  </a:rPr>
                  <a:t>信号传播改正</a:t>
                </a:r>
              </a:p>
              <a:p>
                <a:pPr marL="228600" indent="-228600" algn="just">
                  <a:buAutoNum type="arabicPeriod"/>
                </a:pPr>
                <a:r>
                  <a:rPr lang="zh-CN" altLang="en-US" sz="1200" dirty="0">
                    <a:solidFill>
                      <a:schemeClr val="bg2"/>
                    </a:solidFill>
                  </a:rPr>
                  <a:t>干对流层改正</a:t>
                </a:r>
                <a:endParaRPr lang="en-US" altLang="zh-CN" sz="1200" dirty="0">
                  <a:solidFill>
                    <a:schemeClr val="bg2"/>
                  </a:solidFill>
                </a:endParaRPr>
              </a:p>
              <a:p>
                <a:pPr marL="228600" indent="-228600" algn="just">
                  <a:buFontTx/>
                  <a:buAutoNum type="arabicPeriod"/>
                </a:pPr>
                <a:r>
                  <a:rPr lang="zh-CN" altLang="en-US" sz="1200" dirty="0">
                    <a:solidFill>
                      <a:schemeClr val="bg2"/>
                    </a:solidFill>
                  </a:rPr>
                  <a:t>湿对流层改正</a:t>
                </a:r>
                <a:endParaRPr lang="en-US" altLang="zh-CN" sz="1200" dirty="0">
                  <a:solidFill>
                    <a:schemeClr val="bg2"/>
                  </a:solidFill>
                </a:endParaRPr>
              </a:p>
              <a:p>
                <a:pPr marL="228600" indent="-228600" algn="just">
                  <a:buAutoNum type="arabicPeriod"/>
                </a:pPr>
                <a:r>
                  <a:rPr lang="zh-CN" altLang="en-US" sz="1200" dirty="0">
                    <a:solidFill>
                      <a:schemeClr val="bg2"/>
                    </a:solidFill>
                  </a:rPr>
                  <a:t>电离层改正</a:t>
                </a:r>
                <a:endParaRPr lang="en-US" altLang="zh-CN" sz="1200" dirty="0">
                  <a:solidFill>
                    <a:schemeClr val="bg2"/>
                  </a:solidFill>
                </a:endParaRPr>
              </a:p>
            </p:txBody>
          </p:sp>
        </p:grpSp>
        <p:grpSp>
          <p:nvGrpSpPr>
            <p:cNvPr id="45" name="Group 44">
              <a:extLst>
                <a:ext uri="{FF2B5EF4-FFF2-40B4-BE49-F238E27FC236}">
                  <a16:creationId xmlns:a16="http://schemas.microsoft.com/office/drawing/2014/main" id="{3901B23C-F4E5-38BD-9C7F-D6CD88025343}"/>
                </a:ext>
              </a:extLst>
            </p:cNvPr>
            <p:cNvGrpSpPr/>
            <p:nvPr/>
          </p:nvGrpSpPr>
          <p:grpSpPr>
            <a:xfrm>
              <a:off x="7362436" y="3861771"/>
              <a:ext cx="1167956" cy="1765953"/>
              <a:chOff x="7351162" y="3617226"/>
              <a:chExt cx="1167956" cy="1765953"/>
            </a:xfrm>
          </p:grpSpPr>
          <p:sp>
            <p:nvSpPr>
              <p:cNvPr id="14" name="Rectangle 13">
                <a:extLst>
                  <a:ext uri="{FF2B5EF4-FFF2-40B4-BE49-F238E27FC236}">
                    <a16:creationId xmlns:a16="http://schemas.microsoft.com/office/drawing/2014/main" id="{9E12ED47-1F4E-A3D7-A359-ACF534F700BD}"/>
                  </a:ext>
                </a:extLst>
              </p:cNvPr>
              <p:cNvSpPr/>
              <p:nvPr/>
            </p:nvSpPr>
            <p:spPr>
              <a:xfrm>
                <a:off x="7351162" y="3617226"/>
                <a:ext cx="1167956" cy="1255083"/>
              </a:xfrm>
              <a:prstGeom prst="rect">
                <a:avLst/>
              </a:prstGeom>
              <a:noFill/>
              <a:ln>
                <a:solidFill>
                  <a:schemeClr val="bg2"/>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sp>
            <p:nvSpPr>
              <p:cNvPr id="15" name="TextBox 14">
                <a:extLst>
                  <a:ext uri="{FF2B5EF4-FFF2-40B4-BE49-F238E27FC236}">
                    <a16:creationId xmlns:a16="http://schemas.microsoft.com/office/drawing/2014/main" id="{B5035B08-963D-A47C-BE6E-252BC493B7D4}"/>
                  </a:ext>
                </a:extLst>
              </p:cNvPr>
              <p:cNvSpPr txBox="1"/>
              <p:nvPr/>
            </p:nvSpPr>
            <p:spPr>
              <a:xfrm>
                <a:off x="7351163" y="3628853"/>
                <a:ext cx="1161013" cy="1754326"/>
              </a:xfrm>
              <a:prstGeom prst="rect">
                <a:avLst/>
              </a:prstGeom>
              <a:noFill/>
            </p:spPr>
            <p:txBody>
              <a:bodyPr wrap="square" rtlCol="0">
                <a:spAutoFit/>
              </a:bodyPr>
              <a:lstStyle/>
              <a:p>
                <a:pPr algn="just"/>
                <a:r>
                  <a:rPr lang="en-CN" sz="1200">
                    <a:solidFill>
                      <a:schemeClr val="bg2"/>
                    </a:solidFill>
                  </a:rPr>
                  <a:t>地球物理改正</a:t>
                </a:r>
              </a:p>
              <a:p>
                <a:pPr marL="228600" indent="-228600" algn="just">
                  <a:buAutoNum type="arabicPeriod"/>
                </a:pPr>
                <a:r>
                  <a:rPr lang="zh-CN" altLang="en-US" sz="1200">
                    <a:solidFill>
                      <a:schemeClr val="bg2"/>
                    </a:solidFill>
                  </a:rPr>
                  <a:t>海洋潮汐</a:t>
                </a:r>
                <a:endParaRPr lang="en-US" altLang="zh-CN" sz="1200">
                  <a:solidFill>
                    <a:schemeClr val="bg2"/>
                  </a:solidFill>
                </a:endParaRPr>
              </a:p>
              <a:p>
                <a:pPr marL="228600" indent="-228600" algn="just">
                  <a:buFontTx/>
                  <a:buAutoNum type="arabicPeriod"/>
                </a:pPr>
                <a:r>
                  <a:rPr lang="zh-CN" altLang="en-US" sz="1200">
                    <a:solidFill>
                      <a:schemeClr val="bg2"/>
                    </a:solidFill>
                  </a:rPr>
                  <a:t>固体地球潮</a:t>
                </a:r>
                <a:endParaRPr lang="en-US" altLang="zh-CN" sz="1200">
                  <a:solidFill>
                    <a:schemeClr val="bg2"/>
                  </a:solidFill>
                </a:endParaRPr>
              </a:p>
              <a:p>
                <a:pPr marL="228600" indent="-228600" algn="just">
                  <a:buAutoNum type="arabicPeriod"/>
                </a:pPr>
                <a:r>
                  <a:rPr lang="zh-CN" altLang="en-US" sz="1200">
                    <a:solidFill>
                      <a:schemeClr val="bg2"/>
                    </a:solidFill>
                  </a:rPr>
                  <a:t>极潮</a:t>
                </a:r>
                <a:endParaRPr lang="en-US" altLang="zh-CN" sz="1200">
                  <a:solidFill>
                    <a:schemeClr val="bg2"/>
                  </a:solidFill>
                </a:endParaRPr>
              </a:p>
              <a:p>
                <a:pPr marL="228600" indent="-228600" algn="just">
                  <a:buAutoNum type="arabicPeriod"/>
                </a:pPr>
                <a:r>
                  <a:rPr lang="zh-CN" altLang="en-US" sz="1200">
                    <a:solidFill>
                      <a:schemeClr val="bg2"/>
                    </a:solidFill>
                  </a:rPr>
                  <a:t>动态大气压</a:t>
                </a:r>
                <a:endParaRPr lang="en-US" altLang="zh-CN" sz="1200">
                  <a:solidFill>
                    <a:schemeClr val="bg2"/>
                  </a:solidFill>
                </a:endParaRPr>
              </a:p>
            </p:txBody>
          </p:sp>
        </p:grpSp>
        <p:sp>
          <p:nvSpPr>
            <p:cNvPr id="16" name="Cloud 15">
              <a:extLst>
                <a:ext uri="{FF2B5EF4-FFF2-40B4-BE49-F238E27FC236}">
                  <a16:creationId xmlns:a16="http://schemas.microsoft.com/office/drawing/2014/main" id="{FFCD0B73-F458-960A-6AAF-44C9587BA8C1}"/>
                </a:ext>
              </a:extLst>
            </p:cNvPr>
            <p:cNvSpPr/>
            <p:nvPr/>
          </p:nvSpPr>
          <p:spPr>
            <a:xfrm>
              <a:off x="5740044" y="3058264"/>
              <a:ext cx="846029" cy="422398"/>
            </a:xfrm>
            <a:prstGeom prst="cloud">
              <a:avLst/>
            </a:prstGeom>
            <a:solidFill>
              <a:schemeClr val="tx1"/>
            </a:solidFill>
            <a:ln>
              <a:solidFill>
                <a:schemeClr val="bg2"/>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grpSp>
          <p:nvGrpSpPr>
            <p:cNvPr id="46" name="Group 45">
              <a:extLst>
                <a:ext uri="{FF2B5EF4-FFF2-40B4-BE49-F238E27FC236}">
                  <a16:creationId xmlns:a16="http://schemas.microsoft.com/office/drawing/2014/main" id="{DEF42C17-1687-AF14-1600-1DF166BACC58}"/>
                </a:ext>
              </a:extLst>
            </p:cNvPr>
            <p:cNvGrpSpPr/>
            <p:nvPr/>
          </p:nvGrpSpPr>
          <p:grpSpPr>
            <a:xfrm>
              <a:off x="4187595" y="4306642"/>
              <a:ext cx="1080277" cy="1200329"/>
              <a:chOff x="4187595" y="4306642"/>
              <a:chExt cx="1080277" cy="1200329"/>
            </a:xfrm>
          </p:grpSpPr>
          <p:sp>
            <p:nvSpPr>
              <p:cNvPr id="17" name="Rectangle 16">
                <a:extLst>
                  <a:ext uri="{FF2B5EF4-FFF2-40B4-BE49-F238E27FC236}">
                    <a16:creationId xmlns:a16="http://schemas.microsoft.com/office/drawing/2014/main" id="{4E7821BF-5058-FF96-3415-42E18FF205F0}"/>
                  </a:ext>
                </a:extLst>
              </p:cNvPr>
              <p:cNvSpPr/>
              <p:nvPr/>
            </p:nvSpPr>
            <p:spPr>
              <a:xfrm>
                <a:off x="4187595" y="4307628"/>
                <a:ext cx="1080276" cy="766230"/>
              </a:xfrm>
              <a:prstGeom prst="rect">
                <a:avLst/>
              </a:prstGeom>
              <a:noFill/>
              <a:ln>
                <a:solidFill>
                  <a:schemeClr val="bg2"/>
                </a:solidFill>
              </a:ln>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sp>
            <p:nvSpPr>
              <p:cNvPr id="18" name="TextBox 17">
                <a:extLst>
                  <a:ext uri="{FF2B5EF4-FFF2-40B4-BE49-F238E27FC236}">
                    <a16:creationId xmlns:a16="http://schemas.microsoft.com/office/drawing/2014/main" id="{90B2D8A3-21E4-AB6E-B818-EE7A5A342BB4}"/>
                  </a:ext>
                </a:extLst>
              </p:cNvPr>
              <p:cNvSpPr txBox="1"/>
              <p:nvPr/>
            </p:nvSpPr>
            <p:spPr>
              <a:xfrm>
                <a:off x="4187596" y="4306642"/>
                <a:ext cx="1080276" cy="1200329"/>
              </a:xfrm>
              <a:prstGeom prst="rect">
                <a:avLst/>
              </a:prstGeom>
              <a:noFill/>
            </p:spPr>
            <p:txBody>
              <a:bodyPr wrap="square" rtlCol="0">
                <a:spAutoFit/>
              </a:bodyPr>
              <a:lstStyle/>
              <a:p>
                <a:pPr algn="just"/>
                <a:r>
                  <a:rPr lang="en-CN" sz="1200">
                    <a:solidFill>
                      <a:schemeClr val="bg2"/>
                    </a:solidFill>
                  </a:rPr>
                  <a:t>海况偏差改正</a:t>
                </a:r>
              </a:p>
              <a:p>
                <a:pPr marL="228600" indent="-228600" algn="just">
                  <a:buAutoNum type="arabicPeriod"/>
                </a:pPr>
                <a:r>
                  <a:rPr lang="zh-CN" altLang="en-US" sz="1200">
                    <a:solidFill>
                      <a:schemeClr val="bg2"/>
                    </a:solidFill>
                  </a:rPr>
                  <a:t>偏斜度偏差</a:t>
                </a:r>
                <a:endParaRPr lang="en-US" altLang="zh-CN" sz="1200">
                  <a:solidFill>
                    <a:schemeClr val="bg2"/>
                  </a:solidFill>
                </a:endParaRPr>
              </a:p>
              <a:p>
                <a:pPr marL="228600" indent="-228600" algn="just">
                  <a:buAutoNum type="arabicPeriod"/>
                </a:pPr>
                <a:r>
                  <a:rPr lang="zh-CN" altLang="en-US" sz="1200">
                    <a:solidFill>
                      <a:schemeClr val="bg2"/>
                    </a:solidFill>
                  </a:rPr>
                  <a:t>电磁偏移</a:t>
                </a:r>
                <a:endParaRPr lang="en-CN" sz="1200">
                  <a:solidFill>
                    <a:schemeClr val="bg2"/>
                  </a:solidFill>
                </a:endParaRPr>
              </a:p>
            </p:txBody>
          </p:sp>
        </p:grpSp>
        <p:cxnSp>
          <p:nvCxnSpPr>
            <p:cNvPr id="20" name="Straight Arrow Connector 19">
              <a:extLst>
                <a:ext uri="{FF2B5EF4-FFF2-40B4-BE49-F238E27FC236}">
                  <a16:creationId xmlns:a16="http://schemas.microsoft.com/office/drawing/2014/main" id="{AFE92835-8A06-05E6-F66C-7427E0068F7E}"/>
                </a:ext>
              </a:extLst>
            </p:cNvPr>
            <p:cNvCxnSpPr>
              <a:cxnSpLocks/>
              <a:stCxn id="27" idx="1"/>
              <a:endCxn id="2" idx="3"/>
            </p:cNvCxnSpPr>
            <p:nvPr/>
          </p:nvCxnSpPr>
          <p:spPr bwMode="auto">
            <a:xfrm flipH="1" flipV="1">
              <a:off x="5359880" y="2455005"/>
              <a:ext cx="516943" cy="47"/>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784CABF-6B9E-5D6D-7975-110C5D2D414E}"/>
                </a:ext>
              </a:extLst>
            </p:cNvPr>
            <p:cNvCxnSpPr>
              <a:cxnSpLocks/>
              <a:stCxn id="16" idx="0"/>
            </p:cNvCxnSpPr>
            <p:nvPr/>
          </p:nvCxnSpPr>
          <p:spPr bwMode="auto">
            <a:xfrm flipV="1">
              <a:off x="6585368" y="2761802"/>
              <a:ext cx="569583" cy="507661"/>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679C22A3-4C32-E958-5D10-DFD186B0418C}"/>
                </a:ext>
              </a:extLst>
            </p:cNvPr>
            <p:cNvCxnSpPr>
              <a:cxnSpLocks/>
              <a:stCxn id="29" idx="3"/>
              <a:endCxn id="17" idx="3"/>
            </p:cNvCxnSpPr>
            <p:nvPr/>
          </p:nvCxnSpPr>
          <p:spPr bwMode="auto">
            <a:xfrm flipH="1" flipV="1">
              <a:off x="5267871" y="4690743"/>
              <a:ext cx="282093" cy="435105"/>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34AE4FC-2EDD-5507-D501-C63C6A068167}"/>
                  </a:ext>
                </a:extLst>
              </p:cNvPr>
              <p:cNvSpPr txBox="1"/>
              <p:nvPr/>
            </p:nvSpPr>
            <p:spPr>
              <a:xfrm>
                <a:off x="432993" y="5865893"/>
                <a:ext cx="8339288" cy="817724"/>
              </a:xfrm>
              <a:prstGeom prst="rect">
                <a:avLst/>
              </a:prstGeom>
              <a:noFill/>
            </p:spPr>
            <p:txBody>
              <a:bodyPr wrap="square">
                <a:spAutoFit/>
              </a:bodyPr>
              <a:lstStyle/>
              <a:p>
                <a:pPr algn="just">
                  <a:lnSpc>
                    <a:spcPct val="150000"/>
                  </a:lnSpc>
                </a:pPr>
                <a14:m>
                  <m:oMath xmlns:m="http://schemas.openxmlformats.org/officeDocument/2006/math">
                    <m:sSub>
                      <m:sSubPr>
                        <m:ctrlPr>
                          <a:rPr lang="en-US" altLang="zh-CN" sz="1600" i="1" smtClean="0">
                            <a:solidFill>
                              <a:srgbClr val="000000"/>
                            </a:solidFill>
                            <a:latin typeface="Cambria Math" panose="02040503050406030204" pitchFamily="18" charset="0"/>
                          </a:rPr>
                        </m:ctrlPr>
                      </m:sSubPr>
                      <m:e>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𝐷</m:t>
                        </m:r>
                      </m:e>
                      <m:sub>
                        <m:r>
                          <a:rPr lang="en-US" altLang="zh-CN" sz="1600" i="1">
                            <a:solidFill>
                              <a:srgbClr val="000000"/>
                            </a:solidFill>
                            <a:latin typeface="Cambria Math" panose="02040503050406030204" pitchFamily="18" charset="0"/>
                          </a:rPr>
                          <m:t>𝑖</m:t>
                        </m:r>
                        <m:r>
                          <m:rPr>
                            <m:sty m:val="p"/>
                          </m:rPr>
                          <a:rPr lang="en-US" altLang="zh-CN" sz="1600" i="1">
                            <a:solidFill>
                              <a:srgbClr val="000000"/>
                            </a:solidFill>
                            <a:latin typeface="Cambria Math" panose="02040503050406030204" pitchFamily="18" charset="0"/>
                          </a:rPr>
                          <m:t>n</m:t>
                        </m:r>
                        <m:r>
                          <a:rPr lang="en-US" altLang="zh-CN" sz="1600" i="1">
                            <a:solidFill>
                              <a:srgbClr val="000000"/>
                            </a:solidFill>
                            <a:latin typeface="Cambria Math" panose="02040503050406030204" pitchFamily="18" charset="0"/>
                          </a:rPr>
                          <m:t>𝑠𝑡𝑟𝑢</m:t>
                        </m:r>
                      </m:sub>
                    </m:sSub>
                  </m:oMath>
                </a14:m>
                <a:r>
                  <a:rPr lang="zh-CN" altLang="en-US" sz="1600" i="1">
                    <a:solidFill>
                      <a:srgbClr val="000000"/>
                    </a:solidFill>
                    <a:latin typeface="Cambria Math" panose="02040503050406030204" pitchFamily="18" charset="0"/>
                  </a:rPr>
                  <a:t>为仪器改正；</a:t>
                </a:r>
                <a14:m>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𝐷</m:t>
                        </m:r>
                      </m:e>
                      <m:sub>
                        <m:r>
                          <m:rPr>
                            <m:sty m:val="p"/>
                          </m:rPr>
                          <a:rPr lang="en-US" altLang="zh-CN" sz="1600" i="1">
                            <a:solidFill>
                              <a:srgbClr val="000000"/>
                            </a:solidFill>
                            <a:latin typeface="Cambria Math" panose="02040503050406030204" pitchFamily="18" charset="0"/>
                          </a:rPr>
                          <m:t>io</m:t>
                        </m:r>
                        <m:r>
                          <a:rPr lang="en-US" altLang="zh-CN" sz="1600" i="1">
                            <a:solidFill>
                              <a:srgbClr val="000000"/>
                            </a:solidFill>
                            <a:latin typeface="Cambria Math" panose="02040503050406030204" pitchFamily="18" charset="0"/>
                          </a:rPr>
                          <m:t>𝑛𝑖</m:t>
                        </m:r>
                      </m:sub>
                    </m:sSub>
                  </m:oMath>
                </a14:m>
                <a:r>
                  <a:rPr lang="zh-CN" altLang="en-US" sz="1600" i="1">
                    <a:solidFill>
                      <a:srgbClr val="000000"/>
                    </a:solidFill>
                    <a:latin typeface="Cambria Math" panose="02040503050406030204" pitchFamily="18" charset="0"/>
                  </a:rPr>
                  <a:t>为电离层改正； </a:t>
                </a:r>
                <a14:m>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𝐷</m:t>
                        </m:r>
                      </m:e>
                      <m:sub>
                        <m:r>
                          <m:rPr>
                            <m:sty m:val="p"/>
                          </m:rPr>
                          <a:rPr lang="en-US" altLang="zh-CN" sz="1600" i="1">
                            <a:solidFill>
                              <a:srgbClr val="000000"/>
                            </a:solidFill>
                            <a:latin typeface="Cambria Math" panose="02040503050406030204" pitchFamily="18" charset="0"/>
                          </a:rPr>
                          <m:t>tro</m:t>
                        </m:r>
                        <m:r>
                          <a:rPr lang="en-US" altLang="zh-CN" sz="1600" i="1">
                            <a:solidFill>
                              <a:srgbClr val="000000"/>
                            </a:solidFill>
                            <a:latin typeface="Cambria Math" panose="02040503050406030204" pitchFamily="18" charset="0"/>
                          </a:rPr>
                          <m:t>𝑝</m:t>
                        </m:r>
                      </m:sub>
                    </m:sSub>
                  </m:oMath>
                </a14:m>
                <a:r>
                  <a:rPr lang="zh-CN" altLang="en-US" sz="1600" i="1">
                    <a:solidFill>
                      <a:srgbClr val="000000"/>
                    </a:solidFill>
                    <a:latin typeface="Cambria Math" panose="02040503050406030204" pitchFamily="18" charset="0"/>
                  </a:rPr>
                  <a:t>为对流层改正；</a:t>
                </a:r>
                <a14:m>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𝐷</m:t>
                        </m:r>
                      </m:e>
                      <m:sub>
                        <m:r>
                          <m:rPr>
                            <m:sty m:val="p"/>
                          </m:rPr>
                          <a:rPr lang="en-US" altLang="zh-CN" sz="1600" i="1">
                            <a:solidFill>
                              <a:srgbClr val="000000"/>
                            </a:solidFill>
                            <a:latin typeface="Cambria Math" panose="02040503050406030204" pitchFamily="18" charset="0"/>
                          </a:rPr>
                          <m:t>t</m:t>
                        </m:r>
                        <m:r>
                          <a:rPr lang="en-US" altLang="zh-CN" sz="1600" i="1">
                            <a:solidFill>
                              <a:srgbClr val="000000"/>
                            </a:solidFill>
                            <a:latin typeface="Cambria Math" panose="02040503050406030204" pitchFamily="18" charset="0"/>
                          </a:rPr>
                          <m:t>𝑖𝑑𝑒</m:t>
                        </m:r>
                      </m:sub>
                    </m:sSub>
                  </m:oMath>
                </a14:m>
                <a:r>
                  <a:rPr lang="zh-CN" altLang="en-US" sz="1600" i="1">
                    <a:solidFill>
                      <a:srgbClr val="000000"/>
                    </a:solidFill>
                    <a:latin typeface="Cambria Math" panose="02040503050406030204" pitchFamily="18" charset="0"/>
                  </a:rPr>
                  <a:t>为潮汐改正；</a:t>
                </a:r>
                <a14:m>
                  <m:oMath xmlns:m="http://schemas.openxmlformats.org/officeDocument/2006/math">
                    <m:sSub>
                      <m:sSubPr>
                        <m:ctrlPr>
                          <a:rPr lang="en-US" altLang="zh-CN" sz="1600" i="1">
                            <a:solidFill>
                              <a:srgbClr val="000000"/>
                            </a:solidFill>
                            <a:latin typeface="Cambria Math" panose="02040503050406030204" pitchFamily="18" charset="0"/>
                          </a:rPr>
                        </m:ctrlPr>
                      </m:sSubPr>
                      <m:e>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𝐷</m:t>
                        </m:r>
                      </m:e>
                      <m:sub>
                        <m:r>
                          <m:rPr>
                            <m:sty m:val="p"/>
                          </m:rPr>
                          <a:rPr lang="en-US" altLang="zh-CN" sz="1600" i="1">
                            <a:solidFill>
                              <a:srgbClr val="000000"/>
                            </a:solidFill>
                            <a:latin typeface="Cambria Math" panose="02040503050406030204" pitchFamily="18" charset="0"/>
                          </a:rPr>
                          <m:t>D</m:t>
                        </m:r>
                        <m:r>
                          <a:rPr lang="en-US" altLang="zh-CN" sz="1600" i="1">
                            <a:solidFill>
                              <a:srgbClr val="000000"/>
                            </a:solidFill>
                            <a:latin typeface="Cambria Math" panose="02040503050406030204" pitchFamily="18" charset="0"/>
                          </a:rPr>
                          <m:t>𝐴𝐶</m:t>
                        </m:r>
                      </m:sub>
                    </m:sSub>
                  </m:oMath>
                </a14:m>
                <a:r>
                  <a:rPr lang="zh-CN" altLang="en-US" sz="1600" i="1">
                    <a:solidFill>
                      <a:srgbClr val="000000"/>
                    </a:solidFill>
                    <a:latin typeface="Cambria Math" panose="02040503050406030204" pitchFamily="18" charset="0"/>
                  </a:rPr>
                  <a:t>为动态大气改正。</a:t>
                </a:r>
                <a:endParaRPr lang="en-US" altLang="zh-CN" sz="1600" i="1">
                  <a:solidFill>
                    <a:srgbClr val="000000"/>
                  </a:solidFill>
                  <a:latin typeface="Cambria Math" panose="02040503050406030204" pitchFamily="18" charset="0"/>
                </a:endParaRPr>
              </a:p>
            </p:txBody>
          </p:sp>
        </mc:Choice>
        <mc:Fallback xmlns="">
          <p:sp>
            <p:nvSpPr>
              <p:cNvPr id="50" name="TextBox 49">
                <a:extLst>
                  <a:ext uri="{FF2B5EF4-FFF2-40B4-BE49-F238E27FC236}">
                    <a16:creationId xmlns:a16="http://schemas.microsoft.com/office/drawing/2014/main" id="{934AE4FC-2EDD-5507-D501-C63C6A068167}"/>
                  </a:ext>
                </a:extLst>
              </p:cNvPr>
              <p:cNvSpPr txBox="1">
                <a:spLocks noRot="1" noChangeAspect="1" noMove="1" noResize="1" noEditPoints="1" noAdjustHandles="1" noChangeArrowheads="1" noChangeShapeType="1" noTextEdit="1"/>
              </p:cNvSpPr>
              <p:nvPr/>
            </p:nvSpPr>
            <p:spPr>
              <a:xfrm>
                <a:off x="432993" y="5865893"/>
                <a:ext cx="8339288" cy="817724"/>
              </a:xfrm>
              <a:prstGeom prst="rect">
                <a:avLst/>
              </a:prstGeom>
              <a:blipFill>
                <a:blip r:embed="rId6"/>
                <a:stretch>
                  <a:fillRect r="-439" b="-7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F212C84-8453-9A2C-5CB9-D2D81DE3653C}"/>
                  </a:ext>
                </a:extLst>
              </p:cNvPr>
              <p:cNvSpPr txBox="1"/>
              <p:nvPr/>
            </p:nvSpPr>
            <p:spPr>
              <a:xfrm>
                <a:off x="432993" y="5364221"/>
                <a:ext cx="8047494" cy="390748"/>
              </a:xfrm>
              <a:prstGeom prst="rect">
                <a:avLst/>
              </a:prstGeom>
              <a:noFill/>
            </p:spPr>
            <p:txBody>
              <a:bodyPr wrap="square">
                <a:spAutoFit/>
              </a:bodyPr>
              <a:lstStyle/>
              <a:p>
                <a14:m>
                  <m:oMath xmlns:m="http://schemas.openxmlformats.org/officeDocument/2006/math">
                    <m:sSub>
                      <m:sSubPr>
                        <m:ctrlPr>
                          <a:rPr lang="en-US" altLang="zh-CN" sz="1800" b="0" i="1" smtClean="0">
                            <a:solidFill>
                              <a:srgbClr val="000000"/>
                            </a:solidFill>
                            <a:latin typeface="Cambria Math" panose="02040503050406030204" pitchFamily="18" charset="0"/>
                            <a:ea typeface="+mn-ea"/>
                          </a:rPr>
                        </m:ctrlPr>
                      </m:sSubPr>
                      <m:e>
                        <m:r>
                          <a:rPr lang="en-US" altLang="zh-CN" sz="1800" i="1">
                            <a:solidFill>
                              <a:srgbClr val="000000"/>
                            </a:solidFill>
                            <a:latin typeface="Cambria Math" panose="02040503050406030204" pitchFamily="18" charset="0"/>
                          </a:rPr>
                          <m:t>𝐷</m:t>
                        </m:r>
                      </m:e>
                      <m:sub>
                        <m:r>
                          <a:rPr lang="en-US" altLang="zh-CN" sz="1800" b="0" i="1" smtClean="0">
                            <a:solidFill>
                              <a:srgbClr val="000000"/>
                            </a:solidFill>
                            <a:latin typeface="Cambria Math" panose="02040503050406030204" pitchFamily="18" charset="0"/>
                            <a:ea typeface="+mn-ea"/>
                          </a:rPr>
                          <m:t>𝑐𝑜𝑟</m:t>
                        </m:r>
                      </m:sub>
                    </m:sSub>
                    <m:r>
                      <a:rPr lang="en-US" altLang="zh-CN" sz="1800" b="0" i="1" smtClean="0">
                        <a:solidFill>
                          <a:srgbClr val="000000"/>
                        </a:solidFill>
                        <a:latin typeface="Cambria Math" panose="02040503050406030204" pitchFamily="18" charset="0"/>
                        <a:ea typeface="+mn-ea"/>
                      </a:rPr>
                      <m:t>=</m:t>
                    </m:r>
                  </m:oMath>
                </a14:m>
                <a:r>
                  <a:rPr lang="en-US" altLang="zh-CN" sz="1800">
                    <a:solidFill>
                      <a:srgbClr val="000000"/>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1800" i="1">
                            <a:solidFill>
                              <a:srgbClr val="000000"/>
                            </a:solidFill>
                            <a:latin typeface="Cambria Math" panose="02040503050406030204" pitchFamily="18" charset="0"/>
                          </a:rPr>
                        </m:ctrlPr>
                      </m:sSubPr>
                      <m:e>
                        <m:r>
                          <a:rPr lang="en-US" altLang="zh-CN" sz="1800" i="1" smtClean="0">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a:rPr lang="en-US" altLang="zh-CN" sz="1800" b="0" i="1" smtClean="0">
                            <a:solidFill>
                              <a:srgbClr val="000000"/>
                            </a:solidFill>
                            <a:latin typeface="Cambria Math" panose="02040503050406030204" pitchFamily="18" charset="0"/>
                          </a:rPr>
                          <m:t>𝑖</m:t>
                        </m:r>
                        <m:r>
                          <m:rPr>
                            <m:sty m:val="p"/>
                          </m:rPr>
                          <a:rPr lang="en-US" altLang="zh-CN" sz="1800" i="1">
                            <a:solidFill>
                              <a:srgbClr val="000000"/>
                            </a:solidFill>
                            <a:latin typeface="Cambria Math" panose="02040503050406030204" pitchFamily="18" charset="0"/>
                          </a:rPr>
                          <m:t>n</m:t>
                        </m:r>
                        <m:r>
                          <a:rPr lang="en-US" altLang="zh-CN" sz="1800" b="0" i="1" smtClean="0">
                            <a:solidFill>
                              <a:srgbClr val="000000"/>
                            </a:solidFill>
                            <a:latin typeface="Cambria Math" panose="02040503050406030204" pitchFamily="18" charset="0"/>
                          </a:rPr>
                          <m:t>𝑠𝑡𝑟𝑢</m:t>
                        </m:r>
                      </m:sub>
                    </m:sSub>
                    <m:r>
                      <a:rPr lang="en-US" altLang="zh-CN" sz="1800" i="1">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a:rPr lang="en-US" altLang="zh-CN" sz="1800" b="0" i="1" smtClean="0">
                            <a:solidFill>
                              <a:srgbClr val="000000"/>
                            </a:solidFill>
                            <a:latin typeface="Cambria Math" panose="02040503050406030204" pitchFamily="18" charset="0"/>
                          </a:rPr>
                          <m:t>𝑠𝑠𝑏</m:t>
                        </m:r>
                      </m:sub>
                    </m:sSub>
                    <m:r>
                      <a:rPr lang="en-US" altLang="zh-CN" sz="1800" b="0" i="1" smtClean="0">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m:rPr>
                            <m:sty m:val="p"/>
                          </m:rPr>
                          <a:rPr lang="en-US" altLang="zh-CN" sz="1800" i="1">
                            <a:solidFill>
                              <a:srgbClr val="000000"/>
                            </a:solidFill>
                            <a:latin typeface="Cambria Math" panose="02040503050406030204" pitchFamily="18" charset="0"/>
                          </a:rPr>
                          <m:t>io</m:t>
                        </m:r>
                        <m:r>
                          <a:rPr lang="en-US" altLang="zh-CN" sz="1800" b="0" i="1" smtClean="0">
                            <a:solidFill>
                              <a:srgbClr val="000000"/>
                            </a:solidFill>
                            <a:latin typeface="Cambria Math" panose="02040503050406030204" pitchFamily="18" charset="0"/>
                          </a:rPr>
                          <m:t>𝑛𝑖</m:t>
                        </m:r>
                      </m:sub>
                    </m:sSub>
                    <m:r>
                      <a:rPr lang="en-US" altLang="zh-CN" sz="1800" i="1">
                        <a:solidFill>
                          <a:srgbClr val="000000"/>
                        </a:solidFill>
                        <a:latin typeface="Cambria Math" panose="02040503050406030204" pitchFamily="18" charset="0"/>
                      </a:rPr>
                      <m:t>+</m:t>
                    </m:r>
                    <m:sSub>
                      <m:sSubPr>
                        <m:ctrlPr>
                          <a:rPr lang="en-US" altLang="zh-CN" sz="1800" i="1" smtClean="0">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m:rPr>
                            <m:sty m:val="p"/>
                          </m:rPr>
                          <a:rPr lang="en-US" altLang="zh-CN" sz="1800" i="1">
                            <a:solidFill>
                              <a:srgbClr val="000000"/>
                            </a:solidFill>
                            <a:latin typeface="Cambria Math" panose="02040503050406030204" pitchFamily="18" charset="0"/>
                          </a:rPr>
                          <m:t>tro</m:t>
                        </m:r>
                        <m:r>
                          <a:rPr lang="en-US" altLang="zh-CN" sz="1800" b="0" i="1" smtClean="0">
                            <a:solidFill>
                              <a:srgbClr val="000000"/>
                            </a:solidFill>
                            <a:latin typeface="Cambria Math" panose="02040503050406030204" pitchFamily="18" charset="0"/>
                          </a:rPr>
                          <m:t>𝑝</m:t>
                        </m:r>
                      </m:sub>
                    </m:sSub>
                    <m:r>
                      <a:rPr lang="en-US" altLang="zh-CN" sz="1800" i="1">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m:rPr>
                            <m:sty m:val="p"/>
                          </m:rPr>
                          <a:rPr lang="en-US" altLang="zh-CN" sz="1800" i="1">
                            <a:solidFill>
                              <a:srgbClr val="000000"/>
                            </a:solidFill>
                            <a:latin typeface="Cambria Math" panose="02040503050406030204" pitchFamily="18" charset="0"/>
                          </a:rPr>
                          <m:t>t</m:t>
                        </m:r>
                        <m:r>
                          <a:rPr lang="en-US" altLang="zh-CN" sz="1800" b="0" i="1" smtClean="0">
                            <a:solidFill>
                              <a:srgbClr val="000000"/>
                            </a:solidFill>
                            <a:latin typeface="Cambria Math" panose="02040503050406030204" pitchFamily="18" charset="0"/>
                          </a:rPr>
                          <m:t>𝑖𝑑𝑒</m:t>
                        </m:r>
                      </m:sub>
                    </m:sSub>
                    <m:r>
                      <a:rPr lang="en-US" altLang="zh-CN" sz="1800" i="1">
                        <a:solidFill>
                          <a:srgbClr val="000000"/>
                        </a:solidFill>
                        <a:latin typeface="Cambria Math" panose="02040503050406030204" pitchFamily="18" charset="0"/>
                      </a:rPr>
                      <m:t>+</m:t>
                    </m:r>
                    <m:sSub>
                      <m:sSubPr>
                        <m:ctrlPr>
                          <a:rPr lang="en-US" altLang="zh-CN" sz="1800" i="1">
                            <a:solidFill>
                              <a:srgbClr val="000000"/>
                            </a:solidFill>
                            <a:latin typeface="Cambria Math" panose="02040503050406030204" pitchFamily="18" charset="0"/>
                          </a:rPr>
                        </m:ctrlPr>
                      </m:sSubPr>
                      <m:e>
                        <m:r>
                          <a:rPr lang="en-US" altLang="zh-CN" sz="1800" i="1">
                            <a:solidFill>
                              <a:srgbClr val="000000"/>
                            </a:solidFill>
                            <a:latin typeface="Cambria Math" panose="02040503050406030204" pitchFamily="18" charset="0"/>
                            <a:ea typeface="Cambria Math" panose="02040503050406030204" pitchFamily="18" charset="0"/>
                          </a:rPr>
                          <m:t>∆</m:t>
                        </m:r>
                        <m:r>
                          <a:rPr lang="en-US" altLang="zh-CN" sz="1800" i="1">
                            <a:solidFill>
                              <a:srgbClr val="000000"/>
                            </a:solidFill>
                            <a:latin typeface="Cambria Math" panose="02040503050406030204" pitchFamily="18" charset="0"/>
                          </a:rPr>
                          <m:t>𝐷</m:t>
                        </m:r>
                      </m:e>
                      <m:sub>
                        <m:r>
                          <m:rPr>
                            <m:sty m:val="p"/>
                          </m:rPr>
                          <a:rPr lang="en-US" altLang="zh-CN" sz="1800" i="1">
                            <a:solidFill>
                              <a:srgbClr val="000000"/>
                            </a:solidFill>
                            <a:latin typeface="Cambria Math" panose="02040503050406030204" pitchFamily="18" charset="0"/>
                          </a:rPr>
                          <m:t>D</m:t>
                        </m:r>
                        <m:r>
                          <a:rPr lang="en-US" altLang="zh-CN" sz="1800" b="0" i="1" smtClean="0">
                            <a:solidFill>
                              <a:srgbClr val="000000"/>
                            </a:solidFill>
                            <a:latin typeface="Cambria Math" panose="02040503050406030204" pitchFamily="18" charset="0"/>
                          </a:rPr>
                          <m:t>𝐴𝐶</m:t>
                        </m:r>
                      </m:sub>
                    </m:sSub>
                  </m:oMath>
                </a14:m>
                <a:endParaRPr lang="en-CN" sz="1800">
                  <a:latin typeface="Times New Roman" panose="02020603050405020304" pitchFamily="18" charset="0"/>
                  <a:cs typeface="Times New Roman" panose="02020603050405020304" pitchFamily="18" charset="0"/>
                </a:endParaRPr>
              </a:p>
            </p:txBody>
          </p:sp>
        </mc:Choice>
        <mc:Fallback xmlns="">
          <p:sp>
            <p:nvSpPr>
              <p:cNvPr id="53" name="TextBox 52">
                <a:extLst>
                  <a:ext uri="{FF2B5EF4-FFF2-40B4-BE49-F238E27FC236}">
                    <a16:creationId xmlns:a16="http://schemas.microsoft.com/office/drawing/2014/main" id="{7F212C84-8453-9A2C-5CB9-D2D81DE3653C}"/>
                  </a:ext>
                </a:extLst>
              </p:cNvPr>
              <p:cNvSpPr txBox="1">
                <a:spLocks noRot="1" noChangeAspect="1" noMove="1" noResize="1" noEditPoints="1" noAdjustHandles="1" noChangeArrowheads="1" noChangeShapeType="1" noTextEdit="1"/>
              </p:cNvSpPr>
              <p:nvPr/>
            </p:nvSpPr>
            <p:spPr>
              <a:xfrm>
                <a:off x="432993" y="5364221"/>
                <a:ext cx="8047494" cy="390748"/>
              </a:xfrm>
              <a:prstGeom prst="rect">
                <a:avLst/>
              </a:prstGeom>
              <a:blipFill>
                <a:blip r:embed="rId7"/>
                <a:stretch>
                  <a:fillRect b="-3125"/>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CB2E03D9-8194-BF51-9AD0-193A6112FC74}"/>
              </a:ext>
            </a:extLst>
          </p:cNvPr>
          <p:cNvGrpSpPr/>
          <p:nvPr/>
        </p:nvGrpSpPr>
        <p:grpSpPr>
          <a:xfrm>
            <a:off x="680514" y="2784799"/>
            <a:ext cx="2245489" cy="520430"/>
            <a:chOff x="881988" y="2784799"/>
            <a:chExt cx="2245489" cy="520430"/>
          </a:xfrm>
        </p:grpSpPr>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FFE79D8B-F011-1634-7461-9638BA0BE67E}"/>
                    </a:ext>
                  </a:extLst>
                </p:cNvPr>
                <p:cNvSpPr txBox="1"/>
                <p:nvPr/>
              </p:nvSpPr>
              <p:spPr>
                <a:xfrm>
                  <a:off x="881988" y="2889403"/>
                  <a:ext cx="223317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sz="1600" i="1" smtClean="0">
                                <a:solidFill>
                                  <a:schemeClr val="bg2"/>
                                </a:solidFill>
                                <a:latin typeface="Cambria Math" panose="02040503050406030204" pitchFamily="18" charset="0"/>
                                <a:ea typeface="Cambria Math" panose="02040503050406030204" pitchFamily="18" charset="0"/>
                              </a:rPr>
                            </m:ctrlPr>
                          </m:sSubPr>
                          <m:e>
                            <m:r>
                              <a:rPr lang="en-US" sz="1600" b="0" i="1" smtClean="0">
                                <a:solidFill>
                                  <a:schemeClr val="bg2"/>
                                </a:solidFill>
                                <a:latin typeface="Cambria Math" panose="02040503050406030204" pitchFamily="18" charset="0"/>
                                <a:ea typeface="Cambria Math" panose="02040503050406030204" pitchFamily="18" charset="0"/>
                              </a:rPr>
                              <m:t>𝐻</m:t>
                            </m:r>
                          </m:e>
                          <m:sub>
                            <m:r>
                              <a:rPr lang="en-CN" sz="1600" i="1">
                                <a:solidFill>
                                  <a:schemeClr val="bg2"/>
                                </a:solidFill>
                                <a:latin typeface="Cambria Math" panose="02040503050406030204" pitchFamily="18" charset="0"/>
                                <a:ea typeface="Cambria Math" panose="02040503050406030204" pitchFamily="18" charset="0"/>
                              </a:rPr>
                              <m:t>𝑙𝑎𝑛𝑑</m:t>
                            </m:r>
                          </m:sub>
                        </m:sSub>
                        <m:r>
                          <a:rPr lang="en-CN" sz="1600" i="1" smtClean="0">
                            <a:solidFill>
                              <a:schemeClr val="bg2"/>
                            </a:solidFill>
                            <a:latin typeface="Cambria Math" panose="02040503050406030204" pitchFamily="18" charset="0"/>
                            <a:ea typeface="Cambria Math" panose="02040503050406030204" pitchFamily="18" charset="0"/>
                          </a:rPr>
                          <m:t>=</m:t>
                        </m:r>
                        <m:sSub>
                          <m:sSubPr>
                            <m:ctrlPr>
                              <a:rPr lang="en-CN" sz="1600" i="1" smtClean="0">
                                <a:solidFill>
                                  <a:schemeClr val="bg2"/>
                                </a:solidFill>
                                <a:latin typeface="Cambria Math" panose="02040503050406030204" pitchFamily="18" charset="0"/>
                                <a:ea typeface="Cambria Math" panose="02040503050406030204" pitchFamily="18" charset="0"/>
                              </a:rPr>
                            </m:ctrlPr>
                          </m:sSubPr>
                          <m:e>
                            <m:r>
                              <a:rPr lang="en-US" sz="1600" b="0" i="1" smtClean="0">
                                <a:solidFill>
                                  <a:schemeClr val="bg2"/>
                                </a:solidFill>
                                <a:latin typeface="Cambria Math" panose="02040503050406030204" pitchFamily="18" charset="0"/>
                                <a:ea typeface="Cambria Math" panose="02040503050406030204" pitchFamily="18" charset="0"/>
                              </a:rPr>
                              <m:t>𝐻</m:t>
                            </m:r>
                          </m:e>
                          <m:sub>
                            <m:r>
                              <a:rPr lang="en-US" sz="1600" b="0" i="1" smtClean="0">
                                <a:solidFill>
                                  <a:schemeClr val="bg2"/>
                                </a:solidFill>
                                <a:latin typeface="Cambria Math" panose="02040503050406030204" pitchFamily="18" charset="0"/>
                                <a:ea typeface="Cambria Math" panose="02040503050406030204" pitchFamily="18" charset="0"/>
                              </a:rPr>
                              <m:t>𝑠𝑎𝑡</m:t>
                            </m:r>
                          </m:sub>
                        </m:sSub>
                        <m:r>
                          <a:rPr lang="en-US" altLang="zh-CN" sz="1600" b="0" i="1" smtClean="0">
                            <a:solidFill>
                              <a:schemeClr val="bg2"/>
                            </a:solidFill>
                            <a:latin typeface="Cambria Math" panose="02040503050406030204" pitchFamily="18" charset="0"/>
                            <a:ea typeface="Cambria Math" panose="02040503050406030204" pitchFamily="18" charset="0"/>
                          </a:rPr>
                          <m:t>−</m:t>
                        </m:r>
                        <m:r>
                          <a:rPr lang="en-US" altLang="zh-CN" sz="1600" b="0" i="1" smtClean="0">
                            <a:solidFill>
                              <a:schemeClr val="bg2"/>
                            </a:solidFill>
                            <a:latin typeface="Cambria Math" panose="02040503050406030204" pitchFamily="18" charset="0"/>
                            <a:ea typeface="Cambria Math" panose="02040503050406030204" pitchFamily="18" charset="0"/>
                          </a:rPr>
                          <m:t>𝐷</m:t>
                        </m:r>
                        <m:r>
                          <a:rPr lang="en-US" altLang="zh-CN" sz="1600" b="0" i="1" smtClean="0">
                            <a:solidFill>
                              <a:schemeClr val="bg2"/>
                            </a:solidFill>
                            <a:latin typeface="Cambria Math" panose="02040503050406030204" pitchFamily="18" charset="0"/>
                            <a:ea typeface="Cambria Math" panose="02040503050406030204" pitchFamily="18" charset="0"/>
                          </a:rPr>
                          <m:t>−</m:t>
                        </m:r>
                        <m:sSub>
                          <m:sSubPr>
                            <m:ctrlPr>
                              <a:rPr lang="en-US" altLang="zh-CN" sz="1600" b="1" i="1" smtClean="0">
                                <a:solidFill>
                                  <a:schemeClr val="accent2"/>
                                </a:solidFill>
                                <a:latin typeface="Cambria Math" panose="02040503050406030204" pitchFamily="18" charset="0"/>
                                <a:ea typeface="Cambria Math" panose="02040503050406030204" pitchFamily="18" charset="0"/>
                              </a:rPr>
                            </m:ctrlPr>
                          </m:sSubPr>
                          <m:e>
                            <m:r>
                              <a:rPr lang="en-US" altLang="zh-CN" sz="1600" b="1" i="1" smtClean="0">
                                <a:solidFill>
                                  <a:schemeClr val="accent2"/>
                                </a:solidFill>
                                <a:latin typeface="Cambria Math" panose="02040503050406030204" pitchFamily="18" charset="0"/>
                                <a:ea typeface="Cambria Math" panose="02040503050406030204" pitchFamily="18" charset="0"/>
                              </a:rPr>
                              <m:t>𝑫</m:t>
                            </m:r>
                          </m:e>
                          <m:sub>
                            <m:r>
                              <a:rPr lang="en-US" altLang="zh-CN" sz="1600" b="1" i="1" smtClean="0">
                                <a:solidFill>
                                  <a:schemeClr val="accent2"/>
                                </a:solidFill>
                                <a:latin typeface="Cambria Math" panose="02040503050406030204" pitchFamily="18" charset="0"/>
                                <a:ea typeface="Cambria Math" panose="02040503050406030204" pitchFamily="18" charset="0"/>
                              </a:rPr>
                              <m:t>𝒄𝒐𝒓</m:t>
                            </m:r>
                          </m:sub>
                        </m:sSub>
                      </m:oMath>
                    </m:oMathPara>
                  </a14:m>
                  <a:endParaRPr lang="en-CN" sz="1600" i="1">
                    <a:solidFill>
                      <a:schemeClr val="bg2"/>
                    </a:solidFill>
                  </a:endParaRPr>
                </a:p>
              </p:txBody>
            </p:sp>
          </mc:Choice>
          <mc:Fallback xmlns="">
            <p:sp>
              <p:nvSpPr>
                <p:cNvPr id="54" name="TextBox 53">
                  <a:extLst>
                    <a:ext uri="{FF2B5EF4-FFF2-40B4-BE49-F238E27FC236}">
                      <a16:creationId xmlns:a16="http://schemas.microsoft.com/office/drawing/2014/main" id="{FFE79D8B-F011-1634-7461-9638BA0BE67E}"/>
                    </a:ext>
                  </a:extLst>
                </p:cNvPr>
                <p:cNvSpPr txBox="1">
                  <a:spLocks noRot="1" noChangeAspect="1" noMove="1" noResize="1" noEditPoints="1" noAdjustHandles="1" noChangeArrowheads="1" noChangeShapeType="1" noTextEdit="1"/>
                </p:cNvSpPr>
                <p:nvPr/>
              </p:nvSpPr>
              <p:spPr>
                <a:xfrm>
                  <a:off x="881988" y="2889403"/>
                  <a:ext cx="2233175" cy="246221"/>
                </a:xfrm>
                <a:prstGeom prst="rect">
                  <a:avLst/>
                </a:prstGeom>
                <a:blipFill>
                  <a:blip r:embed="rId8"/>
                  <a:stretch>
                    <a:fillRect l="-2732" b="-17500"/>
                  </a:stretch>
                </a:blipFill>
              </p:spPr>
              <p:txBody>
                <a:bodyPr/>
                <a:lstStyle/>
                <a:p>
                  <a:r>
                    <a:rPr lang="en-US">
                      <a:noFill/>
                    </a:rPr>
                    <a:t> </a:t>
                  </a:r>
                </a:p>
              </p:txBody>
            </p:sp>
          </mc:Fallback>
        </mc:AlternateContent>
        <p:sp>
          <p:nvSpPr>
            <p:cNvPr id="55" name="Rounded Rectangle 54">
              <a:extLst>
                <a:ext uri="{FF2B5EF4-FFF2-40B4-BE49-F238E27FC236}">
                  <a16:creationId xmlns:a16="http://schemas.microsoft.com/office/drawing/2014/main" id="{43F2A2D1-E4DA-DF17-9F75-AC721CFFB6E3}"/>
                </a:ext>
              </a:extLst>
            </p:cNvPr>
            <p:cNvSpPr/>
            <p:nvPr/>
          </p:nvSpPr>
          <p:spPr>
            <a:xfrm>
              <a:off x="2569538" y="2784799"/>
              <a:ext cx="557939" cy="520430"/>
            </a:xfrm>
            <a:prstGeom prst="roundRect">
              <a:avLst/>
            </a:prstGeom>
            <a:noFill/>
            <a:ln>
              <a:solidFill>
                <a:schemeClr val="accent2"/>
              </a:solidFill>
            </a:ln>
          </p:spPr>
          <p:txBody>
            <a:bodyPr wrap="square" lIns="0" rtlCol="0" anchor="ctr">
              <a:noAutofit/>
            </a:bodyPr>
            <a:lstStyle/>
            <a:p>
              <a:pPr algn="l"/>
              <a:endParaRPr lang="en-CN" sz="2000" b="1">
                <a:solidFill>
                  <a:srgbClr val="FF0000"/>
                </a:solidFill>
                <a:latin typeface="微软雅黑" pitchFamily="34" charset="-122"/>
                <a:ea typeface="微软雅黑" pitchFamily="34" charset="-122"/>
              </a:endParaRPr>
            </a:p>
          </p:txBody>
        </p:sp>
      </p:grpSp>
      <p:cxnSp>
        <p:nvCxnSpPr>
          <p:cNvPr id="57" name="Straight Arrow Connector 56">
            <a:extLst>
              <a:ext uri="{FF2B5EF4-FFF2-40B4-BE49-F238E27FC236}">
                <a16:creationId xmlns:a16="http://schemas.microsoft.com/office/drawing/2014/main" id="{574EDAAC-D84D-F616-CE8D-C18C96207A06}"/>
              </a:ext>
            </a:extLst>
          </p:cNvPr>
          <p:cNvCxnSpPr>
            <a:cxnSpLocks/>
            <a:stCxn id="55" idx="2"/>
          </p:cNvCxnSpPr>
          <p:nvPr/>
        </p:nvCxnSpPr>
        <p:spPr bwMode="auto">
          <a:xfrm>
            <a:off x="2647034" y="3305229"/>
            <a:ext cx="538928" cy="200687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58" name="Rectangle 57">
            <a:extLst>
              <a:ext uri="{FF2B5EF4-FFF2-40B4-BE49-F238E27FC236}">
                <a16:creationId xmlns:a16="http://schemas.microsoft.com/office/drawing/2014/main" id="{1F48810A-F4E4-3503-A7C9-CCC6B2D391C1}"/>
              </a:ext>
            </a:extLst>
          </p:cNvPr>
          <p:cNvSpPr/>
          <p:nvPr/>
        </p:nvSpPr>
        <p:spPr>
          <a:xfrm>
            <a:off x="1330764" y="5312099"/>
            <a:ext cx="6290350" cy="494628"/>
          </a:xfrm>
          <a:prstGeom prst="rect">
            <a:avLst/>
          </a:prstGeom>
          <a:noFill/>
          <a:ln>
            <a:solidFill>
              <a:schemeClr val="accent2"/>
            </a:solidFill>
          </a:ln>
        </p:spPr>
        <p:style>
          <a:lnRef idx="2">
            <a:schemeClr val="accent2"/>
          </a:lnRef>
          <a:fillRef idx="1">
            <a:schemeClr val="lt1"/>
          </a:fillRef>
          <a:effectRef idx="0">
            <a:schemeClr val="accent2"/>
          </a:effectRef>
          <a:fontRef idx="minor">
            <a:schemeClr val="dk1"/>
          </a:fontRef>
        </p:style>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sp>
        <p:nvSpPr>
          <p:cNvPr id="6" name="TextBox 5">
            <a:extLst>
              <a:ext uri="{FF2B5EF4-FFF2-40B4-BE49-F238E27FC236}">
                <a16:creationId xmlns:a16="http://schemas.microsoft.com/office/drawing/2014/main" id="{2436439B-2952-E5CC-EA9D-96D0D03B6CC8}"/>
              </a:ext>
            </a:extLst>
          </p:cNvPr>
          <p:cNvSpPr txBox="1"/>
          <p:nvPr/>
        </p:nvSpPr>
        <p:spPr>
          <a:xfrm>
            <a:off x="289971" y="952281"/>
            <a:ext cx="4156185" cy="662489"/>
          </a:xfrm>
          <a:prstGeom prst="rect">
            <a:avLst/>
          </a:prstGeom>
          <a:noFill/>
        </p:spPr>
        <p:txBody>
          <a:bodyPr wrap="square">
            <a:spAutoFit/>
          </a:bodyPr>
          <a:lstStyle/>
          <a:p>
            <a:pPr algn="just">
              <a:lnSpc>
                <a:spcPct val="150000"/>
              </a:lnSpc>
            </a:pPr>
            <a:r>
              <a:rPr lang="zh-CN" altLang="en-US" sz="2800" b="1" dirty="0">
                <a:solidFill>
                  <a:srgbClr val="333333"/>
                </a:solidFill>
                <a:latin typeface="+mn-ea"/>
                <a:ea typeface="+mn-ea"/>
              </a:rPr>
              <a:t>雷达测高改正项</a:t>
            </a:r>
            <a:endParaRPr lang="en-US" altLang="zh-CN" sz="2800" b="1" dirty="0">
              <a:solidFill>
                <a:srgbClr val="333333"/>
              </a:solidFill>
              <a:latin typeface="+mn-ea"/>
              <a:ea typeface="+mn-ea"/>
            </a:endParaRPr>
          </a:p>
        </p:txBody>
      </p:sp>
    </p:spTree>
    <p:extLst>
      <p:ext uri="{BB962C8B-B14F-4D97-AF65-F5344CB8AC3E}">
        <p14:creationId xmlns:p14="http://schemas.microsoft.com/office/powerpoint/2010/main" val="175613803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9144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189064" y="3868892"/>
            <a:ext cx="8753057"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二、雷达测高技术发展</a:t>
            </a:r>
          </a:p>
        </p:txBody>
      </p:sp>
      <p:sp>
        <p:nvSpPr>
          <p:cNvPr id="8" name="矩形 7"/>
          <p:cNvSpPr/>
          <p:nvPr/>
        </p:nvSpPr>
        <p:spPr>
          <a:xfrm>
            <a:off x="0" y="5014912"/>
            <a:ext cx="9144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8712167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二、雷达测高技术发展</a:t>
            </a:r>
            <a:endParaRPr lang="zh-CN" altLang="en-US" dirty="0"/>
          </a:p>
        </p:txBody>
      </p:sp>
      <p:sp>
        <p:nvSpPr>
          <p:cNvPr id="18" name="TextBox 17">
            <a:extLst>
              <a:ext uri="{FF2B5EF4-FFF2-40B4-BE49-F238E27FC236}">
                <a16:creationId xmlns:a16="http://schemas.microsoft.com/office/drawing/2014/main" id="{4FCA9F66-5BEA-B0DF-5C31-FA90901E3E90}"/>
              </a:ext>
            </a:extLst>
          </p:cNvPr>
          <p:cNvSpPr txBox="1"/>
          <p:nvPr/>
        </p:nvSpPr>
        <p:spPr>
          <a:xfrm>
            <a:off x="326919" y="832183"/>
            <a:ext cx="5868749" cy="5631798"/>
          </a:xfrm>
          <a:prstGeom prst="rect">
            <a:avLst/>
          </a:prstGeom>
          <a:noFill/>
        </p:spPr>
        <p:txBody>
          <a:bodyPr wrap="square">
            <a:spAutoFit/>
          </a:bodyPr>
          <a:lstStyle/>
          <a:p>
            <a:pPr algn="just">
              <a:lnSpc>
                <a:spcPct val="200000"/>
              </a:lnSpc>
            </a:pPr>
            <a:r>
              <a:rPr lang="en-US" altLang="zh-CN" sz="2800" b="1" dirty="0">
                <a:solidFill>
                  <a:schemeClr val="bg2"/>
                </a:solidFill>
                <a:latin typeface="+mn-ea"/>
                <a:ea typeface="+mn-ea"/>
              </a:rPr>
              <a:t>1</a:t>
            </a:r>
            <a:r>
              <a:rPr lang="zh-CN" altLang="en-US" sz="2800" b="1" dirty="0">
                <a:solidFill>
                  <a:schemeClr val="bg2"/>
                </a:solidFill>
                <a:latin typeface="+mn-ea"/>
                <a:ea typeface="+mn-ea"/>
              </a:rPr>
              <a:t>）脉冲有限雷达测高技术</a:t>
            </a:r>
            <a:endParaRPr lang="en-US" altLang="en-CN" sz="2800" b="1" dirty="0">
              <a:solidFill>
                <a:schemeClr val="bg2"/>
              </a:solidFill>
              <a:latin typeface="+mn-ea"/>
              <a:ea typeface="+mn-ea"/>
            </a:endParaRPr>
          </a:p>
          <a:p>
            <a:pPr algn="just">
              <a:lnSpc>
                <a:spcPct val="200000"/>
              </a:lnSpc>
            </a:pPr>
            <a:r>
              <a:rPr lang="en-CN" altLang="en-CN" sz="2000" dirty="0">
                <a:solidFill>
                  <a:schemeClr val="bg2"/>
                </a:solidFill>
                <a:latin typeface="+mn-ea"/>
                <a:ea typeface="+mn-ea"/>
              </a:rPr>
              <a:t>脉冲有限雷达高度计是传统雷达高度计</a:t>
            </a:r>
            <a:r>
              <a:rPr lang="zh-CN" altLang="en-US" sz="2000" dirty="0">
                <a:solidFill>
                  <a:schemeClr val="bg2"/>
                </a:solidFill>
                <a:latin typeface="+mn-ea"/>
                <a:ea typeface="+mn-ea"/>
              </a:rPr>
              <a:t>，也是目前主要的星载高度计类型。</a:t>
            </a:r>
            <a:endParaRPr lang="en-US" altLang="zh-CN" sz="2000" dirty="0">
              <a:solidFill>
                <a:schemeClr val="bg2"/>
              </a:solidFill>
              <a:latin typeface="+mn-ea"/>
              <a:ea typeface="+mn-ea"/>
            </a:endParaRPr>
          </a:p>
          <a:p>
            <a:pPr algn="just">
              <a:lnSpc>
                <a:spcPct val="200000"/>
              </a:lnSpc>
            </a:pPr>
            <a:r>
              <a:rPr lang="zh-CN" altLang="en-US" sz="2000" dirty="0">
                <a:solidFill>
                  <a:schemeClr val="bg2"/>
                </a:solidFill>
                <a:latin typeface="+mn-ea"/>
                <a:ea typeface="+mn-ea"/>
              </a:rPr>
              <a:t>有限脉冲雷达高度计通过测定发射脉冲信号的时间延迟</a:t>
            </a:r>
            <a:r>
              <a:rPr lang="en-US" altLang="zh-CN" sz="2000" dirty="0">
                <a:solidFill>
                  <a:schemeClr val="bg2"/>
                </a:solidFill>
                <a:latin typeface="+mn-ea"/>
                <a:ea typeface="+mn-ea"/>
              </a:rPr>
              <a:t>T</a:t>
            </a:r>
            <a:r>
              <a:rPr lang="zh-CN" altLang="en-US" sz="2000" dirty="0">
                <a:solidFill>
                  <a:schemeClr val="bg2"/>
                </a:solidFill>
                <a:latin typeface="+mn-ea"/>
                <a:ea typeface="+mn-ea"/>
              </a:rPr>
              <a:t>，来计算卫星至地表的距离，测高波段一般选择</a:t>
            </a:r>
            <a:r>
              <a:rPr lang="en-US" altLang="zh-CN" sz="2000" b="1" dirty="0">
                <a:solidFill>
                  <a:schemeClr val="bg2"/>
                </a:solidFill>
                <a:latin typeface="+mn-ea"/>
                <a:ea typeface="+mn-ea"/>
              </a:rPr>
              <a:t>Ku</a:t>
            </a:r>
            <a:r>
              <a:rPr lang="zh-CN" altLang="en-US" sz="2000" b="1" dirty="0">
                <a:solidFill>
                  <a:schemeClr val="bg2"/>
                </a:solidFill>
                <a:latin typeface="+mn-ea"/>
                <a:ea typeface="+mn-ea"/>
              </a:rPr>
              <a:t>波段</a:t>
            </a:r>
            <a:r>
              <a:rPr lang="zh-CN" altLang="en-US" sz="2000" dirty="0">
                <a:solidFill>
                  <a:schemeClr val="bg2"/>
                </a:solidFill>
                <a:latin typeface="+mn-ea"/>
                <a:ea typeface="+mn-ea"/>
              </a:rPr>
              <a:t>（</a:t>
            </a:r>
            <a:r>
              <a:rPr lang="en-US" altLang="zh-CN" sz="2000" dirty="0">
                <a:solidFill>
                  <a:schemeClr val="bg2"/>
                </a:solidFill>
                <a:latin typeface="+mn-ea"/>
                <a:ea typeface="+mn-ea"/>
              </a:rPr>
              <a:t>13.5GHz</a:t>
            </a:r>
            <a:r>
              <a:rPr lang="zh-CN" altLang="en-US" sz="2000" dirty="0">
                <a:solidFill>
                  <a:schemeClr val="bg2"/>
                </a:solidFill>
                <a:latin typeface="+mn-ea"/>
                <a:ea typeface="+mn-ea"/>
              </a:rPr>
              <a:t>）或</a:t>
            </a:r>
            <a:r>
              <a:rPr lang="en-US" altLang="zh-CN" sz="2000" b="1" dirty="0">
                <a:solidFill>
                  <a:schemeClr val="bg2"/>
                </a:solidFill>
                <a:latin typeface="+mn-ea"/>
                <a:ea typeface="+mn-ea"/>
              </a:rPr>
              <a:t>Ka</a:t>
            </a:r>
            <a:r>
              <a:rPr lang="zh-CN" altLang="en-US" sz="2000" b="1" dirty="0">
                <a:solidFill>
                  <a:schemeClr val="bg2"/>
                </a:solidFill>
                <a:latin typeface="+mn-ea"/>
                <a:ea typeface="+mn-ea"/>
              </a:rPr>
              <a:t>波段（</a:t>
            </a:r>
            <a:r>
              <a:rPr lang="en-US" altLang="zh-CN" sz="2000" b="1" dirty="0">
                <a:solidFill>
                  <a:schemeClr val="bg2"/>
                </a:solidFill>
                <a:latin typeface="+mn-ea"/>
                <a:ea typeface="+mn-ea"/>
              </a:rPr>
              <a:t>35.75GHz</a:t>
            </a:r>
            <a:r>
              <a:rPr lang="zh-CN" altLang="en-US" sz="2000" b="1" dirty="0">
                <a:solidFill>
                  <a:schemeClr val="bg2"/>
                </a:solidFill>
                <a:latin typeface="+mn-ea"/>
                <a:ea typeface="+mn-ea"/>
              </a:rPr>
              <a:t>）</a:t>
            </a:r>
            <a:r>
              <a:rPr lang="zh-CN" altLang="en-US" sz="2000" dirty="0">
                <a:solidFill>
                  <a:schemeClr val="bg2"/>
                </a:solidFill>
                <a:latin typeface="+mn-ea"/>
                <a:ea typeface="+mn-ea"/>
              </a:rPr>
              <a:t>。</a:t>
            </a:r>
            <a:endParaRPr lang="en-US" altLang="zh-CN" sz="2000" dirty="0">
              <a:solidFill>
                <a:schemeClr val="bg2"/>
              </a:solidFill>
              <a:latin typeface="+mn-ea"/>
              <a:ea typeface="+mn-ea"/>
            </a:endParaRPr>
          </a:p>
          <a:p>
            <a:pPr algn="just">
              <a:lnSpc>
                <a:spcPct val="200000"/>
              </a:lnSpc>
            </a:pPr>
            <a:endParaRPr lang="en-US" altLang="zh-CN" sz="2000" dirty="0">
              <a:solidFill>
                <a:schemeClr val="bg2"/>
              </a:solidFill>
              <a:latin typeface="+mn-ea"/>
              <a:ea typeface="+mn-ea"/>
            </a:endParaRPr>
          </a:p>
        </p:txBody>
      </p:sp>
      <p:grpSp>
        <p:nvGrpSpPr>
          <p:cNvPr id="2" name="Group 1">
            <a:extLst>
              <a:ext uri="{FF2B5EF4-FFF2-40B4-BE49-F238E27FC236}">
                <a16:creationId xmlns:a16="http://schemas.microsoft.com/office/drawing/2014/main" id="{7C3A10A8-5AC9-FBB5-341E-4D7703179374}"/>
              </a:ext>
            </a:extLst>
          </p:cNvPr>
          <p:cNvGrpSpPr/>
          <p:nvPr/>
        </p:nvGrpSpPr>
        <p:grpSpPr>
          <a:xfrm>
            <a:off x="5973822" y="2123455"/>
            <a:ext cx="3289099" cy="3662781"/>
            <a:chOff x="6243144" y="2320709"/>
            <a:chExt cx="2621565" cy="3014755"/>
          </a:xfrm>
        </p:grpSpPr>
        <p:cxnSp>
          <p:nvCxnSpPr>
            <p:cNvPr id="50" name="Straight Connector 49">
              <a:extLst>
                <a:ext uri="{FF2B5EF4-FFF2-40B4-BE49-F238E27FC236}">
                  <a16:creationId xmlns:a16="http://schemas.microsoft.com/office/drawing/2014/main" id="{86B7F7E6-7181-916F-BFE2-98449625BD60}"/>
                </a:ext>
              </a:extLst>
            </p:cNvPr>
            <p:cNvCxnSpPr>
              <a:cxnSpLocks/>
            </p:cNvCxnSpPr>
            <p:nvPr/>
          </p:nvCxnSpPr>
          <p:spPr bwMode="auto">
            <a:xfrm>
              <a:off x="6243144" y="5324646"/>
              <a:ext cx="2313027"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826353CD-4C91-2632-9DE7-822F16E1917D}"/>
                </a:ext>
              </a:extLst>
            </p:cNvPr>
            <p:cNvGrpSpPr/>
            <p:nvPr/>
          </p:nvGrpSpPr>
          <p:grpSpPr>
            <a:xfrm>
              <a:off x="6863631" y="2320709"/>
              <a:ext cx="1480988" cy="3014755"/>
              <a:chOff x="6863631" y="2320709"/>
              <a:chExt cx="1145057" cy="3014755"/>
            </a:xfrm>
          </p:grpSpPr>
          <p:pic>
            <p:nvPicPr>
              <p:cNvPr id="9" name="Picture 8" descr="A picture containing dark&#10;&#10;Description automatically generated">
                <a:extLst>
                  <a:ext uri="{FF2B5EF4-FFF2-40B4-BE49-F238E27FC236}">
                    <a16:creationId xmlns:a16="http://schemas.microsoft.com/office/drawing/2014/main" id="{4F581148-67F8-7E68-AB5F-B7902690D4C2}"/>
                  </a:ext>
                </a:extLst>
              </p:cNvPr>
              <p:cNvPicPr>
                <a:picLocks noChangeAspect="1"/>
              </p:cNvPicPr>
              <p:nvPr/>
            </p:nvPicPr>
            <p:blipFill>
              <a:blip r:embed="rId3"/>
              <a:stretch>
                <a:fillRect/>
              </a:stretch>
            </p:blipFill>
            <p:spPr>
              <a:xfrm>
                <a:off x="7068354" y="2320709"/>
                <a:ext cx="780524" cy="454309"/>
              </a:xfrm>
              <a:prstGeom prst="rect">
                <a:avLst/>
              </a:prstGeom>
            </p:spPr>
          </p:pic>
          <p:cxnSp>
            <p:nvCxnSpPr>
              <p:cNvPr id="11" name="Straight Connector 10">
                <a:extLst>
                  <a:ext uri="{FF2B5EF4-FFF2-40B4-BE49-F238E27FC236}">
                    <a16:creationId xmlns:a16="http://schemas.microsoft.com/office/drawing/2014/main" id="{F041AABE-A289-AE3F-E13F-5E30DB92D63D}"/>
                  </a:ext>
                </a:extLst>
              </p:cNvPr>
              <p:cNvCxnSpPr>
                <a:cxnSpLocks/>
              </p:cNvCxnSpPr>
              <p:nvPr/>
            </p:nvCxnSpPr>
            <p:spPr bwMode="auto">
              <a:xfrm flipH="1">
                <a:off x="7131660" y="2657568"/>
                <a:ext cx="170185" cy="252403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F169F91F-AF50-6AD2-D3D5-92E4549C3C03}"/>
                  </a:ext>
                </a:extLst>
              </p:cNvPr>
              <p:cNvCxnSpPr>
                <a:cxnSpLocks/>
              </p:cNvCxnSpPr>
              <p:nvPr/>
            </p:nvCxnSpPr>
            <p:spPr bwMode="auto">
              <a:xfrm>
                <a:off x="7301845" y="2657568"/>
                <a:ext cx="256395" cy="250811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5" name="Freeform 44">
                <a:extLst>
                  <a:ext uri="{FF2B5EF4-FFF2-40B4-BE49-F238E27FC236}">
                    <a16:creationId xmlns:a16="http://schemas.microsoft.com/office/drawing/2014/main" id="{D23DA53E-CB71-24E6-69E2-59676612285F}"/>
                  </a:ext>
                </a:extLst>
              </p:cNvPr>
              <p:cNvSpPr/>
              <p:nvPr/>
            </p:nvSpPr>
            <p:spPr>
              <a:xfrm rot="10800000">
                <a:off x="7283406" y="2993323"/>
                <a:ext cx="58441" cy="42716"/>
              </a:xfrm>
              <a:custGeom>
                <a:avLst/>
                <a:gdLst>
                  <a:gd name="connsiteX0" fmla="*/ 0 w 57150"/>
                  <a:gd name="connsiteY0" fmla="*/ 3666 h 3666"/>
                  <a:gd name="connsiteX1" fmla="*/ 57150 w 57150"/>
                  <a:gd name="connsiteY1" fmla="*/ 3666 h 3666"/>
                </a:gdLst>
                <a:ahLst/>
                <a:cxnLst>
                  <a:cxn ang="0">
                    <a:pos x="connsiteX0" y="connsiteY0"/>
                  </a:cxn>
                  <a:cxn ang="0">
                    <a:pos x="connsiteX1" y="connsiteY1"/>
                  </a:cxn>
                </a:cxnLst>
                <a:rect l="l" t="t" r="r" b="b"/>
                <a:pathLst>
                  <a:path w="57150" h="3666">
                    <a:moveTo>
                      <a:pt x="0" y="3666"/>
                    </a:moveTo>
                    <a:cubicBezTo>
                      <a:pt x="20373" y="491"/>
                      <a:pt x="40746" y="-2684"/>
                      <a:pt x="57150" y="3666"/>
                    </a:cubicBezTo>
                  </a:path>
                </a:pathLst>
              </a:custGeom>
            </p:spPr>
            <p:style>
              <a:lnRef idx="1">
                <a:schemeClr val="dk1"/>
              </a:lnRef>
              <a:fillRef idx="0">
                <a:schemeClr val="dk1"/>
              </a:fillRef>
              <a:effectRef idx="0">
                <a:schemeClr val="dk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CE732DD-F18E-BBD5-5A0D-95EAC09DFEFE}"/>
                      </a:ext>
                    </a:extLst>
                  </p:cNvPr>
                  <p:cNvSpPr txBox="1"/>
                  <p:nvPr/>
                </p:nvSpPr>
                <p:spPr>
                  <a:xfrm>
                    <a:off x="7407751" y="2892468"/>
                    <a:ext cx="595298" cy="2444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50" i="1" dirty="0" smtClean="0">
                              <a:solidFill>
                                <a:schemeClr val="bg2"/>
                              </a:solidFill>
                              <a:latin typeface="Cambria Math" panose="02040503050406030204" pitchFamily="18" charset="0"/>
                            </a:rPr>
                            <m:t>1.5</m:t>
                          </m:r>
                          <m:r>
                            <a:rPr lang="en-US" altLang="zh-CN" sz="1050" i="1" dirty="0" smtClean="0">
                              <a:solidFill>
                                <a:schemeClr val="bg2"/>
                              </a:solidFill>
                              <a:latin typeface="Cambria Math" panose="02040503050406030204" pitchFamily="18" charset="0"/>
                              <a:ea typeface="Cambria Math" panose="02040503050406030204" pitchFamily="18" charset="0"/>
                            </a:rPr>
                            <m:t>°</m:t>
                          </m:r>
                          <m:r>
                            <a:rPr lang="zh-CN" altLang="en-US" sz="1050" b="0" i="1" dirty="0" smtClean="0">
                              <a:solidFill>
                                <a:schemeClr val="bg2"/>
                              </a:solidFill>
                              <a:latin typeface="Cambria Math" panose="02040503050406030204" pitchFamily="18" charset="0"/>
                              <a:ea typeface="Cambria Math" panose="02040503050406030204" pitchFamily="18" charset="0"/>
                            </a:rPr>
                            <m:t>～</m:t>
                          </m:r>
                          <m:r>
                            <a:rPr lang="en-US" altLang="zh-CN" sz="1050" b="0" i="1" dirty="0" smtClean="0">
                              <a:solidFill>
                                <a:schemeClr val="bg2"/>
                              </a:solidFill>
                              <a:latin typeface="Cambria Math" panose="02040503050406030204" pitchFamily="18" charset="0"/>
                              <a:ea typeface="Cambria Math" panose="02040503050406030204" pitchFamily="18" charset="0"/>
                            </a:rPr>
                            <m:t>3°</m:t>
                          </m:r>
                        </m:oMath>
                      </m:oMathPara>
                    </a14:m>
                    <a:endParaRPr lang="en-CN" sz="1050">
                      <a:solidFill>
                        <a:schemeClr val="bg2"/>
                      </a:solidFill>
                    </a:endParaRPr>
                  </a:p>
                </p:txBody>
              </p:sp>
            </mc:Choice>
            <mc:Fallback xmlns="">
              <p:sp>
                <p:nvSpPr>
                  <p:cNvPr id="46" name="TextBox 45">
                    <a:extLst>
                      <a:ext uri="{FF2B5EF4-FFF2-40B4-BE49-F238E27FC236}">
                        <a16:creationId xmlns:a16="http://schemas.microsoft.com/office/drawing/2014/main" id="{DCE732DD-F18E-BBD5-5A0D-95EAC09DFEFE}"/>
                      </a:ext>
                    </a:extLst>
                  </p:cNvPr>
                  <p:cNvSpPr txBox="1">
                    <a:spLocks noRot="1" noChangeAspect="1" noMove="1" noResize="1" noEditPoints="1" noAdjustHandles="1" noChangeArrowheads="1" noChangeShapeType="1" noTextEdit="1"/>
                  </p:cNvSpPr>
                  <p:nvPr/>
                </p:nvSpPr>
                <p:spPr>
                  <a:xfrm>
                    <a:off x="7407751" y="2892468"/>
                    <a:ext cx="595298" cy="244424"/>
                  </a:xfrm>
                  <a:prstGeom prst="rect">
                    <a:avLst/>
                  </a:prstGeom>
                  <a:blipFill>
                    <a:blip r:embed="rId5"/>
                    <a:stretch>
                      <a:fillRect/>
                    </a:stretch>
                  </a:blipFill>
                </p:spPr>
                <p:txBody>
                  <a:bodyPr/>
                  <a:lstStyle/>
                  <a:p>
                    <a:r>
                      <a:rPr lang="en-US">
                        <a:noFill/>
                      </a:rPr>
                      <a:t> </a:t>
                    </a:r>
                  </a:p>
                </p:txBody>
              </p:sp>
            </mc:Fallback>
          </mc:AlternateContent>
          <p:sp>
            <p:nvSpPr>
              <p:cNvPr id="47" name="Block Arc 46">
                <a:extLst>
                  <a:ext uri="{FF2B5EF4-FFF2-40B4-BE49-F238E27FC236}">
                    <a16:creationId xmlns:a16="http://schemas.microsoft.com/office/drawing/2014/main" id="{BED8D053-2AA7-4DD9-9D93-8988CBCC314A}"/>
                  </a:ext>
                </a:extLst>
              </p:cNvPr>
              <p:cNvSpPr/>
              <p:nvPr/>
            </p:nvSpPr>
            <p:spPr>
              <a:xfrm rot="10989842">
                <a:off x="7125597" y="4955389"/>
                <a:ext cx="440088" cy="368877"/>
              </a:xfrm>
              <a:prstGeom prst="blockArc">
                <a:avLst>
                  <a:gd name="adj1" fmla="val 10800000"/>
                  <a:gd name="adj2" fmla="val 20974351"/>
                  <a:gd name="adj3" fmla="val 21683"/>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cxnSp>
            <p:nvCxnSpPr>
              <p:cNvPr id="62" name="Straight Connector 61">
                <a:extLst>
                  <a:ext uri="{FF2B5EF4-FFF2-40B4-BE49-F238E27FC236}">
                    <a16:creationId xmlns:a16="http://schemas.microsoft.com/office/drawing/2014/main" id="{5A4A06BD-DDDF-1F4D-F303-B3D0B2DF4003}"/>
                  </a:ext>
                </a:extLst>
              </p:cNvPr>
              <p:cNvCxnSpPr/>
              <p:nvPr/>
            </p:nvCxnSpPr>
            <p:spPr bwMode="auto">
              <a:xfrm>
                <a:off x="6871725" y="5240511"/>
                <a:ext cx="1072051" cy="0"/>
              </a:xfrm>
              <a:prstGeom prst="line">
                <a:avLst/>
              </a:prstGeom>
              <a:ln>
                <a:solidFill>
                  <a:schemeClr val="accent3"/>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31E31964-64C6-A79A-DBA9-C0BD5B9DA920}"/>
                  </a:ext>
                </a:extLst>
              </p:cNvPr>
              <p:cNvCxnSpPr/>
              <p:nvPr/>
            </p:nvCxnSpPr>
            <p:spPr bwMode="auto">
              <a:xfrm>
                <a:off x="6863631" y="5324646"/>
                <a:ext cx="1072051" cy="0"/>
              </a:xfrm>
              <a:prstGeom prst="line">
                <a:avLst/>
              </a:prstGeom>
              <a:ln>
                <a:solidFill>
                  <a:schemeClr val="accent3"/>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4" name="Right Brace 63">
                <a:extLst>
                  <a:ext uri="{FF2B5EF4-FFF2-40B4-BE49-F238E27FC236}">
                    <a16:creationId xmlns:a16="http://schemas.microsoft.com/office/drawing/2014/main" id="{0F43B5AF-87A5-EE41-1498-C5BC41A82F28}"/>
                  </a:ext>
                </a:extLst>
              </p:cNvPr>
              <p:cNvSpPr/>
              <p:nvPr/>
            </p:nvSpPr>
            <p:spPr bwMode="auto">
              <a:xfrm>
                <a:off x="7962969" y="5235922"/>
                <a:ext cx="45719" cy="99542"/>
              </a:xfrm>
              <a:prstGeom prst="rightBrac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p:gr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48E1AC0-F642-22E4-F9BF-7A1D391B756B}"/>
                    </a:ext>
                  </a:extLst>
                </p:cNvPr>
                <p:cNvSpPr txBox="1"/>
                <p:nvPr/>
              </p:nvSpPr>
              <p:spPr>
                <a:xfrm>
                  <a:off x="8247632" y="4478296"/>
                  <a:ext cx="61707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dirty="0" smtClean="0">
                            <a:solidFill>
                              <a:schemeClr val="bg2"/>
                            </a:solidFill>
                            <a:latin typeface="Cambria Math" panose="02040503050406030204" pitchFamily="18" charset="0"/>
                            <a:ea typeface="+mn-ea"/>
                          </a:rPr>
                          <m:t>c</m:t>
                        </m:r>
                        <m:r>
                          <a:rPr lang="zh-CN" altLang="en-US" i="1" smtClean="0">
                            <a:solidFill>
                              <a:schemeClr val="bg2"/>
                            </a:solidFill>
                            <a:latin typeface="Cambria Math" panose="02040503050406030204" pitchFamily="18" charset="0"/>
                            <a:ea typeface="+mn-ea"/>
                          </a:rPr>
                          <m:t>𝜏</m:t>
                        </m:r>
                      </m:oMath>
                    </m:oMathPara>
                  </a14:m>
                  <a:endParaRPr lang="en-CN"/>
                </a:p>
              </p:txBody>
            </p:sp>
          </mc:Choice>
          <mc:Fallback xmlns="">
            <p:sp>
              <p:nvSpPr>
                <p:cNvPr id="67" name="TextBox 66">
                  <a:extLst>
                    <a:ext uri="{FF2B5EF4-FFF2-40B4-BE49-F238E27FC236}">
                      <a16:creationId xmlns:a16="http://schemas.microsoft.com/office/drawing/2014/main" id="{848E1AC0-F642-22E4-F9BF-7A1D391B756B}"/>
                    </a:ext>
                  </a:extLst>
                </p:cNvPr>
                <p:cNvSpPr txBox="1">
                  <a:spLocks noRot="1" noChangeAspect="1" noMove="1" noResize="1" noEditPoints="1" noAdjustHandles="1" noChangeArrowheads="1" noChangeShapeType="1" noTextEdit="1"/>
                </p:cNvSpPr>
                <p:nvPr/>
              </p:nvSpPr>
              <p:spPr>
                <a:xfrm>
                  <a:off x="8247632" y="4478296"/>
                  <a:ext cx="617077" cy="461665"/>
                </a:xfrm>
                <a:prstGeom prst="rect">
                  <a:avLst/>
                </a:prstGeom>
                <a:blipFill>
                  <a:blip r:embed="rId6"/>
                  <a:stretch>
                    <a:fillRect/>
                  </a:stretch>
                </a:blipFill>
              </p:spPr>
              <p:txBody>
                <a:bodyPr/>
                <a:lstStyle/>
                <a:p>
                  <a:r>
                    <a:rPr lang="en-US">
                      <a:noFill/>
                    </a:rPr>
                    <a:t> </a:t>
                  </a:r>
                </a:p>
              </p:txBody>
            </p:sp>
          </mc:Fallback>
        </mc:AlternateContent>
        <p:cxnSp>
          <p:nvCxnSpPr>
            <p:cNvPr id="70" name="Straight Arrow Connector 69">
              <a:extLst>
                <a:ext uri="{FF2B5EF4-FFF2-40B4-BE49-F238E27FC236}">
                  <a16:creationId xmlns:a16="http://schemas.microsoft.com/office/drawing/2014/main" id="{D3BD69BA-BC42-11AC-0E94-CB53BD6C88E6}"/>
                </a:ext>
              </a:extLst>
            </p:cNvPr>
            <p:cNvCxnSpPr>
              <a:cxnSpLocks/>
            </p:cNvCxnSpPr>
            <p:nvPr/>
          </p:nvCxnSpPr>
          <p:spPr bwMode="auto">
            <a:xfrm flipV="1">
              <a:off x="8337326" y="4855352"/>
              <a:ext cx="124599" cy="40592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74396049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DA1D-A58D-6A7E-D3EE-4D85350CE1C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B49430A-B341-FB72-CD6E-EEDCE44D7329}"/>
              </a:ext>
            </a:extLst>
          </p:cNvPr>
          <p:cNvSpPr>
            <a:spLocks noGrp="1"/>
          </p:cNvSpPr>
          <p:nvPr>
            <p:ph type="title"/>
          </p:nvPr>
        </p:nvSpPr>
        <p:spPr>
          <a:xfrm>
            <a:off x="0" y="8526"/>
            <a:ext cx="9013371" cy="792162"/>
          </a:xfrm>
        </p:spPr>
        <p:txBody>
          <a:bodyPr/>
          <a:lstStyle/>
          <a:p>
            <a:r>
              <a:rPr lang="zh-CN" altLang="en-US" dirty="0">
                <a:latin typeface="+mn-ea"/>
              </a:rPr>
              <a:t>二、雷达测高技术发展</a:t>
            </a:r>
            <a:endParaRPr lang="zh-CN" altLang="en-US"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D974299-53F1-1659-FD0E-D40C2FFFF9DC}"/>
                  </a:ext>
                </a:extLst>
              </p:cNvPr>
              <p:cNvSpPr txBox="1"/>
              <p:nvPr/>
            </p:nvSpPr>
            <p:spPr>
              <a:xfrm>
                <a:off x="326919" y="832183"/>
                <a:ext cx="5868749" cy="5477910"/>
              </a:xfrm>
              <a:prstGeom prst="rect">
                <a:avLst/>
              </a:prstGeom>
              <a:noFill/>
            </p:spPr>
            <p:txBody>
              <a:bodyPr wrap="square">
                <a:spAutoFit/>
              </a:bodyPr>
              <a:lstStyle/>
              <a:p>
                <a:pPr algn="just">
                  <a:lnSpc>
                    <a:spcPct val="200000"/>
                  </a:lnSpc>
                </a:pPr>
                <a:r>
                  <a:rPr lang="en-US" altLang="zh-CN" sz="2800" b="1" dirty="0">
                    <a:solidFill>
                      <a:schemeClr val="bg2"/>
                    </a:solidFill>
                    <a:latin typeface="+mn-ea"/>
                    <a:ea typeface="+mn-ea"/>
                  </a:rPr>
                  <a:t>1</a:t>
                </a:r>
                <a:r>
                  <a:rPr lang="zh-CN" altLang="en-US" sz="2800" b="1" dirty="0">
                    <a:solidFill>
                      <a:schemeClr val="bg2"/>
                    </a:solidFill>
                    <a:latin typeface="+mn-ea"/>
                    <a:ea typeface="+mn-ea"/>
                  </a:rPr>
                  <a:t>）脉冲有限雷达测高技术</a:t>
                </a:r>
                <a:endParaRPr lang="en-US" altLang="en-CN" sz="1800" b="1" dirty="0">
                  <a:solidFill>
                    <a:schemeClr val="bg2"/>
                  </a:solidFill>
                  <a:latin typeface="+mn-ea"/>
                  <a:ea typeface="+mn-ea"/>
                </a:endParaRPr>
              </a:p>
              <a:p>
                <a:pPr algn="just">
                  <a:lnSpc>
                    <a:spcPct val="200000"/>
                  </a:lnSpc>
                </a:pPr>
                <a:r>
                  <a:rPr lang="en-US" altLang="en-CN" sz="2000" dirty="0" err="1">
                    <a:solidFill>
                      <a:schemeClr val="bg2"/>
                    </a:solidFill>
                    <a:latin typeface="+mn-ea"/>
                    <a:ea typeface="+mn-ea"/>
                  </a:rPr>
                  <a:t>卫星一般以</a:t>
                </a:r>
                <a:r>
                  <a:rPr lang="en-CN" altLang="en-CN" sz="2000" dirty="0">
                    <a:solidFill>
                      <a:schemeClr val="bg2"/>
                    </a:solidFill>
                    <a:latin typeface="+mn-ea"/>
                    <a:ea typeface="+mn-ea"/>
                  </a:rPr>
                  <a:t> 1.5°－3° 的</a:t>
                </a:r>
                <a:r>
                  <a:rPr lang="en-US" altLang="en-CN" sz="2000" dirty="0" err="1">
                    <a:solidFill>
                      <a:schemeClr val="bg2"/>
                    </a:solidFill>
                    <a:latin typeface="+mn-ea"/>
                    <a:ea typeface="+mn-ea"/>
                  </a:rPr>
                  <a:t>雷达波束角向地面发射脉冲信号</a:t>
                </a:r>
                <a:r>
                  <a:rPr lang="zh-CN" altLang="en-US" sz="2000" dirty="0">
                    <a:solidFill>
                      <a:schemeClr val="bg2"/>
                    </a:solidFill>
                    <a:latin typeface="+mn-ea"/>
                    <a:ea typeface="+mn-ea"/>
                  </a:rPr>
                  <a:t>，假定脉冲信号得有效持续时间为</a:t>
                </a:r>
                <a14:m>
                  <m:oMath xmlns:m="http://schemas.openxmlformats.org/officeDocument/2006/math">
                    <m:r>
                      <a:rPr lang="zh-CN" altLang="en-US" sz="2000" i="1" smtClean="0">
                        <a:solidFill>
                          <a:schemeClr val="bg2"/>
                        </a:solidFill>
                        <a:latin typeface="Cambria Math" panose="02040503050406030204" pitchFamily="18" charset="0"/>
                        <a:ea typeface="+mn-ea"/>
                      </a:rPr>
                      <m:t>𝜏</m:t>
                    </m:r>
                  </m:oMath>
                </a14:m>
                <a:r>
                  <a:rPr lang="zh-CN" altLang="en-US" sz="2000" dirty="0">
                    <a:solidFill>
                      <a:schemeClr val="bg2"/>
                    </a:solidFill>
                    <a:latin typeface="+mn-ea"/>
                    <a:ea typeface="+mn-ea"/>
                  </a:rPr>
                  <a:t>，则脉冲前缘到脉冲</a:t>
                </a:r>
                <a:r>
                  <a:rPr lang="zh-CN" altLang="en-CN" sz="2000" dirty="0">
                    <a:solidFill>
                      <a:schemeClr val="bg2"/>
                    </a:solidFill>
                    <a:latin typeface="+mn-ea"/>
                    <a:ea typeface="+mn-ea"/>
                  </a:rPr>
                  <a:t>后缘</a:t>
                </a:r>
                <a:r>
                  <a:rPr lang="zh-CN" altLang="en-US" sz="2000" dirty="0">
                    <a:solidFill>
                      <a:schemeClr val="bg2"/>
                    </a:solidFill>
                    <a:latin typeface="+mn-ea"/>
                    <a:ea typeface="+mn-ea"/>
                  </a:rPr>
                  <a:t>的长度为</a:t>
                </a:r>
                <a14:m>
                  <m:oMath xmlns:m="http://schemas.openxmlformats.org/officeDocument/2006/math">
                    <m:r>
                      <m:rPr>
                        <m:sty m:val="p"/>
                      </m:rPr>
                      <a:rPr lang="en-US" altLang="zh-CN" sz="2000" i="1" dirty="0">
                        <a:solidFill>
                          <a:schemeClr val="bg2"/>
                        </a:solidFill>
                        <a:latin typeface="Cambria Math" panose="02040503050406030204" pitchFamily="18" charset="0"/>
                        <a:ea typeface="+mn-ea"/>
                      </a:rPr>
                      <m:t>c</m:t>
                    </m:r>
                    <m:r>
                      <a:rPr lang="zh-CN" altLang="en-US" sz="2000" i="1" smtClean="0">
                        <a:solidFill>
                          <a:schemeClr val="bg2"/>
                        </a:solidFill>
                        <a:latin typeface="Cambria Math" panose="02040503050406030204" pitchFamily="18" charset="0"/>
                        <a:ea typeface="+mn-ea"/>
                      </a:rPr>
                      <m:t>𝜏</m:t>
                    </m:r>
                  </m:oMath>
                </a14:m>
                <a:r>
                  <a:rPr lang="zh-CN" altLang="en-US" sz="2000" dirty="0">
                    <a:solidFill>
                      <a:schemeClr val="bg2"/>
                    </a:solidFill>
                    <a:latin typeface="+mn-ea"/>
                    <a:ea typeface="+mn-ea"/>
                  </a:rPr>
                  <a:t>，其中</a:t>
                </a:r>
                <a14:m>
                  <m:oMath xmlns:m="http://schemas.openxmlformats.org/officeDocument/2006/math">
                    <m:r>
                      <m:rPr>
                        <m:sty m:val="p"/>
                      </m:rPr>
                      <a:rPr lang="en-US" altLang="zh-CN" sz="2000" i="1" dirty="0">
                        <a:solidFill>
                          <a:schemeClr val="bg2"/>
                        </a:solidFill>
                        <a:latin typeface="Cambria Math" panose="02040503050406030204" pitchFamily="18" charset="0"/>
                      </a:rPr>
                      <m:t>c</m:t>
                    </m:r>
                  </m:oMath>
                </a14:m>
                <a:r>
                  <a:rPr lang="zh-CN" altLang="en-US" sz="2000" dirty="0">
                    <a:solidFill>
                      <a:schemeClr val="bg2"/>
                    </a:solidFill>
                    <a:latin typeface="+mn-ea"/>
                    <a:ea typeface="+mn-ea"/>
                  </a:rPr>
                  <a:t>为光速。</a:t>
                </a:r>
                <a:endParaRPr lang="en-US" altLang="zh-CN" sz="2000" dirty="0">
                  <a:solidFill>
                    <a:schemeClr val="bg2"/>
                  </a:solidFill>
                  <a:latin typeface="+mn-ea"/>
                  <a:ea typeface="+mn-ea"/>
                </a:endParaRPr>
              </a:p>
              <a:p>
                <a:pPr algn="just">
                  <a:lnSpc>
                    <a:spcPct val="200000"/>
                  </a:lnSpc>
                </a:pPr>
                <a:r>
                  <a:rPr lang="zh-CN" altLang="en-US" sz="2000" dirty="0">
                    <a:solidFill>
                      <a:schemeClr val="bg2"/>
                    </a:solidFill>
                    <a:latin typeface="+mn-ea"/>
                    <a:ea typeface="+mn-ea"/>
                  </a:rPr>
                  <a:t>在波束传播中，脉冲信号半径不断扩张，抵达地面时脉冲信号会形成一个具有一定厚度的弧形信号。</a:t>
                </a:r>
                <a:r>
                  <a:rPr lang="zh-CN" altLang="en-US" sz="2000" b="1" dirty="0">
                    <a:solidFill>
                      <a:schemeClr val="bg2"/>
                    </a:solidFill>
                    <a:latin typeface="+mn-ea"/>
                    <a:ea typeface="+mn-ea"/>
                  </a:rPr>
                  <a:t>弧形信号会覆盖地表</a:t>
                </a:r>
                <a:r>
                  <a:rPr lang="en-US" altLang="zh-CN" sz="2000" b="1" dirty="0">
                    <a:solidFill>
                      <a:schemeClr val="bg2"/>
                    </a:solidFill>
                    <a:latin typeface="+mn-ea"/>
                    <a:ea typeface="+mn-ea"/>
                  </a:rPr>
                  <a:t>3-5</a:t>
                </a:r>
                <a:r>
                  <a:rPr lang="zh-CN" altLang="en-US" sz="2000" b="1" dirty="0">
                    <a:solidFill>
                      <a:schemeClr val="bg2"/>
                    </a:solidFill>
                    <a:latin typeface="+mn-ea"/>
                    <a:ea typeface="+mn-ea"/>
                  </a:rPr>
                  <a:t>千米半径的圆形区域</a:t>
                </a:r>
                <a:r>
                  <a:rPr lang="zh-CN" altLang="en-US" sz="2000" dirty="0">
                    <a:solidFill>
                      <a:schemeClr val="bg2"/>
                    </a:solidFill>
                    <a:latin typeface="+mn-ea"/>
                    <a:ea typeface="+mn-ea"/>
                  </a:rPr>
                  <a:t>，测高仪所测地表高程即该圆形区域地表高程。</a:t>
                </a:r>
                <a:endParaRPr lang="en-US" altLang="en-CN" sz="2000" dirty="0">
                  <a:solidFill>
                    <a:schemeClr val="bg2"/>
                  </a:solidFill>
                  <a:latin typeface="+mn-ea"/>
                  <a:ea typeface="+mn-ea"/>
                </a:endParaRPr>
              </a:p>
            </p:txBody>
          </p:sp>
        </mc:Choice>
        <mc:Fallback xmlns="">
          <p:sp>
            <p:nvSpPr>
              <p:cNvPr id="18" name="TextBox 17">
                <a:extLst>
                  <a:ext uri="{FF2B5EF4-FFF2-40B4-BE49-F238E27FC236}">
                    <a16:creationId xmlns:a16="http://schemas.microsoft.com/office/drawing/2014/main" id="{7D974299-53F1-1659-FD0E-D40C2FFFF9DC}"/>
                  </a:ext>
                </a:extLst>
              </p:cNvPr>
              <p:cNvSpPr txBox="1">
                <a:spLocks noRot="1" noChangeAspect="1" noMove="1" noResize="1" noEditPoints="1" noAdjustHandles="1" noChangeArrowheads="1" noChangeShapeType="1" noTextEdit="1"/>
              </p:cNvSpPr>
              <p:nvPr/>
            </p:nvSpPr>
            <p:spPr>
              <a:xfrm>
                <a:off x="326919" y="832183"/>
                <a:ext cx="5868749" cy="5477910"/>
              </a:xfrm>
              <a:prstGeom prst="rect">
                <a:avLst/>
              </a:prstGeom>
              <a:blipFill>
                <a:blip r:embed="rId3"/>
                <a:stretch>
                  <a:fillRect l="-2183" r="-1143" b="-1114"/>
                </a:stretch>
              </a:blipFill>
            </p:spPr>
            <p:txBody>
              <a:bodyPr/>
              <a:lstStyle/>
              <a:p>
                <a:r>
                  <a:rPr lang="zh-CN" altLang="en-US">
                    <a:noFill/>
                  </a:rPr>
                  <a:t> </a:t>
                </a:r>
              </a:p>
            </p:txBody>
          </p:sp>
        </mc:Fallback>
      </mc:AlternateContent>
      <p:grpSp>
        <p:nvGrpSpPr>
          <p:cNvPr id="2" name="Group 1">
            <a:extLst>
              <a:ext uri="{FF2B5EF4-FFF2-40B4-BE49-F238E27FC236}">
                <a16:creationId xmlns:a16="http://schemas.microsoft.com/office/drawing/2014/main" id="{38E35A5D-FCEF-951A-A08B-0F3AFFDB43C9}"/>
              </a:ext>
            </a:extLst>
          </p:cNvPr>
          <p:cNvGrpSpPr/>
          <p:nvPr/>
        </p:nvGrpSpPr>
        <p:grpSpPr>
          <a:xfrm>
            <a:off x="5973822" y="2123455"/>
            <a:ext cx="3289099" cy="3662781"/>
            <a:chOff x="6243144" y="2320709"/>
            <a:chExt cx="2621565" cy="3014755"/>
          </a:xfrm>
        </p:grpSpPr>
        <p:cxnSp>
          <p:nvCxnSpPr>
            <p:cNvPr id="50" name="Straight Connector 49">
              <a:extLst>
                <a:ext uri="{FF2B5EF4-FFF2-40B4-BE49-F238E27FC236}">
                  <a16:creationId xmlns:a16="http://schemas.microsoft.com/office/drawing/2014/main" id="{67DA1D57-39B7-0361-F6CC-8C4E67D1EEC6}"/>
                </a:ext>
              </a:extLst>
            </p:cNvPr>
            <p:cNvCxnSpPr>
              <a:cxnSpLocks/>
            </p:cNvCxnSpPr>
            <p:nvPr/>
          </p:nvCxnSpPr>
          <p:spPr bwMode="auto">
            <a:xfrm>
              <a:off x="6243144" y="5324646"/>
              <a:ext cx="2313027" cy="0"/>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8CB76D8B-0779-0C03-1520-DB7848A86C2D}"/>
                </a:ext>
              </a:extLst>
            </p:cNvPr>
            <p:cNvGrpSpPr/>
            <p:nvPr/>
          </p:nvGrpSpPr>
          <p:grpSpPr>
            <a:xfrm>
              <a:off x="6863631" y="2320709"/>
              <a:ext cx="1480988" cy="3014755"/>
              <a:chOff x="6863631" y="2320709"/>
              <a:chExt cx="1145057" cy="3014755"/>
            </a:xfrm>
          </p:grpSpPr>
          <p:pic>
            <p:nvPicPr>
              <p:cNvPr id="9" name="Picture 8" descr="A picture containing dark&#10;&#10;Description automatically generated">
                <a:extLst>
                  <a:ext uri="{FF2B5EF4-FFF2-40B4-BE49-F238E27FC236}">
                    <a16:creationId xmlns:a16="http://schemas.microsoft.com/office/drawing/2014/main" id="{A189D598-1B8D-3CAE-D026-7D8519887525}"/>
                  </a:ext>
                </a:extLst>
              </p:cNvPr>
              <p:cNvPicPr>
                <a:picLocks noChangeAspect="1"/>
              </p:cNvPicPr>
              <p:nvPr/>
            </p:nvPicPr>
            <p:blipFill>
              <a:blip r:embed="rId4"/>
              <a:stretch>
                <a:fillRect/>
              </a:stretch>
            </p:blipFill>
            <p:spPr>
              <a:xfrm>
                <a:off x="7068354" y="2320709"/>
                <a:ext cx="780524" cy="454309"/>
              </a:xfrm>
              <a:prstGeom prst="rect">
                <a:avLst/>
              </a:prstGeom>
            </p:spPr>
          </p:pic>
          <p:cxnSp>
            <p:nvCxnSpPr>
              <p:cNvPr id="11" name="Straight Connector 10">
                <a:extLst>
                  <a:ext uri="{FF2B5EF4-FFF2-40B4-BE49-F238E27FC236}">
                    <a16:creationId xmlns:a16="http://schemas.microsoft.com/office/drawing/2014/main" id="{75874A0E-E51C-51F6-1D75-6E0D984AFCED}"/>
                  </a:ext>
                </a:extLst>
              </p:cNvPr>
              <p:cNvCxnSpPr>
                <a:cxnSpLocks/>
              </p:cNvCxnSpPr>
              <p:nvPr/>
            </p:nvCxnSpPr>
            <p:spPr bwMode="auto">
              <a:xfrm flipH="1">
                <a:off x="7131660" y="2657568"/>
                <a:ext cx="170185" cy="2524034"/>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B3524A2-EC53-526F-367F-7205101BB9A5}"/>
                  </a:ext>
                </a:extLst>
              </p:cNvPr>
              <p:cNvCxnSpPr>
                <a:cxnSpLocks/>
              </p:cNvCxnSpPr>
              <p:nvPr/>
            </p:nvCxnSpPr>
            <p:spPr bwMode="auto">
              <a:xfrm>
                <a:off x="7301845" y="2657568"/>
                <a:ext cx="256395" cy="2508115"/>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5" name="Freeform 44">
                <a:extLst>
                  <a:ext uri="{FF2B5EF4-FFF2-40B4-BE49-F238E27FC236}">
                    <a16:creationId xmlns:a16="http://schemas.microsoft.com/office/drawing/2014/main" id="{18FBEAED-1827-3432-E0F7-ADC8EF590931}"/>
                  </a:ext>
                </a:extLst>
              </p:cNvPr>
              <p:cNvSpPr/>
              <p:nvPr/>
            </p:nvSpPr>
            <p:spPr>
              <a:xfrm rot="10800000">
                <a:off x="7283406" y="2993323"/>
                <a:ext cx="58441" cy="42716"/>
              </a:xfrm>
              <a:custGeom>
                <a:avLst/>
                <a:gdLst>
                  <a:gd name="connsiteX0" fmla="*/ 0 w 57150"/>
                  <a:gd name="connsiteY0" fmla="*/ 3666 h 3666"/>
                  <a:gd name="connsiteX1" fmla="*/ 57150 w 57150"/>
                  <a:gd name="connsiteY1" fmla="*/ 3666 h 3666"/>
                </a:gdLst>
                <a:ahLst/>
                <a:cxnLst>
                  <a:cxn ang="0">
                    <a:pos x="connsiteX0" y="connsiteY0"/>
                  </a:cxn>
                  <a:cxn ang="0">
                    <a:pos x="connsiteX1" y="connsiteY1"/>
                  </a:cxn>
                </a:cxnLst>
                <a:rect l="l" t="t" r="r" b="b"/>
                <a:pathLst>
                  <a:path w="57150" h="3666">
                    <a:moveTo>
                      <a:pt x="0" y="3666"/>
                    </a:moveTo>
                    <a:cubicBezTo>
                      <a:pt x="20373" y="491"/>
                      <a:pt x="40746" y="-2684"/>
                      <a:pt x="57150" y="3666"/>
                    </a:cubicBezTo>
                  </a:path>
                </a:pathLst>
              </a:custGeom>
            </p:spPr>
            <p:style>
              <a:lnRef idx="1">
                <a:schemeClr val="dk1"/>
              </a:lnRef>
              <a:fillRef idx="0">
                <a:schemeClr val="dk1"/>
              </a:fillRef>
              <a:effectRef idx="0">
                <a:schemeClr val="dk1"/>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4955D96-847E-A06C-49E9-E7CFB48EA71B}"/>
                      </a:ext>
                    </a:extLst>
                  </p:cNvPr>
                  <p:cNvSpPr txBox="1"/>
                  <p:nvPr/>
                </p:nvSpPr>
                <p:spPr>
                  <a:xfrm>
                    <a:off x="7407751" y="2892468"/>
                    <a:ext cx="595298" cy="2444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050" i="1" dirty="0" smtClean="0">
                              <a:solidFill>
                                <a:schemeClr val="bg2"/>
                              </a:solidFill>
                              <a:latin typeface="Cambria Math" panose="02040503050406030204" pitchFamily="18" charset="0"/>
                            </a:rPr>
                            <m:t>1.5</m:t>
                          </m:r>
                          <m:r>
                            <a:rPr lang="en-US" altLang="zh-CN" sz="1050" i="1" dirty="0" smtClean="0">
                              <a:solidFill>
                                <a:schemeClr val="bg2"/>
                              </a:solidFill>
                              <a:latin typeface="Cambria Math" panose="02040503050406030204" pitchFamily="18" charset="0"/>
                              <a:ea typeface="Cambria Math" panose="02040503050406030204" pitchFamily="18" charset="0"/>
                            </a:rPr>
                            <m:t>°</m:t>
                          </m:r>
                          <m:r>
                            <a:rPr lang="zh-CN" altLang="en-US" sz="1050" b="0" i="1" dirty="0" smtClean="0">
                              <a:solidFill>
                                <a:schemeClr val="bg2"/>
                              </a:solidFill>
                              <a:latin typeface="Cambria Math" panose="02040503050406030204" pitchFamily="18" charset="0"/>
                              <a:ea typeface="Cambria Math" panose="02040503050406030204" pitchFamily="18" charset="0"/>
                            </a:rPr>
                            <m:t>～</m:t>
                          </m:r>
                          <m:r>
                            <a:rPr lang="en-US" altLang="zh-CN" sz="1050" b="0" i="1" dirty="0" smtClean="0">
                              <a:solidFill>
                                <a:schemeClr val="bg2"/>
                              </a:solidFill>
                              <a:latin typeface="Cambria Math" panose="02040503050406030204" pitchFamily="18" charset="0"/>
                              <a:ea typeface="Cambria Math" panose="02040503050406030204" pitchFamily="18" charset="0"/>
                            </a:rPr>
                            <m:t>3°</m:t>
                          </m:r>
                        </m:oMath>
                      </m:oMathPara>
                    </a14:m>
                    <a:endParaRPr lang="en-CN" sz="1050">
                      <a:solidFill>
                        <a:schemeClr val="bg2"/>
                      </a:solidFill>
                    </a:endParaRPr>
                  </a:p>
                </p:txBody>
              </p:sp>
            </mc:Choice>
            <mc:Fallback xmlns="">
              <p:sp>
                <p:nvSpPr>
                  <p:cNvPr id="46" name="TextBox 45">
                    <a:extLst>
                      <a:ext uri="{FF2B5EF4-FFF2-40B4-BE49-F238E27FC236}">
                        <a16:creationId xmlns:a16="http://schemas.microsoft.com/office/drawing/2014/main" id="{DCE732DD-F18E-BBD5-5A0D-95EAC09DFEFE}"/>
                      </a:ext>
                    </a:extLst>
                  </p:cNvPr>
                  <p:cNvSpPr txBox="1">
                    <a:spLocks noRot="1" noChangeAspect="1" noMove="1" noResize="1" noEditPoints="1" noAdjustHandles="1" noChangeArrowheads="1" noChangeShapeType="1" noTextEdit="1"/>
                  </p:cNvSpPr>
                  <p:nvPr/>
                </p:nvSpPr>
                <p:spPr>
                  <a:xfrm>
                    <a:off x="7407751" y="2892468"/>
                    <a:ext cx="595298" cy="244424"/>
                  </a:xfrm>
                  <a:prstGeom prst="rect">
                    <a:avLst/>
                  </a:prstGeom>
                  <a:blipFill>
                    <a:blip r:embed="rId5"/>
                    <a:stretch>
                      <a:fillRect/>
                    </a:stretch>
                  </a:blipFill>
                </p:spPr>
                <p:txBody>
                  <a:bodyPr/>
                  <a:lstStyle/>
                  <a:p>
                    <a:r>
                      <a:rPr lang="en-US">
                        <a:noFill/>
                      </a:rPr>
                      <a:t> </a:t>
                    </a:r>
                  </a:p>
                </p:txBody>
              </p:sp>
            </mc:Fallback>
          </mc:AlternateContent>
          <p:sp>
            <p:nvSpPr>
              <p:cNvPr id="47" name="Block Arc 46">
                <a:extLst>
                  <a:ext uri="{FF2B5EF4-FFF2-40B4-BE49-F238E27FC236}">
                    <a16:creationId xmlns:a16="http://schemas.microsoft.com/office/drawing/2014/main" id="{68E8E23F-0827-5544-8583-160058FF047E}"/>
                  </a:ext>
                </a:extLst>
              </p:cNvPr>
              <p:cNvSpPr/>
              <p:nvPr/>
            </p:nvSpPr>
            <p:spPr>
              <a:xfrm rot="10989842">
                <a:off x="7125597" y="4955389"/>
                <a:ext cx="440088" cy="368877"/>
              </a:xfrm>
              <a:prstGeom prst="blockArc">
                <a:avLst>
                  <a:gd name="adj1" fmla="val 10800000"/>
                  <a:gd name="adj2" fmla="val 20974351"/>
                  <a:gd name="adj3" fmla="val 21683"/>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微软雅黑" pitchFamily="34" charset="-122"/>
                  <a:ea typeface="微软雅黑" pitchFamily="34" charset="-122"/>
                </a:endParaRPr>
              </a:p>
            </p:txBody>
          </p:sp>
          <p:cxnSp>
            <p:nvCxnSpPr>
              <p:cNvPr id="62" name="Straight Connector 61">
                <a:extLst>
                  <a:ext uri="{FF2B5EF4-FFF2-40B4-BE49-F238E27FC236}">
                    <a16:creationId xmlns:a16="http://schemas.microsoft.com/office/drawing/2014/main" id="{96956B9C-9811-828B-731C-3ABBC900541E}"/>
                  </a:ext>
                </a:extLst>
              </p:cNvPr>
              <p:cNvCxnSpPr/>
              <p:nvPr/>
            </p:nvCxnSpPr>
            <p:spPr bwMode="auto">
              <a:xfrm>
                <a:off x="6871725" y="5240511"/>
                <a:ext cx="1072051" cy="0"/>
              </a:xfrm>
              <a:prstGeom prst="line">
                <a:avLst/>
              </a:prstGeom>
              <a:ln>
                <a:solidFill>
                  <a:schemeClr val="accent3"/>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691FE483-766E-6C90-E647-49646B091B01}"/>
                  </a:ext>
                </a:extLst>
              </p:cNvPr>
              <p:cNvCxnSpPr/>
              <p:nvPr/>
            </p:nvCxnSpPr>
            <p:spPr bwMode="auto">
              <a:xfrm>
                <a:off x="6863631" y="5324646"/>
                <a:ext cx="1072051" cy="0"/>
              </a:xfrm>
              <a:prstGeom prst="line">
                <a:avLst/>
              </a:prstGeom>
              <a:ln>
                <a:solidFill>
                  <a:schemeClr val="accent3"/>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4" name="Right Brace 63">
                <a:extLst>
                  <a:ext uri="{FF2B5EF4-FFF2-40B4-BE49-F238E27FC236}">
                    <a16:creationId xmlns:a16="http://schemas.microsoft.com/office/drawing/2014/main" id="{9B471F35-7EE1-CC7C-6F88-29EF5238254F}"/>
                  </a:ext>
                </a:extLst>
              </p:cNvPr>
              <p:cNvSpPr/>
              <p:nvPr/>
            </p:nvSpPr>
            <p:spPr bwMode="auto">
              <a:xfrm>
                <a:off x="7962969" y="5235922"/>
                <a:ext cx="45719" cy="99542"/>
              </a:xfrm>
              <a:prstGeom prst="rightBrac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Times New Roman" pitchFamily="18" charset="0"/>
                  <a:ea typeface="宋体" pitchFamily="2" charset="-122"/>
                </a:endParaRPr>
              </a:p>
            </p:txBody>
          </p:sp>
        </p:gr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702269C3-145B-33D9-0863-EE74D62302B7}"/>
                    </a:ext>
                  </a:extLst>
                </p:cNvPr>
                <p:cNvSpPr txBox="1"/>
                <p:nvPr/>
              </p:nvSpPr>
              <p:spPr>
                <a:xfrm>
                  <a:off x="8247632" y="4478296"/>
                  <a:ext cx="61707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i="1" dirty="0" smtClean="0">
                            <a:solidFill>
                              <a:schemeClr val="bg2"/>
                            </a:solidFill>
                            <a:latin typeface="Cambria Math" panose="02040503050406030204" pitchFamily="18" charset="0"/>
                            <a:ea typeface="+mn-ea"/>
                          </a:rPr>
                          <m:t>c</m:t>
                        </m:r>
                        <m:r>
                          <a:rPr lang="zh-CN" altLang="en-US" i="1" smtClean="0">
                            <a:solidFill>
                              <a:schemeClr val="bg2"/>
                            </a:solidFill>
                            <a:latin typeface="Cambria Math" panose="02040503050406030204" pitchFamily="18" charset="0"/>
                            <a:ea typeface="+mn-ea"/>
                          </a:rPr>
                          <m:t>𝜏</m:t>
                        </m:r>
                      </m:oMath>
                    </m:oMathPara>
                  </a14:m>
                  <a:endParaRPr lang="en-CN"/>
                </a:p>
              </p:txBody>
            </p:sp>
          </mc:Choice>
          <mc:Fallback xmlns="">
            <p:sp>
              <p:nvSpPr>
                <p:cNvPr id="67" name="TextBox 66">
                  <a:extLst>
                    <a:ext uri="{FF2B5EF4-FFF2-40B4-BE49-F238E27FC236}">
                      <a16:creationId xmlns:a16="http://schemas.microsoft.com/office/drawing/2014/main" id="{848E1AC0-F642-22E4-F9BF-7A1D391B756B}"/>
                    </a:ext>
                  </a:extLst>
                </p:cNvPr>
                <p:cNvSpPr txBox="1">
                  <a:spLocks noRot="1" noChangeAspect="1" noMove="1" noResize="1" noEditPoints="1" noAdjustHandles="1" noChangeArrowheads="1" noChangeShapeType="1" noTextEdit="1"/>
                </p:cNvSpPr>
                <p:nvPr/>
              </p:nvSpPr>
              <p:spPr>
                <a:xfrm>
                  <a:off x="8247632" y="4478296"/>
                  <a:ext cx="617077" cy="461665"/>
                </a:xfrm>
                <a:prstGeom prst="rect">
                  <a:avLst/>
                </a:prstGeom>
                <a:blipFill>
                  <a:blip r:embed="rId6"/>
                  <a:stretch>
                    <a:fillRect/>
                  </a:stretch>
                </a:blipFill>
              </p:spPr>
              <p:txBody>
                <a:bodyPr/>
                <a:lstStyle/>
                <a:p>
                  <a:r>
                    <a:rPr lang="en-US">
                      <a:noFill/>
                    </a:rPr>
                    <a:t> </a:t>
                  </a:r>
                </a:p>
              </p:txBody>
            </p:sp>
          </mc:Fallback>
        </mc:AlternateContent>
        <p:cxnSp>
          <p:nvCxnSpPr>
            <p:cNvPr id="70" name="Straight Arrow Connector 69">
              <a:extLst>
                <a:ext uri="{FF2B5EF4-FFF2-40B4-BE49-F238E27FC236}">
                  <a16:creationId xmlns:a16="http://schemas.microsoft.com/office/drawing/2014/main" id="{D073194C-B2FF-5BB4-8701-AF17522179B7}"/>
                </a:ext>
              </a:extLst>
            </p:cNvPr>
            <p:cNvCxnSpPr>
              <a:cxnSpLocks/>
            </p:cNvCxnSpPr>
            <p:nvPr/>
          </p:nvCxnSpPr>
          <p:spPr bwMode="auto">
            <a:xfrm flipV="1">
              <a:off x="8337326" y="4855352"/>
              <a:ext cx="124599" cy="405926"/>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11334838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二、雷达测高技术发展</a:t>
            </a:r>
            <a:endParaRPr lang="zh-CN" altLang="en-US" dirty="0"/>
          </a:p>
        </p:txBody>
      </p:sp>
      <p:sp>
        <p:nvSpPr>
          <p:cNvPr id="4" name="TextBox 3">
            <a:extLst>
              <a:ext uri="{FF2B5EF4-FFF2-40B4-BE49-F238E27FC236}">
                <a16:creationId xmlns:a16="http://schemas.microsoft.com/office/drawing/2014/main" id="{DD619429-733E-C881-FDC2-596F29861295}"/>
              </a:ext>
            </a:extLst>
          </p:cNvPr>
          <p:cNvSpPr txBox="1"/>
          <p:nvPr/>
        </p:nvSpPr>
        <p:spPr>
          <a:xfrm>
            <a:off x="396341" y="849079"/>
            <a:ext cx="7223659" cy="662554"/>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2</a:t>
            </a:r>
            <a:r>
              <a:rPr lang="zh-CN" altLang="en-US" sz="2800" b="1" dirty="0">
                <a:solidFill>
                  <a:srgbClr val="333333"/>
                </a:solidFill>
                <a:latin typeface="+mn-ea"/>
                <a:ea typeface="+mn-ea"/>
              </a:rPr>
              <a:t>）合成孔径雷达测高技术</a:t>
            </a:r>
            <a:r>
              <a:rPr lang="zh-CN" altLang="en-US" sz="2800" b="1" dirty="0">
                <a:solidFill>
                  <a:srgbClr val="000000"/>
                </a:solidFill>
                <a:latin typeface="+mn-ea"/>
                <a:ea typeface="+mn-ea"/>
              </a:rPr>
              <a:t>（</a:t>
            </a:r>
            <a:r>
              <a:rPr lang="en-US" altLang="zh-CN" sz="2800" b="1" dirty="0">
                <a:solidFill>
                  <a:srgbClr val="000000"/>
                </a:solidFill>
                <a:latin typeface="+mn-ea"/>
                <a:ea typeface="+mn-ea"/>
              </a:rPr>
              <a:t>SAR）</a:t>
            </a:r>
            <a:endParaRPr lang="en-US" altLang="zh-CN" sz="2800" b="1" dirty="0">
              <a:solidFill>
                <a:srgbClr val="333333"/>
              </a:solidFill>
              <a:latin typeface="+mn-ea"/>
              <a:ea typeface="+mn-ea"/>
            </a:endParaRPr>
          </a:p>
        </p:txBody>
      </p:sp>
      <p:sp>
        <p:nvSpPr>
          <p:cNvPr id="2" name="TextBox 5">
            <a:extLst>
              <a:ext uri="{FF2B5EF4-FFF2-40B4-BE49-F238E27FC236}">
                <a16:creationId xmlns:a16="http://schemas.microsoft.com/office/drawing/2014/main" id="{B68982C0-B3B6-0F05-7733-A5DD691B917C}"/>
              </a:ext>
            </a:extLst>
          </p:cNvPr>
          <p:cNvSpPr txBox="1"/>
          <p:nvPr/>
        </p:nvSpPr>
        <p:spPr>
          <a:xfrm>
            <a:off x="524685" y="1341795"/>
            <a:ext cx="8222974" cy="2224776"/>
          </a:xfrm>
          <a:prstGeom prst="rect">
            <a:avLst/>
          </a:prstGeom>
          <a:noFill/>
        </p:spPr>
        <p:txBody>
          <a:bodyPr wrap="square">
            <a:spAutoFit/>
          </a:bodyPr>
          <a:lstStyle/>
          <a:p>
            <a:pPr algn="just">
              <a:lnSpc>
                <a:spcPct val="200000"/>
              </a:lnSpc>
            </a:pPr>
            <a:r>
              <a:rPr lang="zh-CN" altLang="en-US" sz="1800" b="1" dirty="0">
                <a:solidFill>
                  <a:srgbClr val="000000"/>
                </a:solidFill>
                <a:latin typeface="+mn-ea"/>
                <a:ea typeface="+mn-ea"/>
              </a:rPr>
              <a:t>合成孔径雷达</a:t>
            </a:r>
            <a:r>
              <a:rPr lang="zh-CN" altLang="en-US" sz="1800" dirty="0">
                <a:solidFill>
                  <a:srgbClr val="000000"/>
                </a:solidFill>
                <a:latin typeface="+mn-ea"/>
                <a:ea typeface="+mn-ea"/>
              </a:rPr>
              <a:t>：也称为延迟多普勒雷达，是利用雷达与目标的相对运动把尺寸较小的真实天线孔径用数据处理的方法合成一较大的等效天线孔径的雷达。目前的</a:t>
            </a:r>
            <a:r>
              <a:rPr lang="en-US" altLang="zh-CN" sz="1800" dirty="0">
                <a:solidFill>
                  <a:srgbClr val="000000"/>
                </a:solidFill>
                <a:latin typeface="+mn-ea"/>
                <a:ea typeface="+mn-ea"/>
              </a:rPr>
              <a:t>Cryosat-2</a:t>
            </a:r>
            <a:r>
              <a:rPr lang="zh-CN" altLang="en-US" sz="1800" dirty="0">
                <a:solidFill>
                  <a:srgbClr val="000000"/>
                </a:solidFill>
                <a:latin typeface="+mn-ea"/>
                <a:ea typeface="+mn-ea"/>
              </a:rPr>
              <a:t>和</a:t>
            </a:r>
            <a:r>
              <a:rPr lang="en-US" altLang="zh-CN" sz="1800" dirty="0">
                <a:solidFill>
                  <a:srgbClr val="000000"/>
                </a:solidFill>
                <a:latin typeface="+mn-ea"/>
                <a:ea typeface="+mn-ea"/>
              </a:rPr>
              <a:t>Sentinel-3</a:t>
            </a:r>
            <a:r>
              <a:rPr lang="zh-CN" altLang="en-US" sz="1800" dirty="0">
                <a:solidFill>
                  <a:srgbClr val="000000"/>
                </a:solidFill>
                <a:latin typeface="+mn-ea"/>
                <a:ea typeface="+mn-ea"/>
              </a:rPr>
              <a:t>卫星高度计均属于此类型，相对于脉冲有限雷达测高，合成孔径雷达测高可将沿轨分辨率从几千米提高到几百米。</a:t>
            </a:r>
            <a:endParaRPr lang="en-US" altLang="zh-CN" sz="1800" dirty="0">
              <a:solidFill>
                <a:srgbClr val="000000"/>
              </a:solidFill>
              <a:latin typeface="+mn-ea"/>
              <a:ea typeface="+mn-ea"/>
            </a:endParaRPr>
          </a:p>
        </p:txBody>
      </p:sp>
      <p:grpSp>
        <p:nvGrpSpPr>
          <p:cNvPr id="5" name="组合 4">
            <a:extLst>
              <a:ext uri="{FF2B5EF4-FFF2-40B4-BE49-F238E27FC236}">
                <a16:creationId xmlns:a16="http://schemas.microsoft.com/office/drawing/2014/main" id="{6C8297AD-2FF8-9FB9-2F41-E4B36FDA8CAC}"/>
              </a:ext>
            </a:extLst>
          </p:cNvPr>
          <p:cNvGrpSpPr/>
          <p:nvPr/>
        </p:nvGrpSpPr>
        <p:grpSpPr>
          <a:xfrm>
            <a:off x="2194858" y="3546693"/>
            <a:ext cx="4720540" cy="3244845"/>
            <a:chOff x="2475348" y="3134571"/>
            <a:chExt cx="4995516" cy="3460193"/>
          </a:xfrm>
        </p:grpSpPr>
        <p:sp>
          <p:nvSpPr>
            <p:cNvPr id="7" name="Oval 1">
              <a:extLst>
                <a:ext uri="{FF2B5EF4-FFF2-40B4-BE49-F238E27FC236}">
                  <a16:creationId xmlns:a16="http://schemas.microsoft.com/office/drawing/2014/main" id="{0A5D8564-D8F3-385D-7D8D-993A01B22901}"/>
                </a:ext>
              </a:extLst>
            </p:cNvPr>
            <p:cNvSpPr/>
            <p:nvPr/>
          </p:nvSpPr>
          <p:spPr>
            <a:xfrm>
              <a:off x="3035374" y="5712818"/>
              <a:ext cx="1542472" cy="711201"/>
            </a:xfrm>
            <a:prstGeom prst="ellipse">
              <a:avLst/>
            </a:prstGeom>
          </p:spPr>
          <p:style>
            <a:lnRef idx="2">
              <a:schemeClr val="dk1"/>
            </a:lnRef>
            <a:fillRef idx="1">
              <a:schemeClr val="lt1"/>
            </a:fillRef>
            <a:effectRef idx="0">
              <a:schemeClr val="dk1"/>
            </a:effectRef>
            <a:fontRef idx="minor">
              <a:schemeClr val="dk1"/>
            </a:fontRef>
          </p:style>
          <p:txBody>
            <a:bodyPr wrap="square" lIns="0" rtlCol="0" anchor="ctr">
              <a:noAutofit/>
            </a:bodyPr>
            <a:lstStyle/>
            <a:p>
              <a:pPr algn="l"/>
              <a:endParaRPr lang="en-CN" sz="2000" b="1">
                <a:solidFill>
                  <a:srgbClr val="FF0000"/>
                </a:solidFill>
                <a:latin typeface="+mn-ea"/>
              </a:endParaRPr>
            </a:p>
          </p:txBody>
        </p:sp>
        <p:pic>
          <p:nvPicPr>
            <p:cNvPr id="8" name="Picture 4" descr="A picture containing dark&#10;&#10;Description automatically generated">
              <a:extLst>
                <a:ext uri="{FF2B5EF4-FFF2-40B4-BE49-F238E27FC236}">
                  <a16:creationId xmlns:a16="http://schemas.microsoft.com/office/drawing/2014/main" id="{E7A05F64-27AB-6DA4-061F-F084CE487869}"/>
                </a:ext>
              </a:extLst>
            </p:cNvPr>
            <p:cNvPicPr>
              <a:picLocks noChangeAspect="1"/>
            </p:cNvPicPr>
            <p:nvPr/>
          </p:nvPicPr>
          <p:blipFill>
            <a:blip r:embed="rId3"/>
            <a:stretch>
              <a:fillRect/>
            </a:stretch>
          </p:blipFill>
          <p:spPr>
            <a:xfrm>
              <a:off x="3186289" y="3134571"/>
              <a:ext cx="1053204" cy="588857"/>
            </a:xfrm>
            <a:prstGeom prst="rect">
              <a:avLst/>
            </a:prstGeom>
          </p:spPr>
        </p:pic>
        <p:cxnSp>
          <p:nvCxnSpPr>
            <p:cNvPr id="9" name="Straight Arrow Connector 7">
              <a:extLst>
                <a:ext uri="{FF2B5EF4-FFF2-40B4-BE49-F238E27FC236}">
                  <a16:creationId xmlns:a16="http://schemas.microsoft.com/office/drawing/2014/main" id="{C7FA650A-7BB3-7601-97DA-09241E99A1BB}"/>
                </a:ext>
              </a:extLst>
            </p:cNvPr>
            <p:cNvCxnSpPr>
              <a:cxnSpLocks/>
              <a:stCxn id="8" idx="2"/>
              <a:endCxn id="7" idx="2"/>
            </p:cNvCxnSpPr>
            <p:nvPr/>
          </p:nvCxnSpPr>
          <p:spPr bwMode="auto">
            <a:xfrm flipH="1">
              <a:off x="3035374" y="3723428"/>
              <a:ext cx="677517" cy="23449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8">
              <a:extLst>
                <a:ext uri="{FF2B5EF4-FFF2-40B4-BE49-F238E27FC236}">
                  <a16:creationId xmlns:a16="http://schemas.microsoft.com/office/drawing/2014/main" id="{46138CF6-E279-4893-89EA-7259B0ECB7AF}"/>
                </a:ext>
              </a:extLst>
            </p:cNvPr>
            <p:cNvCxnSpPr>
              <a:cxnSpLocks/>
              <a:stCxn id="8" idx="2"/>
              <a:endCxn id="7" idx="6"/>
            </p:cNvCxnSpPr>
            <p:nvPr/>
          </p:nvCxnSpPr>
          <p:spPr bwMode="auto">
            <a:xfrm>
              <a:off x="3712891" y="3723428"/>
              <a:ext cx="864955" cy="23449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Oval 15">
              <a:extLst>
                <a:ext uri="{FF2B5EF4-FFF2-40B4-BE49-F238E27FC236}">
                  <a16:creationId xmlns:a16="http://schemas.microsoft.com/office/drawing/2014/main" id="{E0BF9FFA-B5EA-059C-C8B4-2138B1571B0F}"/>
                </a:ext>
              </a:extLst>
            </p:cNvPr>
            <p:cNvSpPr/>
            <p:nvPr/>
          </p:nvSpPr>
          <p:spPr>
            <a:xfrm>
              <a:off x="5052420" y="5712818"/>
              <a:ext cx="1542472" cy="711201"/>
            </a:xfrm>
            <a:prstGeom prst="ellipse">
              <a:avLst/>
            </a:prstGeom>
          </p:spPr>
          <p:style>
            <a:lnRef idx="2">
              <a:schemeClr val="dk1"/>
            </a:lnRef>
            <a:fillRef idx="1">
              <a:schemeClr val="lt1"/>
            </a:fillRef>
            <a:effectRef idx="0">
              <a:schemeClr val="dk1"/>
            </a:effectRef>
            <a:fontRef idx="minor">
              <a:schemeClr val="dk1"/>
            </a:fontRef>
          </p:style>
          <p:txBody>
            <a:bodyPr wrap="square" lIns="0" rtlCol="0" anchor="ctr">
              <a:noAutofit/>
            </a:bodyPr>
            <a:lstStyle/>
            <a:p>
              <a:pPr algn="l"/>
              <a:endParaRPr lang="en-CN" sz="2000" b="1">
                <a:solidFill>
                  <a:srgbClr val="FF0000"/>
                </a:solidFill>
                <a:latin typeface="+mn-ea"/>
              </a:endParaRPr>
            </a:p>
          </p:txBody>
        </p:sp>
        <p:pic>
          <p:nvPicPr>
            <p:cNvPr id="12" name="Picture 16" descr="A picture containing dark&#10;&#10;Description automatically generated">
              <a:extLst>
                <a:ext uri="{FF2B5EF4-FFF2-40B4-BE49-F238E27FC236}">
                  <a16:creationId xmlns:a16="http://schemas.microsoft.com/office/drawing/2014/main" id="{7BD497DE-17F4-847F-9DFD-9A0018235CBC}"/>
                </a:ext>
              </a:extLst>
            </p:cNvPr>
            <p:cNvPicPr>
              <a:picLocks noChangeAspect="1"/>
            </p:cNvPicPr>
            <p:nvPr/>
          </p:nvPicPr>
          <p:blipFill>
            <a:blip r:embed="rId3"/>
            <a:stretch>
              <a:fillRect/>
            </a:stretch>
          </p:blipFill>
          <p:spPr>
            <a:xfrm>
              <a:off x="5203335" y="3134571"/>
              <a:ext cx="1053204" cy="588857"/>
            </a:xfrm>
            <a:prstGeom prst="rect">
              <a:avLst/>
            </a:prstGeom>
          </p:spPr>
        </p:pic>
        <p:cxnSp>
          <p:nvCxnSpPr>
            <p:cNvPr id="13" name="Straight Arrow Connector 17">
              <a:extLst>
                <a:ext uri="{FF2B5EF4-FFF2-40B4-BE49-F238E27FC236}">
                  <a16:creationId xmlns:a16="http://schemas.microsoft.com/office/drawing/2014/main" id="{E96498C8-9245-DD2C-CDAB-F388AEE04ADD}"/>
                </a:ext>
              </a:extLst>
            </p:cNvPr>
            <p:cNvCxnSpPr>
              <a:cxnSpLocks/>
              <a:stCxn id="12" idx="2"/>
              <a:endCxn id="11" idx="2"/>
            </p:cNvCxnSpPr>
            <p:nvPr/>
          </p:nvCxnSpPr>
          <p:spPr bwMode="auto">
            <a:xfrm flipH="1">
              <a:off x="5052420" y="3723428"/>
              <a:ext cx="677517" cy="23449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8">
              <a:extLst>
                <a:ext uri="{FF2B5EF4-FFF2-40B4-BE49-F238E27FC236}">
                  <a16:creationId xmlns:a16="http://schemas.microsoft.com/office/drawing/2014/main" id="{52C43AC9-4718-9412-C26A-7561C5581067}"/>
                </a:ext>
              </a:extLst>
            </p:cNvPr>
            <p:cNvCxnSpPr>
              <a:cxnSpLocks/>
              <a:stCxn id="12" idx="2"/>
              <a:endCxn id="11" idx="6"/>
            </p:cNvCxnSpPr>
            <p:nvPr/>
          </p:nvCxnSpPr>
          <p:spPr bwMode="auto">
            <a:xfrm>
              <a:off x="5729937" y="3723428"/>
              <a:ext cx="864955" cy="23449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20">
              <a:extLst>
                <a:ext uri="{FF2B5EF4-FFF2-40B4-BE49-F238E27FC236}">
                  <a16:creationId xmlns:a16="http://schemas.microsoft.com/office/drawing/2014/main" id="{28E2303F-0663-D60F-8045-8505E4E882D2}"/>
                </a:ext>
              </a:extLst>
            </p:cNvPr>
            <p:cNvCxnSpPr>
              <a:cxnSpLocks/>
            </p:cNvCxnSpPr>
            <p:nvPr/>
          </p:nvCxnSpPr>
          <p:spPr bwMode="auto">
            <a:xfrm>
              <a:off x="2475348" y="3609238"/>
              <a:ext cx="4359821" cy="0"/>
            </a:xfrm>
            <a:prstGeom prst="straightConnector1">
              <a:avLst/>
            </a:prstGeom>
            <a:ln w="19050">
              <a:prstDash val="dash"/>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23">
              <a:extLst>
                <a:ext uri="{FF2B5EF4-FFF2-40B4-BE49-F238E27FC236}">
                  <a16:creationId xmlns:a16="http://schemas.microsoft.com/office/drawing/2014/main" id="{C9EF8D9D-B739-3999-A341-ADA3834E63DA}"/>
                </a:ext>
              </a:extLst>
            </p:cNvPr>
            <p:cNvCxnSpPr>
              <a:cxnSpLocks/>
            </p:cNvCxnSpPr>
            <p:nvPr/>
          </p:nvCxnSpPr>
          <p:spPr bwMode="auto">
            <a:xfrm>
              <a:off x="2946402" y="6068419"/>
              <a:ext cx="1754909"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26">
              <a:extLst>
                <a:ext uri="{FF2B5EF4-FFF2-40B4-BE49-F238E27FC236}">
                  <a16:creationId xmlns:a16="http://schemas.microsoft.com/office/drawing/2014/main" id="{BE775274-E0E3-B86D-A6F1-A56CD81E42AE}"/>
                </a:ext>
              </a:extLst>
            </p:cNvPr>
            <p:cNvCxnSpPr>
              <a:cxnSpLocks/>
            </p:cNvCxnSpPr>
            <p:nvPr/>
          </p:nvCxnSpPr>
          <p:spPr bwMode="auto">
            <a:xfrm flipV="1">
              <a:off x="3806610" y="5578764"/>
              <a:ext cx="0" cy="1016000"/>
            </a:xfrm>
            <a:prstGeom prst="straightConnector1">
              <a:avLst/>
            </a:prstGeom>
            <a:ln>
              <a:headEnd type="none" w="med" len="med"/>
              <a:tailEnd type="triangle"/>
            </a:ln>
          </p:spPr>
          <p:style>
            <a:lnRef idx="1">
              <a:schemeClr val="accent2"/>
            </a:lnRef>
            <a:fillRef idx="0">
              <a:schemeClr val="accent2"/>
            </a:fillRef>
            <a:effectRef idx="0">
              <a:schemeClr val="accent2"/>
            </a:effectRef>
            <a:fontRef idx="minor">
              <a:schemeClr val="tx1"/>
            </a:fontRef>
          </p:style>
        </p:cxnSp>
        <p:sp>
          <p:nvSpPr>
            <p:cNvPr id="18" name="TextBox 34">
              <a:extLst>
                <a:ext uri="{FF2B5EF4-FFF2-40B4-BE49-F238E27FC236}">
                  <a16:creationId xmlns:a16="http://schemas.microsoft.com/office/drawing/2014/main" id="{B8BB5D0B-537C-5971-953C-B89451B9F3D9}"/>
                </a:ext>
              </a:extLst>
            </p:cNvPr>
            <p:cNvSpPr txBox="1"/>
            <p:nvPr/>
          </p:nvSpPr>
          <p:spPr>
            <a:xfrm>
              <a:off x="3404818" y="5209432"/>
              <a:ext cx="877163" cy="369332"/>
            </a:xfrm>
            <a:prstGeom prst="rect">
              <a:avLst/>
            </a:prstGeom>
            <a:noFill/>
          </p:spPr>
          <p:txBody>
            <a:bodyPr wrap="none" rtlCol="0">
              <a:spAutoFit/>
            </a:bodyPr>
            <a:lstStyle/>
            <a:p>
              <a:r>
                <a:rPr lang="en-CN" sz="1600">
                  <a:solidFill>
                    <a:schemeClr val="accent2"/>
                  </a:solidFill>
                  <a:latin typeface="+mn-ea"/>
                  <a:ea typeface="+mn-ea"/>
                </a:rPr>
                <a:t>距离向</a:t>
              </a:r>
            </a:p>
          </p:txBody>
        </p:sp>
        <p:sp>
          <p:nvSpPr>
            <p:cNvPr id="19" name="TextBox 35">
              <a:extLst>
                <a:ext uri="{FF2B5EF4-FFF2-40B4-BE49-F238E27FC236}">
                  <a16:creationId xmlns:a16="http://schemas.microsoft.com/office/drawing/2014/main" id="{7A1F44BD-F0A5-F1CC-7840-263EB1715948}"/>
                </a:ext>
              </a:extLst>
            </p:cNvPr>
            <p:cNvSpPr txBox="1"/>
            <p:nvPr/>
          </p:nvSpPr>
          <p:spPr>
            <a:xfrm>
              <a:off x="4139264" y="6140060"/>
              <a:ext cx="877163" cy="369332"/>
            </a:xfrm>
            <a:prstGeom prst="rect">
              <a:avLst/>
            </a:prstGeom>
            <a:noFill/>
          </p:spPr>
          <p:txBody>
            <a:bodyPr wrap="none" rtlCol="0">
              <a:spAutoFit/>
            </a:bodyPr>
            <a:lstStyle/>
            <a:p>
              <a:r>
                <a:rPr lang="en-CN" sz="1600">
                  <a:solidFill>
                    <a:schemeClr val="bg2"/>
                  </a:solidFill>
                  <a:latin typeface="+mn-ea"/>
                  <a:ea typeface="+mn-ea"/>
                </a:rPr>
                <a:t>方位向</a:t>
              </a:r>
            </a:p>
          </p:txBody>
        </p:sp>
        <p:sp>
          <p:nvSpPr>
            <p:cNvPr id="20" name="TextBox 36">
              <a:extLst>
                <a:ext uri="{FF2B5EF4-FFF2-40B4-BE49-F238E27FC236}">
                  <a16:creationId xmlns:a16="http://schemas.microsoft.com/office/drawing/2014/main" id="{8E28BC75-EE31-97F8-C293-CCE63E0849E2}"/>
                </a:ext>
              </a:extLst>
            </p:cNvPr>
            <p:cNvSpPr txBox="1"/>
            <p:nvPr/>
          </p:nvSpPr>
          <p:spPr>
            <a:xfrm>
              <a:off x="5972622" y="3681901"/>
              <a:ext cx="1498242" cy="361023"/>
            </a:xfrm>
            <a:prstGeom prst="rect">
              <a:avLst/>
            </a:prstGeom>
            <a:noFill/>
          </p:spPr>
          <p:txBody>
            <a:bodyPr wrap="none" rtlCol="0">
              <a:spAutoFit/>
            </a:bodyPr>
            <a:lstStyle/>
            <a:p>
              <a:r>
                <a:rPr lang="en-CN" sz="1600" dirty="0">
                  <a:solidFill>
                    <a:schemeClr val="bg2"/>
                  </a:solidFill>
                  <a:latin typeface="+mn-ea"/>
                  <a:ea typeface="+mn-ea"/>
                </a:rPr>
                <a:t>卫星飞行方向</a:t>
              </a:r>
            </a:p>
          </p:txBody>
        </p:sp>
      </p:grpSp>
    </p:spTree>
    <p:extLst>
      <p:ext uri="{BB962C8B-B14F-4D97-AF65-F5344CB8AC3E}">
        <p14:creationId xmlns:p14="http://schemas.microsoft.com/office/powerpoint/2010/main" val="70161508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二、雷达测高技术发展</a:t>
            </a:r>
            <a:endParaRPr lang="zh-CN" altLang="en-US" dirty="0"/>
          </a:p>
        </p:txBody>
      </p:sp>
      <p:sp>
        <p:nvSpPr>
          <p:cNvPr id="4" name="TextBox 3">
            <a:extLst>
              <a:ext uri="{FF2B5EF4-FFF2-40B4-BE49-F238E27FC236}">
                <a16:creationId xmlns:a16="http://schemas.microsoft.com/office/drawing/2014/main" id="{DD619429-733E-C881-FDC2-596F29861295}"/>
              </a:ext>
            </a:extLst>
          </p:cNvPr>
          <p:cNvSpPr txBox="1"/>
          <p:nvPr/>
        </p:nvSpPr>
        <p:spPr>
          <a:xfrm>
            <a:off x="396341" y="849079"/>
            <a:ext cx="7197155" cy="662554"/>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3</a:t>
            </a:r>
            <a:r>
              <a:rPr lang="zh-CN" altLang="en-US" sz="2800" b="1" dirty="0">
                <a:solidFill>
                  <a:srgbClr val="333333"/>
                </a:solidFill>
                <a:latin typeface="+mn-ea"/>
                <a:ea typeface="+mn-ea"/>
              </a:rPr>
              <a:t>）合成孔径雷达干涉</a:t>
            </a:r>
            <a:r>
              <a:rPr lang="zh-CN" altLang="en-US" sz="2800" b="1" dirty="0">
                <a:solidFill>
                  <a:srgbClr val="000000"/>
                </a:solidFill>
                <a:latin typeface="+mn-ea"/>
                <a:ea typeface="+mn-ea"/>
              </a:rPr>
              <a:t>（</a:t>
            </a:r>
            <a:r>
              <a:rPr lang="en-US" altLang="zh-CN" sz="2800" b="1" dirty="0" err="1">
                <a:solidFill>
                  <a:srgbClr val="000000"/>
                </a:solidFill>
                <a:latin typeface="+mn-ea"/>
                <a:ea typeface="+mn-ea"/>
              </a:rPr>
              <a:t>SARIn</a:t>
            </a:r>
            <a:r>
              <a:rPr lang="zh-CN" altLang="en-US" sz="2800" b="1" dirty="0">
                <a:solidFill>
                  <a:srgbClr val="000000"/>
                </a:solidFill>
                <a:latin typeface="+mn-ea"/>
                <a:ea typeface="+mn-ea"/>
              </a:rPr>
              <a:t>）</a:t>
            </a:r>
            <a:r>
              <a:rPr lang="zh-CN" altLang="en-US" sz="2800" b="1" dirty="0">
                <a:solidFill>
                  <a:srgbClr val="333333"/>
                </a:solidFill>
                <a:latin typeface="+mn-ea"/>
                <a:ea typeface="+mn-ea"/>
              </a:rPr>
              <a:t>测高技术</a:t>
            </a:r>
            <a:endParaRPr lang="en-US" altLang="zh-CN" sz="2800" b="1" dirty="0">
              <a:solidFill>
                <a:srgbClr val="333333"/>
              </a:solidFill>
              <a:latin typeface="+mn-ea"/>
              <a:ea typeface="+mn-ea"/>
            </a:endParaRPr>
          </a:p>
        </p:txBody>
      </p:sp>
      <p:sp>
        <p:nvSpPr>
          <p:cNvPr id="21" name="TextBox 5">
            <a:extLst>
              <a:ext uri="{FF2B5EF4-FFF2-40B4-BE49-F238E27FC236}">
                <a16:creationId xmlns:a16="http://schemas.microsoft.com/office/drawing/2014/main" id="{DF7E1D24-174B-0E2B-3A25-C4946E6A5915}"/>
              </a:ext>
            </a:extLst>
          </p:cNvPr>
          <p:cNvSpPr txBox="1"/>
          <p:nvPr/>
        </p:nvSpPr>
        <p:spPr>
          <a:xfrm>
            <a:off x="296950" y="1610214"/>
            <a:ext cx="4003379" cy="3692806"/>
          </a:xfrm>
          <a:prstGeom prst="rect">
            <a:avLst/>
          </a:prstGeom>
          <a:noFill/>
        </p:spPr>
        <p:txBody>
          <a:bodyPr wrap="square">
            <a:spAutoFit/>
          </a:bodyPr>
          <a:lstStyle/>
          <a:p>
            <a:pPr algn="just">
              <a:lnSpc>
                <a:spcPct val="200000"/>
              </a:lnSpc>
            </a:pPr>
            <a:r>
              <a:rPr lang="zh-CN" altLang="en-US" sz="2000" b="1" dirty="0">
                <a:solidFill>
                  <a:srgbClr val="000000"/>
                </a:solidFill>
                <a:latin typeface="+mn-ea"/>
                <a:ea typeface="+mn-ea"/>
              </a:rPr>
              <a:t>合成孔径雷达干涉高度计</a:t>
            </a:r>
            <a:r>
              <a:rPr lang="zh-CN" altLang="en-US" sz="2000" dirty="0">
                <a:solidFill>
                  <a:srgbClr val="000000"/>
                </a:solidFill>
                <a:latin typeface="+mn-ea"/>
                <a:ea typeface="+mn-ea"/>
              </a:rPr>
              <a:t>：</a:t>
            </a:r>
            <a:r>
              <a:rPr lang="en-US" altLang="zh-CN" sz="2000" dirty="0" err="1">
                <a:solidFill>
                  <a:srgbClr val="000000"/>
                </a:solidFill>
                <a:latin typeface="+mn-ea"/>
                <a:ea typeface="+mn-ea"/>
              </a:rPr>
              <a:t>SARIn</a:t>
            </a:r>
            <a:r>
              <a:rPr lang="zh-CN" altLang="en-US" sz="2000" dirty="0">
                <a:solidFill>
                  <a:srgbClr val="000000"/>
                </a:solidFill>
                <a:latin typeface="+mn-ea"/>
                <a:ea typeface="+mn-ea"/>
              </a:rPr>
              <a:t>高度计与</a:t>
            </a:r>
            <a:r>
              <a:rPr lang="en-US" altLang="zh-CN" sz="2000" dirty="0">
                <a:solidFill>
                  <a:srgbClr val="000000"/>
                </a:solidFill>
                <a:latin typeface="+mn-ea"/>
                <a:ea typeface="+mn-ea"/>
              </a:rPr>
              <a:t>SAR</a:t>
            </a:r>
            <a:r>
              <a:rPr lang="zh-CN" altLang="en-US" sz="2000" dirty="0">
                <a:solidFill>
                  <a:srgbClr val="000000"/>
                </a:solidFill>
                <a:latin typeface="+mn-ea"/>
                <a:ea typeface="+mn-ea"/>
              </a:rPr>
              <a:t>高度计测高的主要区别在于前者在垂轨方向采用了相位干涉处理，而在沿轨方向两者均采用孔径合成技术。已有的</a:t>
            </a:r>
            <a:r>
              <a:rPr lang="en-US" altLang="zh-CN" sz="2000" dirty="0" err="1">
                <a:solidFill>
                  <a:srgbClr val="000000"/>
                </a:solidFill>
                <a:latin typeface="+mn-ea"/>
                <a:ea typeface="+mn-ea"/>
              </a:rPr>
              <a:t>SARIn</a:t>
            </a:r>
            <a:r>
              <a:rPr lang="zh-CN" altLang="en-US" sz="2000" dirty="0">
                <a:solidFill>
                  <a:srgbClr val="000000"/>
                </a:solidFill>
                <a:latin typeface="+mn-ea"/>
                <a:ea typeface="+mn-ea"/>
              </a:rPr>
              <a:t>高度计主要有</a:t>
            </a:r>
            <a:r>
              <a:rPr lang="en-US" altLang="zh-CN" sz="2000" dirty="0">
                <a:solidFill>
                  <a:srgbClr val="000000"/>
                </a:solidFill>
                <a:latin typeface="+mn-ea"/>
                <a:ea typeface="+mn-ea"/>
              </a:rPr>
              <a:t>Cryosat-2</a:t>
            </a:r>
            <a:r>
              <a:rPr lang="zh-CN" altLang="en-US" sz="2000" dirty="0">
                <a:solidFill>
                  <a:srgbClr val="000000"/>
                </a:solidFill>
                <a:latin typeface="+mn-ea"/>
                <a:ea typeface="+mn-ea"/>
              </a:rPr>
              <a:t>和</a:t>
            </a:r>
            <a:r>
              <a:rPr lang="en-US" altLang="zh-CN" sz="2000" dirty="0">
                <a:solidFill>
                  <a:srgbClr val="000000"/>
                </a:solidFill>
                <a:latin typeface="+mn-ea"/>
                <a:ea typeface="+mn-ea"/>
              </a:rPr>
              <a:t>SWOT</a:t>
            </a:r>
            <a:r>
              <a:rPr lang="zh-CN" altLang="en-US" sz="2000" dirty="0">
                <a:solidFill>
                  <a:srgbClr val="000000"/>
                </a:solidFill>
                <a:latin typeface="+mn-ea"/>
                <a:ea typeface="+mn-ea"/>
              </a:rPr>
              <a:t>。</a:t>
            </a:r>
            <a:endParaRPr lang="en-US" altLang="zh-CN" sz="2000" dirty="0">
              <a:solidFill>
                <a:srgbClr val="000000"/>
              </a:solidFill>
              <a:latin typeface="+mn-ea"/>
              <a:ea typeface="+mn-ea"/>
            </a:endParaRPr>
          </a:p>
        </p:txBody>
      </p:sp>
      <p:pic>
        <p:nvPicPr>
          <p:cNvPr id="22" name="Picture 2">
            <a:extLst>
              <a:ext uri="{FF2B5EF4-FFF2-40B4-BE49-F238E27FC236}">
                <a16:creationId xmlns:a16="http://schemas.microsoft.com/office/drawing/2014/main" id="{90922F0B-9027-56F2-F4D4-C49F8AABC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6685" y="1716157"/>
            <a:ext cx="4158250" cy="369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556784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3471863"/>
            <a:ext cx="9144000" cy="1543050"/>
          </a:xfrm>
          <a:prstGeom prst="rect">
            <a:avLst/>
          </a:prstGeom>
          <a:solidFill>
            <a:schemeClr val="accent1"/>
          </a:solidFill>
          <a:ln>
            <a:noFill/>
          </a:ln>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
        <p:nvSpPr>
          <p:cNvPr id="7" name="矩形 6"/>
          <p:cNvSpPr/>
          <p:nvPr/>
        </p:nvSpPr>
        <p:spPr>
          <a:xfrm>
            <a:off x="189064" y="3882144"/>
            <a:ext cx="8753057" cy="707886"/>
          </a:xfrm>
          <a:prstGeom prst="rect">
            <a:avLst/>
          </a:prstGeom>
        </p:spPr>
        <p:txBody>
          <a:bodyPr wrap="square">
            <a:spAutoFit/>
          </a:bodyPr>
          <a:lstStyle/>
          <a:p>
            <a:pPr algn="l" fontAlgn="auto">
              <a:spcBef>
                <a:spcPts val="0"/>
              </a:spcBef>
              <a:spcAft>
                <a:spcPts val="0"/>
              </a:spcAft>
            </a:pPr>
            <a:r>
              <a:rPr lang="zh-CN" altLang="en-US" sz="4000" b="1" dirty="0">
                <a:latin typeface="微软雅黑" pitchFamily="34" charset="-122"/>
                <a:ea typeface="微软雅黑" pitchFamily="34" charset="-122"/>
              </a:rPr>
              <a:t>三、雷达测高波形分析</a:t>
            </a:r>
          </a:p>
        </p:txBody>
      </p:sp>
      <p:sp>
        <p:nvSpPr>
          <p:cNvPr id="8" name="矩形 7"/>
          <p:cNvSpPr/>
          <p:nvPr/>
        </p:nvSpPr>
        <p:spPr>
          <a:xfrm>
            <a:off x="0" y="5014912"/>
            <a:ext cx="9144000" cy="72000"/>
          </a:xfrm>
          <a:prstGeom prst="rect">
            <a:avLst/>
          </a:prstGeom>
          <a:solidFill>
            <a:schemeClr val="tx1">
              <a:lumMod val="75000"/>
            </a:schemeClr>
          </a:solidFill>
          <a:effectLst/>
        </p:spPr>
        <p:txBody>
          <a:bodyPr wrap="square" lIns="0" rtlCol="0" anchor="ctr">
            <a:noAutofit/>
          </a:bodyPr>
          <a:lstStyle/>
          <a:p>
            <a:pPr algn="l"/>
            <a:endParaRPr lang="zh-CN" altLang="en-US" b="1">
              <a:solidFill>
                <a:srgbClr val="FF0000"/>
              </a:solidFill>
              <a:latin typeface="微软雅黑" pitchFamily="34" charset="-122"/>
              <a:ea typeface="微软雅黑" pitchFamily="34" charset="-122"/>
            </a:endParaRPr>
          </a:p>
        </p:txBody>
      </p:sp>
    </p:spTree>
    <p:extLst>
      <p:ext uri="{BB962C8B-B14F-4D97-AF65-F5344CB8AC3E}">
        <p14:creationId xmlns:p14="http://schemas.microsoft.com/office/powerpoint/2010/main" val="345334195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793E-3501-87AE-1E08-36B80C8A8C4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00EE74F-A473-5313-9C09-B9FC6D31186D}"/>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EC5A8920-1C8A-185C-22C7-0C2B156BB1A0}"/>
              </a:ext>
            </a:extLst>
          </p:cNvPr>
          <p:cNvSpPr txBox="1"/>
          <p:nvPr/>
        </p:nvSpPr>
        <p:spPr>
          <a:xfrm>
            <a:off x="396341" y="828298"/>
            <a:ext cx="7459186" cy="662554"/>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1</a:t>
            </a:r>
            <a:r>
              <a:rPr lang="zh-CN" altLang="en-US" sz="2800" b="1" dirty="0">
                <a:solidFill>
                  <a:srgbClr val="333333"/>
                </a:solidFill>
                <a:latin typeface="+mn-ea"/>
                <a:ea typeface="+mn-ea"/>
              </a:rPr>
              <a:t>）雷达回波波形概念</a:t>
            </a:r>
            <a:endParaRPr lang="en-US" altLang="zh-CN" sz="2800" b="1" dirty="0">
              <a:solidFill>
                <a:srgbClr val="333333"/>
              </a:solidFill>
              <a:latin typeface="+mn-ea"/>
              <a:ea typeface="+mn-ea"/>
            </a:endParaRPr>
          </a:p>
        </p:txBody>
      </p:sp>
      <p:sp>
        <p:nvSpPr>
          <p:cNvPr id="139" name="TextBox 138">
            <a:extLst>
              <a:ext uri="{FF2B5EF4-FFF2-40B4-BE49-F238E27FC236}">
                <a16:creationId xmlns:a16="http://schemas.microsoft.com/office/drawing/2014/main" id="{455BF8EB-9F4B-3BDE-4D53-B8E31B7583F3}"/>
              </a:ext>
            </a:extLst>
          </p:cNvPr>
          <p:cNvSpPr txBox="1"/>
          <p:nvPr/>
        </p:nvSpPr>
        <p:spPr>
          <a:xfrm>
            <a:off x="396340" y="1602462"/>
            <a:ext cx="8250703" cy="400110"/>
          </a:xfrm>
          <a:prstGeom prst="rect">
            <a:avLst/>
          </a:prstGeom>
          <a:noFill/>
        </p:spPr>
        <p:txBody>
          <a:bodyPr wrap="square" rtlCol="0">
            <a:spAutoFit/>
          </a:bodyPr>
          <a:lstStyle/>
          <a:p>
            <a:pPr algn="just"/>
            <a:r>
              <a:rPr lang="zh-CN" altLang="en-US" sz="2000" dirty="0">
                <a:solidFill>
                  <a:schemeClr val="bg2"/>
                </a:solidFill>
                <a:latin typeface="+mn-ea"/>
                <a:ea typeface="+mn-ea"/>
              </a:rPr>
              <a:t>雷达高度计的关键原理是测量雷达回波的脉冲形状和时间信息。</a:t>
            </a:r>
            <a:endParaRPr lang="en-US" sz="2000" dirty="0">
              <a:solidFill>
                <a:schemeClr val="bg2"/>
              </a:solidFill>
              <a:latin typeface="+mn-ea"/>
              <a:ea typeface="+mn-ea"/>
            </a:endParaRPr>
          </a:p>
        </p:txBody>
      </p:sp>
      <p:pic>
        <p:nvPicPr>
          <p:cNvPr id="2" name="Picture 140" descr="A picture containing windmill&#10;&#10;Description automatically generated">
            <a:extLst>
              <a:ext uri="{FF2B5EF4-FFF2-40B4-BE49-F238E27FC236}">
                <a16:creationId xmlns:a16="http://schemas.microsoft.com/office/drawing/2014/main" id="{026713EA-75BA-6DC1-6F6C-F66AFB61FED2}"/>
              </a:ext>
            </a:extLst>
          </p:cNvPr>
          <p:cNvPicPr>
            <a:picLocks noChangeAspect="1"/>
          </p:cNvPicPr>
          <p:nvPr/>
        </p:nvPicPr>
        <p:blipFill>
          <a:blip r:embed="rId3"/>
          <a:stretch>
            <a:fillRect/>
          </a:stretch>
        </p:blipFill>
        <p:spPr>
          <a:xfrm>
            <a:off x="1549203" y="2114182"/>
            <a:ext cx="5660403" cy="4446747"/>
          </a:xfrm>
          <a:prstGeom prst="rect">
            <a:avLst/>
          </a:prstGeom>
        </p:spPr>
      </p:pic>
    </p:spTree>
    <p:extLst>
      <p:ext uri="{BB962C8B-B14F-4D97-AF65-F5344CB8AC3E}">
        <p14:creationId xmlns:p14="http://schemas.microsoft.com/office/powerpoint/2010/main" val="340437447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814FF4E1-B17F-D4F8-E834-173BA3B0D059}"/>
              </a:ext>
            </a:extLst>
          </p:cNvPr>
          <p:cNvSpPr txBox="1"/>
          <p:nvPr/>
        </p:nvSpPr>
        <p:spPr>
          <a:xfrm>
            <a:off x="396341" y="828298"/>
            <a:ext cx="7459186" cy="662554"/>
          </a:xfrm>
          <a:prstGeom prst="rect">
            <a:avLst/>
          </a:prstGeom>
          <a:noFill/>
        </p:spPr>
        <p:txBody>
          <a:bodyPr wrap="square" rtlCol="0">
            <a:spAutoFit/>
          </a:bodyPr>
          <a:lstStyle/>
          <a:p>
            <a:pPr algn="just">
              <a:lnSpc>
                <a:spcPct val="150000"/>
              </a:lnSpc>
            </a:pPr>
            <a:r>
              <a:rPr lang="en-US" altLang="zh-CN" sz="2800" b="1" dirty="0">
                <a:solidFill>
                  <a:srgbClr val="333333"/>
                </a:solidFill>
                <a:latin typeface="+mn-ea"/>
                <a:ea typeface="+mn-ea"/>
              </a:rPr>
              <a:t>1</a:t>
            </a:r>
            <a:r>
              <a:rPr lang="zh-CN" altLang="en-US" sz="2800" b="1" dirty="0">
                <a:solidFill>
                  <a:srgbClr val="333333"/>
                </a:solidFill>
                <a:latin typeface="+mn-ea"/>
                <a:ea typeface="+mn-ea"/>
              </a:rPr>
              <a:t>）雷达回波过程模拟（以脉冲有限雷达为例）</a:t>
            </a:r>
            <a:endParaRPr lang="en-US" altLang="zh-CN" sz="2800" b="1" dirty="0">
              <a:solidFill>
                <a:srgbClr val="333333"/>
              </a:solidFill>
              <a:latin typeface="+mn-ea"/>
              <a:ea typeface="+mn-ea"/>
            </a:endParaRPr>
          </a:p>
        </p:txBody>
      </p:sp>
      <p:grpSp>
        <p:nvGrpSpPr>
          <p:cNvPr id="137" name="Group 136">
            <a:extLst>
              <a:ext uri="{FF2B5EF4-FFF2-40B4-BE49-F238E27FC236}">
                <a16:creationId xmlns:a16="http://schemas.microsoft.com/office/drawing/2014/main" id="{8E122FC7-747B-6A1F-32FF-735EADDB7DD6}"/>
              </a:ext>
            </a:extLst>
          </p:cNvPr>
          <p:cNvGrpSpPr/>
          <p:nvPr/>
        </p:nvGrpSpPr>
        <p:grpSpPr>
          <a:xfrm>
            <a:off x="57743" y="1908696"/>
            <a:ext cx="6002012" cy="4743896"/>
            <a:chOff x="1316789" y="2105578"/>
            <a:chExt cx="6002012" cy="4743896"/>
          </a:xfrm>
        </p:grpSpPr>
        <p:cxnSp>
          <p:nvCxnSpPr>
            <p:cNvPr id="50" name="Straight Connector 49">
              <a:extLst>
                <a:ext uri="{FF2B5EF4-FFF2-40B4-BE49-F238E27FC236}">
                  <a16:creationId xmlns:a16="http://schemas.microsoft.com/office/drawing/2014/main" id="{86B7F7E6-7181-916F-BFE2-98449625BD60}"/>
                </a:ext>
              </a:extLst>
            </p:cNvPr>
            <p:cNvCxnSpPr>
              <a:cxnSpLocks/>
            </p:cNvCxnSpPr>
            <p:nvPr/>
          </p:nvCxnSpPr>
          <p:spPr bwMode="auto">
            <a:xfrm flipV="1">
              <a:off x="1825199" y="3725438"/>
              <a:ext cx="5493602" cy="24873"/>
            </a:xfrm>
            <a:prstGeom prst="line">
              <a:avLst/>
            </a:prstGeom>
            <a:ln w="1905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C233958F-4879-744A-8F3F-4B1B48C411C1}"/>
                </a:ext>
              </a:extLst>
            </p:cNvPr>
            <p:cNvGrpSpPr/>
            <p:nvPr/>
          </p:nvGrpSpPr>
          <p:grpSpPr>
            <a:xfrm>
              <a:off x="2209689" y="2105578"/>
              <a:ext cx="543054" cy="1632958"/>
              <a:chOff x="1008718" y="2153425"/>
              <a:chExt cx="652694" cy="2031566"/>
            </a:xfrm>
          </p:grpSpPr>
          <p:pic>
            <p:nvPicPr>
              <p:cNvPr id="9" name="Picture 8" descr="A picture containing dark&#10;&#10;Description automatically generated">
                <a:extLst>
                  <a:ext uri="{FF2B5EF4-FFF2-40B4-BE49-F238E27FC236}">
                    <a16:creationId xmlns:a16="http://schemas.microsoft.com/office/drawing/2014/main" id="{4F581148-67F8-7E68-AB5F-B7902690D4C2}"/>
                  </a:ext>
                </a:extLst>
              </p:cNvPr>
              <p:cNvPicPr>
                <a:picLocks noChangeAspect="1"/>
              </p:cNvPicPr>
              <p:nvPr/>
            </p:nvPicPr>
            <p:blipFill>
              <a:blip r:embed="rId3"/>
              <a:stretch>
                <a:fillRect/>
              </a:stretch>
            </p:blipFill>
            <p:spPr>
              <a:xfrm>
                <a:off x="1008718" y="2153425"/>
                <a:ext cx="652694" cy="295532"/>
              </a:xfrm>
              <a:prstGeom prst="rect">
                <a:avLst/>
              </a:prstGeom>
            </p:spPr>
          </p:pic>
          <p:cxnSp>
            <p:nvCxnSpPr>
              <p:cNvPr id="11" name="Straight Connector 10">
                <a:extLst>
                  <a:ext uri="{FF2B5EF4-FFF2-40B4-BE49-F238E27FC236}">
                    <a16:creationId xmlns:a16="http://schemas.microsoft.com/office/drawing/2014/main" id="{F041AABE-A289-AE3F-E13F-5E30DB92D63D}"/>
                  </a:ext>
                </a:extLst>
              </p:cNvPr>
              <p:cNvCxnSpPr>
                <a:cxnSpLocks/>
              </p:cNvCxnSpPr>
              <p:nvPr/>
            </p:nvCxnSpPr>
            <p:spPr bwMode="auto">
              <a:xfrm flipH="1">
                <a:off x="1066116" y="2372555"/>
                <a:ext cx="173628" cy="164190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F169F91F-AF50-6AD2-D3D5-92E4549C3C03}"/>
                  </a:ext>
                </a:extLst>
              </p:cNvPr>
              <p:cNvCxnSpPr>
                <a:cxnSpLocks/>
              </p:cNvCxnSpPr>
              <p:nvPr/>
            </p:nvCxnSpPr>
            <p:spPr bwMode="auto">
              <a:xfrm>
                <a:off x="1239744" y="2372555"/>
                <a:ext cx="261196" cy="162538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7" name="Block Arc 46">
                <a:extLst>
                  <a:ext uri="{FF2B5EF4-FFF2-40B4-BE49-F238E27FC236}">
                    <a16:creationId xmlns:a16="http://schemas.microsoft.com/office/drawing/2014/main" id="{BED8D053-2AA7-4DD9-9D93-8988CBCC314A}"/>
                  </a:ext>
                </a:extLst>
              </p:cNvPr>
              <p:cNvSpPr/>
              <p:nvPr/>
            </p:nvSpPr>
            <p:spPr>
              <a:xfrm rot="10800000">
                <a:off x="1057893" y="3810894"/>
                <a:ext cx="447559" cy="374097"/>
              </a:xfrm>
              <a:prstGeom prst="blockArc">
                <a:avLst>
                  <a:gd name="adj1" fmla="val 10800000"/>
                  <a:gd name="adj2" fmla="val 21273342"/>
                  <a:gd name="adj3" fmla="val 21538"/>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grpSp>
          <p:nvGrpSpPr>
            <p:cNvPr id="40" name="Group 39">
              <a:extLst>
                <a:ext uri="{FF2B5EF4-FFF2-40B4-BE49-F238E27FC236}">
                  <a16:creationId xmlns:a16="http://schemas.microsoft.com/office/drawing/2014/main" id="{5E163B55-45D7-6362-1138-C8314FDB80C7}"/>
                </a:ext>
              </a:extLst>
            </p:cNvPr>
            <p:cNvGrpSpPr/>
            <p:nvPr/>
          </p:nvGrpSpPr>
          <p:grpSpPr>
            <a:xfrm>
              <a:off x="3161123" y="2129544"/>
              <a:ext cx="543054" cy="1632958"/>
              <a:chOff x="1008718" y="2153425"/>
              <a:chExt cx="652694" cy="2031566"/>
            </a:xfrm>
          </p:grpSpPr>
          <p:pic>
            <p:nvPicPr>
              <p:cNvPr id="41" name="Picture 40" descr="A picture containing dark&#10;&#10;Description automatically generated">
                <a:extLst>
                  <a:ext uri="{FF2B5EF4-FFF2-40B4-BE49-F238E27FC236}">
                    <a16:creationId xmlns:a16="http://schemas.microsoft.com/office/drawing/2014/main" id="{04D648AB-DBAE-AA62-08E6-744A4B6C4BD5}"/>
                  </a:ext>
                </a:extLst>
              </p:cNvPr>
              <p:cNvPicPr>
                <a:picLocks noChangeAspect="1"/>
              </p:cNvPicPr>
              <p:nvPr/>
            </p:nvPicPr>
            <p:blipFill>
              <a:blip r:embed="rId3"/>
              <a:stretch>
                <a:fillRect/>
              </a:stretch>
            </p:blipFill>
            <p:spPr>
              <a:xfrm>
                <a:off x="1008718" y="2153425"/>
                <a:ext cx="652694" cy="295532"/>
              </a:xfrm>
              <a:prstGeom prst="rect">
                <a:avLst/>
              </a:prstGeom>
            </p:spPr>
          </p:pic>
          <p:cxnSp>
            <p:nvCxnSpPr>
              <p:cNvPr id="42" name="Straight Connector 41">
                <a:extLst>
                  <a:ext uri="{FF2B5EF4-FFF2-40B4-BE49-F238E27FC236}">
                    <a16:creationId xmlns:a16="http://schemas.microsoft.com/office/drawing/2014/main" id="{A8273463-6111-1C52-FE84-C3B90D9F1E6F}"/>
                  </a:ext>
                </a:extLst>
              </p:cNvPr>
              <p:cNvCxnSpPr>
                <a:cxnSpLocks/>
              </p:cNvCxnSpPr>
              <p:nvPr/>
            </p:nvCxnSpPr>
            <p:spPr bwMode="auto">
              <a:xfrm flipH="1">
                <a:off x="1066116" y="2372555"/>
                <a:ext cx="173628" cy="164190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D634AA60-0FC5-7922-4FAF-839341F1C621}"/>
                  </a:ext>
                </a:extLst>
              </p:cNvPr>
              <p:cNvCxnSpPr>
                <a:cxnSpLocks/>
              </p:cNvCxnSpPr>
              <p:nvPr/>
            </p:nvCxnSpPr>
            <p:spPr bwMode="auto">
              <a:xfrm>
                <a:off x="1239744" y="2372555"/>
                <a:ext cx="261196" cy="1625387"/>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Block Arc 43">
                <a:extLst>
                  <a:ext uri="{FF2B5EF4-FFF2-40B4-BE49-F238E27FC236}">
                    <a16:creationId xmlns:a16="http://schemas.microsoft.com/office/drawing/2014/main" id="{33F1CD4D-47FA-D2D9-7998-23EF83BCF9B8}"/>
                  </a:ext>
                </a:extLst>
              </p:cNvPr>
              <p:cNvSpPr/>
              <p:nvPr/>
            </p:nvSpPr>
            <p:spPr>
              <a:xfrm rot="10800000">
                <a:off x="1057893" y="3810894"/>
                <a:ext cx="447559" cy="374097"/>
              </a:xfrm>
              <a:prstGeom prst="blockArc">
                <a:avLst>
                  <a:gd name="adj1" fmla="val 10800000"/>
                  <a:gd name="adj2" fmla="val 21273342"/>
                  <a:gd name="adj3" fmla="val 21538"/>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grpSp>
          <p:nvGrpSpPr>
            <p:cNvPr id="74" name="Group 73">
              <a:extLst>
                <a:ext uri="{FF2B5EF4-FFF2-40B4-BE49-F238E27FC236}">
                  <a16:creationId xmlns:a16="http://schemas.microsoft.com/office/drawing/2014/main" id="{F7403740-8983-4ADB-BC53-E5EAE994F8FA}"/>
                </a:ext>
              </a:extLst>
            </p:cNvPr>
            <p:cNvGrpSpPr/>
            <p:nvPr/>
          </p:nvGrpSpPr>
          <p:grpSpPr>
            <a:xfrm>
              <a:off x="6255472" y="2211253"/>
              <a:ext cx="543054" cy="1632958"/>
              <a:chOff x="4773079" y="2182538"/>
              <a:chExt cx="652694" cy="2031566"/>
            </a:xfrm>
          </p:grpSpPr>
          <p:pic>
            <p:nvPicPr>
              <p:cNvPr id="60" name="Picture 59" descr="A picture containing dark&#10;&#10;Description automatically generated">
                <a:extLst>
                  <a:ext uri="{FF2B5EF4-FFF2-40B4-BE49-F238E27FC236}">
                    <a16:creationId xmlns:a16="http://schemas.microsoft.com/office/drawing/2014/main" id="{D1A8295B-5041-E07A-38A2-F8414C71BD70}"/>
                  </a:ext>
                </a:extLst>
              </p:cNvPr>
              <p:cNvPicPr>
                <a:picLocks noChangeAspect="1"/>
              </p:cNvPicPr>
              <p:nvPr/>
            </p:nvPicPr>
            <p:blipFill>
              <a:blip r:embed="rId3"/>
              <a:stretch>
                <a:fillRect/>
              </a:stretch>
            </p:blipFill>
            <p:spPr>
              <a:xfrm>
                <a:off x="4773079" y="2182538"/>
                <a:ext cx="652694" cy="295532"/>
              </a:xfrm>
              <a:prstGeom prst="rect">
                <a:avLst/>
              </a:prstGeom>
            </p:spPr>
          </p:pic>
          <p:cxnSp>
            <p:nvCxnSpPr>
              <p:cNvPr id="61" name="Straight Connector 60">
                <a:extLst>
                  <a:ext uri="{FF2B5EF4-FFF2-40B4-BE49-F238E27FC236}">
                    <a16:creationId xmlns:a16="http://schemas.microsoft.com/office/drawing/2014/main" id="{BD6D040E-8516-DFBA-91A1-C7BD4EEF5324}"/>
                  </a:ext>
                </a:extLst>
              </p:cNvPr>
              <p:cNvCxnSpPr>
                <a:cxnSpLocks/>
              </p:cNvCxnSpPr>
              <p:nvPr/>
            </p:nvCxnSpPr>
            <p:spPr bwMode="auto">
              <a:xfrm flipH="1">
                <a:off x="4826081" y="2401668"/>
                <a:ext cx="173628" cy="164190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AC2C9EC3-0BA9-3725-E14B-847C4DE76D44}"/>
                  </a:ext>
                </a:extLst>
              </p:cNvPr>
              <p:cNvCxnSpPr>
                <a:cxnSpLocks/>
              </p:cNvCxnSpPr>
              <p:nvPr/>
            </p:nvCxnSpPr>
            <p:spPr bwMode="auto">
              <a:xfrm>
                <a:off x="5004105" y="2401668"/>
                <a:ext cx="260896" cy="163410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66" name="Block Arc 65">
                <a:extLst>
                  <a:ext uri="{FF2B5EF4-FFF2-40B4-BE49-F238E27FC236}">
                    <a16:creationId xmlns:a16="http://schemas.microsoft.com/office/drawing/2014/main" id="{9F9BDB13-276F-C584-172D-D70C1D64067B}"/>
                  </a:ext>
                </a:extLst>
              </p:cNvPr>
              <p:cNvSpPr/>
              <p:nvPr/>
            </p:nvSpPr>
            <p:spPr>
              <a:xfrm rot="10963335">
                <a:off x="4822254" y="3840007"/>
                <a:ext cx="447559" cy="374097"/>
              </a:xfrm>
              <a:prstGeom prst="blockArc">
                <a:avLst>
                  <a:gd name="adj1" fmla="val 10800000"/>
                  <a:gd name="adj2" fmla="val 21273342"/>
                  <a:gd name="adj3" fmla="val 21538"/>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grpSp>
          <p:nvGrpSpPr>
            <p:cNvPr id="75" name="Group 74">
              <a:extLst>
                <a:ext uri="{FF2B5EF4-FFF2-40B4-BE49-F238E27FC236}">
                  <a16:creationId xmlns:a16="http://schemas.microsoft.com/office/drawing/2014/main" id="{ED35CE6D-F52C-9FB2-96CA-38F9DCABCBD8}"/>
                </a:ext>
              </a:extLst>
            </p:cNvPr>
            <p:cNvGrpSpPr/>
            <p:nvPr/>
          </p:nvGrpSpPr>
          <p:grpSpPr>
            <a:xfrm>
              <a:off x="5181059" y="2193535"/>
              <a:ext cx="543054" cy="1632958"/>
              <a:chOff x="4773079" y="2182538"/>
              <a:chExt cx="652694" cy="2031566"/>
            </a:xfrm>
          </p:grpSpPr>
          <p:pic>
            <p:nvPicPr>
              <p:cNvPr id="76" name="Picture 75" descr="A picture containing dark&#10;&#10;Description automatically generated">
                <a:extLst>
                  <a:ext uri="{FF2B5EF4-FFF2-40B4-BE49-F238E27FC236}">
                    <a16:creationId xmlns:a16="http://schemas.microsoft.com/office/drawing/2014/main" id="{061301E9-06ED-9840-D3CC-AFE2D8A7AB92}"/>
                  </a:ext>
                </a:extLst>
              </p:cNvPr>
              <p:cNvPicPr>
                <a:picLocks noChangeAspect="1"/>
              </p:cNvPicPr>
              <p:nvPr/>
            </p:nvPicPr>
            <p:blipFill>
              <a:blip r:embed="rId3"/>
              <a:stretch>
                <a:fillRect/>
              </a:stretch>
            </p:blipFill>
            <p:spPr>
              <a:xfrm>
                <a:off x="4773079" y="2182538"/>
                <a:ext cx="652694" cy="295532"/>
              </a:xfrm>
              <a:prstGeom prst="rect">
                <a:avLst/>
              </a:prstGeom>
            </p:spPr>
          </p:pic>
          <p:cxnSp>
            <p:nvCxnSpPr>
              <p:cNvPr id="77" name="Straight Connector 76">
                <a:extLst>
                  <a:ext uri="{FF2B5EF4-FFF2-40B4-BE49-F238E27FC236}">
                    <a16:creationId xmlns:a16="http://schemas.microsoft.com/office/drawing/2014/main" id="{3A7E2994-B183-20F7-D06F-5CFEA900F6B7}"/>
                  </a:ext>
                </a:extLst>
              </p:cNvPr>
              <p:cNvCxnSpPr>
                <a:cxnSpLocks/>
              </p:cNvCxnSpPr>
              <p:nvPr/>
            </p:nvCxnSpPr>
            <p:spPr bwMode="auto">
              <a:xfrm flipH="1">
                <a:off x="4826081" y="2401668"/>
                <a:ext cx="173628" cy="164190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F2AE8A51-E122-492C-F7E6-934F8D039CA9}"/>
                  </a:ext>
                </a:extLst>
              </p:cNvPr>
              <p:cNvCxnSpPr>
                <a:cxnSpLocks/>
              </p:cNvCxnSpPr>
              <p:nvPr/>
            </p:nvCxnSpPr>
            <p:spPr bwMode="auto">
              <a:xfrm>
                <a:off x="5004105" y="2401668"/>
                <a:ext cx="260896" cy="163410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79" name="Block Arc 78">
                <a:extLst>
                  <a:ext uri="{FF2B5EF4-FFF2-40B4-BE49-F238E27FC236}">
                    <a16:creationId xmlns:a16="http://schemas.microsoft.com/office/drawing/2014/main" id="{7615CE2A-4681-F305-43F9-91F376E3FDB0}"/>
                  </a:ext>
                </a:extLst>
              </p:cNvPr>
              <p:cNvSpPr/>
              <p:nvPr/>
            </p:nvSpPr>
            <p:spPr>
              <a:xfrm rot="10963335">
                <a:off x="4822254" y="3840007"/>
                <a:ext cx="447559" cy="374097"/>
              </a:xfrm>
              <a:prstGeom prst="blockArc">
                <a:avLst>
                  <a:gd name="adj1" fmla="val 10800000"/>
                  <a:gd name="adj2" fmla="val 21273342"/>
                  <a:gd name="adj3" fmla="val 21538"/>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grpSp>
          <p:nvGrpSpPr>
            <p:cNvPr id="80" name="Group 79">
              <a:extLst>
                <a:ext uri="{FF2B5EF4-FFF2-40B4-BE49-F238E27FC236}">
                  <a16:creationId xmlns:a16="http://schemas.microsoft.com/office/drawing/2014/main" id="{F41D9239-6D92-9FAF-333A-D8AF5014DB5B}"/>
                </a:ext>
              </a:extLst>
            </p:cNvPr>
            <p:cNvGrpSpPr/>
            <p:nvPr/>
          </p:nvGrpSpPr>
          <p:grpSpPr>
            <a:xfrm>
              <a:off x="4167948" y="2164497"/>
              <a:ext cx="543054" cy="1632958"/>
              <a:chOff x="4773079" y="2182538"/>
              <a:chExt cx="652694" cy="2031566"/>
            </a:xfrm>
          </p:grpSpPr>
          <p:pic>
            <p:nvPicPr>
              <p:cNvPr id="81" name="Picture 80" descr="A picture containing dark&#10;&#10;Description automatically generated">
                <a:extLst>
                  <a:ext uri="{FF2B5EF4-FFF2-40B4-BE49-F238E27FC236}">
                    <a16:creationId xmlns:a16="http://schemas.microsoft.com/office/drawing/2014/main" id="{3C793F78-090F-BA12-5F00-55C82988CFAA}"/>
                  </a:ext>
                </a:extLst>
              </p:cNvPr>
              <p:cNvPicPr>
                <a:picLocks noChangeAspect="1"/>
              </p:cNvPicPr>
              <p:nvPr/>
            </p:nvPicPr>
            <p:blipFill>
              <a:blip r:embed="rId3"/>
              <a:stretch>
                <a:fillRect/>
              </a:stretch>
            </p:blipFill>
            <p:spPr>
              <a:xfrm>
                <a:off x="4773079" y="2182538"/>
                <a:ext cx="652694" cy="295532"/>
              </a:xfrm>
              <a:prstGeom prst="rect">
                <a:avLst/>
              </a:prstGeom>
            </p:spPr>
          </p:pic>
          <p:cxnSp>
            <p:nvCxnSpPr>
              <p:cNvPr id="82" name="Straight Connector 81">
                <a:extLst>
                  <a:ext uri="{FF2B5EF4-FFF2-40B4-BE49-F238E27FC236}">
                    <a16:creationId xmlns:a16="http://schemas.microsoft.com/office/drawing/2014/main" id="{4912C008-C0A2-DD77-5FD4-16B1C80B2C1C}"/>
                  </a:ext>
                </a:extLst>
              </p:cNvPr>
              <p:cNvCxnSpPr>
                <a:cxnSpLocks/>
              </p:cNvCxnSpPr>
              <p:nvPr/>
            </p:nvCxnSpPr>
            <p:spPr bwMode="auto">
              <a:xfrm flipH="1">
                <a:off x="4826081" y="2401668"/>
                <a:ext cx="173628" cy="1641906"/>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FF2B5EF4-FFF2-40B4-BE49-F238E27FC236}">
                    <a16:creationId xmlns:a16="http://schemas.microsoft.com/office/drawing/2014/main" id="{0575C8F7-AA7E-2C3D-8E03-455BE1429ED0}"/>
                  </a:ext>
                </a:extLst>
              </p:cNvPr>
              <p:cNvCxnSpPr>
                <a:cxnSpLocks/>
              </p:cNvCxnSpPr>
              <p:nvPr/>
            </p:nvCxnSpPr>
            <p:spPr bwMode="auto">
              <a:xfrm>
                <a:off x="5004105" y="2401668"/>
                <a:ext cx="260896" cy="1634102"/>
              </a:xfrm>
              <a:prstGeom prst="line">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84" name="Block Arc 83">
                <a:extLst>
                  <a:ext uri="{FF2B5EF4-FFF2-40B4-BE49-F238E27FC236}">
                    <a16:creationId xmlns:a16="http://schemas.microsoft.com/office/drawing/2014/main" id="{DD33E56C-C7D2-E1A8-C6BD-C3AB78A3651F}"/>
                  </a:ext>
                </a:extLst>
              </p:cNvPr>
              <p:cNvSpPr/>
              <p:nvPr/>
            </p:nvSpPr>
            <p:spPr>
              <a:xfrm rot="10963335">
                <a:off x="4822254" y="3840007"/>
                <a:ext cx="447559" cy="374097"/>
              </a:xfrm>
              <a:prstGeom prst="blockArc">
                <a:avLst>
                  <a:gd name="adj1" fmla="val 10800000"/>
                  <a:gd name="adj2" fmla="val 21273342"/>
                  <a:gd name="adj3" fmla="val 21538"/>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sp>
          <p:nvSpPr>
            <p:cNvPr id="93" name="Oval 92">
              <a:extLst>
                <a:ext uri="{FF2B5EF4-FFF2-40B4-BE49-F238E27FC236}">
                  <a16:creationId xmlns:a16="http://schemas.microsoft.com/office/drawing/2014/main" id="{4613F70E-E355-D725-8684-1AB63D5D28BE}"/>
                </a:ext>
              </a:extLst>
            </p:cNvPr>
            <p:cNvSpPr/>
            <p:nvPr/>
          </p:nvSpPr>
          <p:spPr>
            <a:xfrm>
              <a:off x="3292003" y="4097155"/>
              <a:ext cx="206137" cy="205563"/>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96" name="Oval 95">
              <a:extLst>
                <a:ext uri="{FF2B5EF4-FFF2-40B4-BE49-F238E27FC236}">
                  <a16:creationId xmlns:a16="http://schemas.microsoft.com/office/drawing/2014/main" id="{D2251A2D-DAC8-5496-FBAA-0181B666CE85}"/>
                </a:ext>
              </a:extLst>
            </p:cNvPr>
            <p:cNvSpPr/>
            <p:nvPr/>
          </p:nvSpPr>
          <p:spPr>
            <a:xfrm>
              <a:off x="2403937" y="4177719"/>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97" name="Oval 96">
              <a:extLst>
                <a:ext uri="{FF2B5EF4-FFF2-40B4-BE49-F238E27FC236}">
                  <a16:creationId xmlns:a16="http://schemas.microsoft.com/office/drawing/2014/main" id="{5FD46C16-AA67-F816-6996-BD66EBDF1562}"/>
                </a:ext>
              </a:extLst>
            </p:cNvPr>
            <p:cNvSpPr/>
            <p:nvPr/>
          </p:nvSpPr>
          <p:spPr>
            <a:xfrm>
              <a:off x="4212047" y="4013900"/>
              <a:ext cx="365190" cy="361318"/>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99" name="Donut 98">
              <a:extLst>
                <a:ext uri="{FF2B5EF4-FFF2-40B4-BE49-F238E27FC236}">
                  <a16:creationId xmlns:a16="http://schemas.microsoft.com/office/drawing/2014/main" id="{0E1062B1-8008-E9F8-5899-84E2651EF1D3}"/>
                </a:ext>
              </a:extLst>
            </p:cNvPr>
            <p:cNvSpPr/>
            <p:nvPr/>
          </p:nvSpPr>
          <p:spPr>
            <a:xfrm>
              <a:off x="5215043" y="4032314"/>
              <a:ext cx="375305" cy="358109"/>
            </a:xfrm>
            <a:prstGeom prst="donut">
              <a:avLst>
                <a:gd name="adj" fmla="val 27022"/>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00" name="Donut 99">
              <a:extLst>
                <a:ext uri="{FF2B5EF4-FFF2-40B4-BE49-F238E27FC236}">
                  <a16:creationId xmlns:a16="http://schemas.microsoft.com/office/drawing/2014/main" id="{8910EB9B-A0C1-4B34-B787-D3A50281CE44}"/>
                </a:ext>
              </a:extLst>
            </p:cNvPr>
            <p:cNvSpPr/>
            <p:nvPr/>
          </p:nvSpPr>
          <p:spPr>
            <a:xfrm>
              <a:off x="6251876" y="3968592"/>
              <a:ext cx="486937" cy="485554"/>
            </a:xfrm>
            <a:prstGeom prst="donut">
              <a:avLst>
                <a:gd name="adj" fmla="val 19937"/>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grpSp>
          <p:nvGrpSpPr>
            <p:cNvPr id="115" name="Group 114">
              <a:extLst>
                <a:ext uri="{FF2B5EF4-FFF2-40B4-BE49-F238E27FC236}">
                  <a16:creationId xmlns:a16="http://schemas.microsoft.com/office/drawing/2014/main" id="{77A57BD0-8C84-3169-A3D9-74B66BB904EB}"/>
                </a:ext>
              </a:extLst>
            </p:cNvPr>
            <p:cNvGrpSpPr/>
            <p:nvPr/>
          </p:nvGrpSpPr>
          <p:grpSpPr>
            <a:xfrm>
              <a:off x="1316789" y="4457238"/>
              <a:ext cx="5964449" cy="2120072"/>
              <a:chOff x="263207" y="4512270"/>
              <a:chExt cx="5964449" cy="2270730"/>
            </a:xfrm>
          </p:grpSpPr>
          <p:cxnSp>
            <p:nvCxnSpPr>
              <p:cNvPr id="87" name="Straight Arrow Connector 86">
                <a:extLst>
                  <a:ext uri="{FF2B5EF4-FFF2-40B4-BE49-F238E27FC236}">
                    <a16:creationId xmlns:a16="http://schemas.microsoft.com/office/drawing/2014/main" id="{3BF0EC08-6BBA-2249-B15B-22B91055F727}"/>
                  </a:ext>
                </a:extLst>
              </p:cNvPr>
              <p:cNvCxnSpPr>
                <a:cxnSpLocks/>
              </p:cNvCxnSpPr>
              <p:nvPr/>
            </p:nvCxnSpPr>
            <p:spPr bwMode="auto">
              <a:xfrm>
                <a:off x="842636" y="6424506"/>
                <a:ext cx="5230905"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1C75ABAD-AEEF-F649-3B21-75D8C405AB90}"/>
                  </a:ext>
                </a:extLst>
              </p:cNvPr>
              <p:cNvCxnSpPr>
                <a:cxnSpLocks/>
              </p:cNvCxnSpPr>
              <p:nvPr/>
            </p:nvCxnSpPr>
            <p:spPr bwMode="auto">
              <a:xfrm flipV="1">
                <a:off x="842636" y="4512270"/>
                <a:ext cx="0" cy="191223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129F6D65-DC14-B1C4-1832-22949CF26D50}"/>
                  </a:ext>
                </a:extLst>
              </p:cNvPr>
              <p:cNvSpPr txBox="1"/>
              <p:nvPr/>
            </p:nvSpPr>
            <p:spPr>
              <a:xfrm>
                <a:off x="263207" y="4560969"/>
                <a:ext cx="595035" cy="362613"/>
              </a:xfrm>
              <a:prstGeom prst="rect">
                <a:avLst/>
              </a:prstGeom>
              <a:noFill/>
            </p:spPr>
            <p:txBody>
              <a:bodyPr wrap="none" rtlCol="0">
                <a:spAutoFit/>
              </a:bodyPr>
              <a:lstStyle/>
              <a:p>
                <a:r>
                  <a:rPr lang="en-CN" sz="1600">
                    <a:solidFill>
                      <a:schemeClr val="bg2"/>
                    </a:solidFill>
                    <a:latin typeface="+mn-ea"/>
                    <a:ea typeface="+mn-ea"/>
                  </a:rPr>
                  <a:t>功率</a:t>
                </a:r>
              </a:p>
            </p:txBody>
          </p:sp>
          <p:sp>
            <p:nvSpPr>
              <p:cNvPr id="102" name="TextBox 101">
                <a:extLst>
                  <a:ext uri="{FF2B5EF4-FFF2-40B4-BE49-F238E27FC236}">
                    <a16:creationId xmlns:a16="http://schemas.microsoft.com/office/drawing/2014/main" id="{B02247BD-57B9-73C3-8E95-473CE3B64F1E}"/>
                  </a:ext>
                </a:extLst>
              </p:cNvPr>
              <p:cNvSpPr txBox="1"/>
              <p:nvPr/>
            </p:nvSpPr>
            <p:spPr>
              <a:xfrm>
                <a:off x="5632621" y="6420387"/>
                <a:ext cx="595035" cy="362613"/>
              </a:xfrm>
              <a:prstGeom prst="rect">
                <a:avLst/>
              </a:prstGeom>
              <a:noFill/>
            </p:spPr>
            <p:txBody>
              <a:bodyPr wrap="none" rtlCol="0">
                <a:spAutoFit/>
              </a:bodyPr>
              <a:lstStyle/>
              <a:p>
                <a:r>
                  <a:rPr lang="en-CN" sz="1600">
                    <a:solidFill>
                      <a:schemeClr val="bg2"/>
                    </a:solidFill>
                    <a:latin typeface="+mn-ea"/>
                    <a:ea typeface="+mn-ea"/>
                  </a:rPr>
                  <a:t>时间</a:t>
                </a:r>
              </a:p>
            </p:txBody>
          </p:sp>
          <p:sp>
            <p:nvSpPr>
              <p:cNvPr id="104" name="Oval 103">
                <a:extLst>
                  <a:ext uri="{FF2B5EF4-FFF2-40B4-BE49-F238E27FC236}">
                    <a16:creationId xmlns:a16="http://schemas.microsoft.com/office/drawing/2014/main" id="{09DD5D37-9884-FACD-918F-1215300B9AD1}"/>
                  </a:ext>
                </a:extLst>
              </p:cNvPr>
              <p:cNvSpPr/>
              <p:nvPr/>
            </p:nvSpPr>
            <p:spPr>
              <a:xfrm>
                <a:off x="1348325" y="6111261"/>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05" name="Oval 104">
                <a:extLst>
                  <a:ext uri="{FF2B5EF4-FFF2-40B4-BE49-F238E27FC236}">
                    <a16:creationId xmlns:a16="http://schemas.microsoft.com/office/drawing/2014/main" id="{54AD8B52-0327-A33F-9F63-1EAE74EFC320}"/>
                  </a:ext>
                </a:extLst>
              </p:cNvPr>
              <p:cNvSpPr/>
              <p:nvPr/>
            </p:nvSpPr>
            <p:spPr>
              <a:xfrm>
                <a:off x="2313355" y="5578936"/>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06" name="Oval 105">
                <a:extLst>
                  <a:ext uri="{FF2B5EF4-FFF2-40B4-BE49-F238E27FC236}">
                    <a16:creationId xmlns:a16="http://schemas.microsoft.com/office/drawing/2014/main" id="{E0C179F1-4787-39C9-9FA2-9D5CFA4B83CF}"/>
                  </a:ext>
                </a:extLst>
              </p:cNvPr>
              <p:cNvSpPr/>
              <p:nvPr/>
            </p:nvSpPr>
            <p:spPr>
              <a:xfrm>
                <a:off x="3320181" y="4757301"/>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07" name="Oval 106">
                <a:extLst>
                  <a:ext uri="{FF2B5EF4-FFF2-40B4-BE49-F238E27FC236}">
                    <a16:creationId xmlns:a16="http://schemas.microsoft.com/office/drawing/2014/main" id="{6A459860-BF7B-C714-0E24-312C10709570}"/>
                  </a:ext>
                </a:extLst>
              </p:cNvPr>
              <p:cNvSpPr/>
              <p:nvPr/>
            </p:nvSpPr>
            <p:spPr>
              <a:xfrm>
                <a:off x="4343408" y="4823802"/>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08" name="Oval 107">
                <a:extLst>
                  <a:ext uri="{FF2B5EF4-FFF2-40B4-BE49-F238E27FC236}">
                    <a16:creationId xmlns:a16="http://schemas.microsoft.com/office/drawing/2014/main" id="{10797E17-3EFD-3EAC-7514-822CC784504D}"/>
                  </a:ext>
                </a:extLst>
              </p:cNvPr>
              <p:cNvSpPr/>
              <p:nvPr/>
            </p:nvSpPr>
            <p:spPr>
              <a:xfrm>
                <a:off x="5419311" y="4917755"/>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113" name="Freeform 112">
                <a:extLst>
                  <a:ext uri="{FF2B5EF4-FFF2-40B4-BE49-F238E27FC236}">
                    <a16:creationId xmlns:a16="http://schemas.microsoft.com/office/drawing/2014/main" id="{D2CEF27E-365C-A59C-88C3-D897942BD580}"/>
                  </a:ext>
                </a:extLst>
              </p:cNvPr>
              <p:cNvSpPr/>
              <p:nvPr/>
            </p:nvSpPr>
            <p:spPr>
              <a:xfrm>
                <a:off x="1343061" y="4751109"/>
                <a:ext cx="4095214" cy="1413978"/>
              </a:xfrm>
              <a:custGeom>
                <a:avLst/>
                <a:gdLst>
                  <a:gd name="connsiteX0" fmla="*/ 0 w 4071487"/>
                  <a:gd name="connsiteY0" fmla="*/ 1380185 h 1380185"/>
                  <a:gd name="connsiteX1" fmla="*/ 972152 w 4071487"/>
                  <a:gd name="connsiteY1" fmla="*/ 860421 h 1380185"/>
                  <a:gd name="connsiteX2" fmla="*/ 1973179 w 4071487"/>
                  <a:gd name="connsiteY2" fmla="*/ 42273 h 1380185"/>
                  <a:gd name="connsiteX3" fmla="*/ 2993457 w 4071487"/>
                  <a:gd name="connsiteY3" fmla="*/ 109650 h 1380185"/>
                  <a:gd name="connsiteX4" fmla="*/ 4071487 w 4071487"/>
                  <a:gd name="connsiteY4" fmla="*/ 196278 h 13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1487" h="1380185">
                    <a:moveTo>
                      <a:pt x="0" y="1380185"/>
                    </a:moveTo>
                    <a:cubicBezTo>
                      <a:pt x="321644" y="1231795"/>
                      <a:pt x="643289" y="1083406"/>
                      <a:pt x="972152" y="860421"/>
                    </a:cubicBezTo>
                    <a:cubicBezTo>
                      <a:pt x="1301015" y="637436"/>
                      <a:pt x="1636295" y="167401"/>
                      <a:pt x="1973179" y="42273"/>
                    </a:cubicBezTo>
                    <a:cubicBezTo>
                      <a:pt x="2310063" y="-82856"/>
                      <a:pt x="2993457" y="109650"/>
                      <a:pt x="2993457" y="109650"/>
                    </a:cubicBezTo>
                    <a:lnTo>
                      <a:pt x="4071487" y="196278"/>
                    </a:lnTo>
                  </a:path>
                </a:pathLst>
              </a:custGeom>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0" i="0" u="none" strike="noStrike" cap="none" normalizeH="0" baseline="0">
                  <a:ln>
                    <a:noFill/>
                  </a:ln>
                  <a:solidFill>
                    <a:schemeClr val="tx1"/>
                  </a:solidFill>
                  <a:effectLst/>
                  <a:latin typeface="+mn-ea"/>
                </a:endParaRPr>
              </a:p>
            </p:txBody>
          </p:sp>
        </p:grpSp>
        <p:sp>
          <p:nvSpPr>
            <p:cNvPr id="117" name="TextBox 116">
              <a:extLst>
                <a:ext uri="{FF2B5EF4-FFF2-40B4-BE49-F238E27FC236}">
                  <a16:creationId xmlns:a16="http://schemas.microsoft.com/office/drawing/2014/main" id="{E419F625-0741-A0DC-5682-4DE03EA0048E}"/>
                </a:ext>
              </a:extLst>
            </p:cNvPr>
            <p:cNvSpPr txBox="1"/>
            <p:nvPr/>
          </p:nvSpPr>
          <p:spPr>
            <a:xfrm>
              <a:off x="3008236" y="6510920"/>
              <a:ext cx="3287992" cy="338554"/>
            </a:xfrm>
            <a:prstGeom prst="rect">
              <a:avLst/>
            </a:prstGeom>
            <a:noFill/>
          </p:spPr>
          <p:txBody>
            <a:bodyPr wrap="square" rtlCol="0">
              <a:spAutoFit/>
            </a:bodyPr>
            <a:lstStyle/>
            <a:p>
              <a:r>
                <a:rPr lang="en-CN" sz="1600">
                  <a:solidFill>
                    <a:schemeClr val="bg2"/>
                  </a:solidFill>
                  <a:latin typeface="+mn-ea"/>
                  <a:ea typeface="+mn-ea"/>
                </a:rPr>
                <a:t>雷达高度计回波波形</a:t>
              </a:r>
            </a:p>
          </p:txBody>
        </p:sp>
        <p:cxnSp>
          <p:nvCxnSpPr>
            <p:cNvPr id="119" name="Straight Connector 118">
              <a:extLst>
                <a:ext uri="{FF2B5EF4-FFF2-40B4-BE49-F238E27FC236}">
                  <a16:creationId xmlns:a16="http://schemas.microsoft.com/office/drawing/2014/main" id="{76F07C2A-D465-E1E3-600C-8EDBE55D7D23}"/>
                </a:ext>
              </a:extLst>
            </p:cNvPr>
            <p:cNvCxnSpPr>
              <a:cxnSpLocks/>
            </p:cNvCxnSpPr>
            <p:nvPr/>
          </p:nvCxnSpPr>
          <p:spPr bwMode="auto">
            <a:xfrm>
              <a:off x="2414433" y="2193535"/>
              <a:ext cx="18462" cy="4049066"/>
            </a:xfrm>
            <a:prstGeom prst="line">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2" name="Straight Connector 121">
              <a:extLst>
                <a:ext uri="{FF2B5EF4-FFF2-40B4-BE49-F238E27FC236}">
                  <a16:creationId xmlns:a16="http://schemas.microsoft.com/office/drawing/2014/main" id="{7D1D8DED-96B8-A725-2E28-2B849121B743}"/>
                </a:ext>
              </a:extLst>
            </p:cNvPr>
            <p:cNvCxnSpPr>
              <a:cxnSpLocks/>
            </p:cNvCxnSpPr>
            <p:nvPr/>
          </p:nvCxnSpPr>
          <p:spPr bwMode="auto">
            <a:xfrm>
              <a:off x="3354483" y="2248317"/>
              <a:ext cx="46486" cy="3983301"/>
            </a:xfrm>
            <a:prstGeom prst="line">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4" name="Straight Connector 123">
              <a:extLst>
                <a:ext uri="{FF2B5EF4-FFF2-40B4-BE49-F238E27FC236}">
                  <a16:creationId xmlns:a16="http://schemas.microsoft.com/office/drawing/2014/main" id="{4483E55F-ACA6-8C6E-260D-6D07432951BC}"/>
                </a:ext>
              </a:extLst>
            </p:cNvPr>
            <p:cNvCxnSpPr>
              <a:cxnSpLocks/>
            </p:cNvCxnSpPr>
            <p:nvPr/>
          </p:nvCxnSpPr>
          <p:spPr bwMode="auto">
            <a:xfrm>
              <a:off x="4362828" y="2305679"/>
              <a:ext cx="55573" cy="3914047"/>
            </a:xfrm>
            <a:prstGeom prst="line">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6" name="Straight Connector 125">
              <a:extLst>
                <a:ext uri="{FF2B5EF4-FFF2-40B4-BE49-F238E27FC236}">
                  <a16:creationId xmlns:a16="http://schemas.microsoft.com/office/drawing/2014/main" id="{08B4B65D-E752-CB5C-5289-08859F57F4F7}"/>
                </a:ext>
              </a:extLst>
            </p:cNvPr>
            <p:cNvCxnSpPr>
              <a:cxnSpLocks/>
            </p:cNvCxnSpPr>
            <p:nvPr/>
          </p:nvCxnSpPr>
          <p:spPr bwMode="auto">
            <a:xfrm>
              <a:off x="5362342" y="2340632"/>
              <a:ext cx="86564" cy="3914047"/>
            </a:xfrm>
            <a:prstGeom prst="line">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8" name="Straight Connector 127">
              <a:extLst>
                <a:ext uri="{FF2B5EF4-FFF2-40B4-BE49-F238E27FC236}">
                  <a16:creationId xmlns:a16="http://schemas.microsoft.com/office/drawing/2014/main" id="{84AD7305-D34F-38F0-1881-5B3035BDCF30}"/>
                </a:ext>
              </a:extLst>
            </p:cNvPr>
            <p:cNvCxnSpPr>
              <a:cxnSpLocks/>
            </p:cNvCxnSpPr>
            <p:nvPr/>
          </p:nvCxnSpPr>
          <p:spPr bwMode="auto">
            <a:xfrm>
              <a:off x="6446769" y="2342629"/>
              <a:ext cx="86564" cy="3914047"/>
            </a:xfrm>
            <a:prstGeom prst="line">
              <a:avLst/>
            </a:prstGeom>
            <a:ln>
              <a:prstDash val="dash"/>
              <a:headEnd type="none"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7E02FFED-286F-BCE0-AEAF-27AFD53DFCE8}"/>
                    </a:ext>
                  </a:extLst>
                </p:cNvPr>
                <p:cNvSpPr txBox="1"/>
                <p:nvPr/>
              </p:nvSpPr>
              <p:spPr>
                <a:xfrm>
                  <a:off x="2295649" y="6257937"/>
                  <a:ext cx="34394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i="1" smtClean="0">
                                <a:solidFill>
                                  <a:schemeClr val="bg2"/>
                                </a:solidFill>
                                <a:latin typeface="Cambria Math" panose="02040503050406030204" pitchFamily="18" charset="0"/>
                                <a:ea typeface="+mn-ea"/>
                              </a:rPr>
                            </m:ctrlPr>
                          </m:sSubPr>
                          <m:e>
                            <m:r>
                              <a:rPr lang="en-US" sz="1100" b="0" i="1" smtClean="0">
                                <a:solidFill>
                                  <a:schemeClr val="bg2"/>
                                </a:solidFill>
                                <a:latin typeface="Cambria Math" panose="02040503050406030204" pitchFamily="18" charset="0"/>
                                <a:ea typeface="+mn-ea"/>
                              </a:rPr>
                              <m:t>𝑡</m:t>
                            </m:r>
                          </m:e>
                          <m:sub>
                            <m:r>
                              <a:rPr lang="en-US" sz="1100" b="0" i="1" smtClean="0">
                                <a:solidFill>
                                  <a:schemeClr val="bg2"/>
                                </a:solidFill>
                                <a:latin typeface="Cambria Math" panose="02040503050406030204" pitchFamily="18" charset="0"/>
                                <a:ea typeface="+mn-ea"/>
                              </a:rPr>
                              <m:t>0</m:t>
                            </m:r>
                          </m:sub>
                        </m:sSub>
                      </m:oMath>
                    </m:oMathPara>
                  </a14:m>
                  <a:endParaRPr lang="en-CN" sz="1100">
                    <a:solidFill>
                      <a:schemeClr val="bg2"/>
                    </a:solidFill>
                    <a:latin typeface="+mn-ea"/>
                    <a:ea typeface="+mn-ea"/>
                  </a:endParaRPr>
                </a:p>
              </p:txBody>
            </p:sp>
          </mc:Choice>
          <mc:Fallback xmlns="">
            <p:sp>
              <p:nvSpPr>
                <p:cNvPr id="129" name="TextBox 128">
                  <a:extLst>
                    <a:ext uri="{FF2B5EF4-FFF2-40B4-BE49-F238E27FC236}">
                      <a16:creationId xmlns:a16="http://schemas.microsoft.com/office/drawing/2014/main" id="{7E02FFED-286F-BCE0-AEAF-27AFD53DFCE8}"/>
                    </a:ext>
                  </a:extLst>
                </p:cNvPr>
                <p:cNvSpPr txBox="1">
                  <a:spLocks noRot="1" noChangeAspect="1" noMove="1" noResize="1" noEditPoints="1" noAdjustHandles="1" noChangeArrowheads="1" noChangeShapeType="1" noTextEdit="1"/>
                </p:cNvSpPr>
                <p:nvPr/>
              </p:nvSpPr>
              <p:spPr>
                <a:xfrm>
                  <a:off x="2295649" y="6257937"/>
                  <a:ext cx="343940" cy="2616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4EDC58DC-8809-23FE-FD95-14CDB73CA796}"/>
                    </a:ext>
                  </a:extLst>
                </p:cNvPr>
                <p:cNvSpPr txBox="1"/>
                <p:nvPr/>
              </p:nvSpPr>
              <p:spPr>
                <a:xfrm>
                  <a:off x="3218766" y="6256676"/>
                  <a:ext cx="451342" cy="2767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i="1" smtClean="0">
                                <a:solidFill>
                                  <a:schemeClr val="bg2"/>
                                </a:solidFill>
                                <a:latin typeface="Cambria Math" panose="02040503050406030204" pitchFamily="18" charset="0"/>
                                <a:ea typeface="+mn-ea"/>
                              </a:rPr>
                            </m:ctrlPr>
                          </m:sSubPr>
                          <m:e>
                            <m:r>
                              <a:rPr lang="en-US" sz="1100" b="0" i="1" smtClean="0">
                                <a:solidFill>
                                  <a:schemeClr val="bg2"/>
                                </a:solidFill>
                                <a:latin typeface="Cambria Math" panose="02040503050406030204" pitchFamily="18" charset="0"/>
                                <a:ea typeface="+mn-ea"/>
                              </a:rPr>
                              <m:t>𝑡</m:t>
                            </m:r>
                          </m:e>
                          <m:sub>
                            <m:r>
                              <a:rPr lang="en-US" sz="1100" b="0" i="1" smtClean="0">
                                <a:solidFill>
                                  <a:schemeClr val="bg2"/>
                                </a:solidFill>
                                <a:latin typeface="Cambria Math" panose="02040503050406030204" pitchFamily="18" charset="0"/>
                                <a:ea typeface="+mn-ea"/>
                              </a:rPr>
                              <m:t>1/2</m:t>
                            </m:r>
                          </m:sub>
                        </m:sSub>
                      </m:oMath>
                    </m:oMathPara>
                  </a14:m>
                  <a:endParaRPr lang="en-CN" sz="1100">
                    <a:solidFill>
                      <a:schemeClr val="bg2"/>
                    </a:solidFill>
                    <a:latin typeface="+mn-ea"/>
                    <a:ea typeface="+mn-ea"/>
                  </a:endParaRPr>
                </a:p>
              </p:txBody>
            </p:sp>
          </mc:Choice>
          <mc:Fallback xmlns="">
            <p:sp>
              <p:nvSpPr>
                <p:cNvPr id="130" name="TextBox 129">
                  <a:extLst>
                    <a:ext uri="{FF2B5EF4-FFF2-40B4-BE49-F238E27FC236}">
                      <a16:creationId xmlns:a16="http://schemas.microsoft.com/office/drawing/2014/main" id="{4EDC58DC-8809-23FE-FD95-14CDB73CA796}"/>
                    </a:ext>
                  </a:extLst>
                </p:cNvPr>
                <p:cNvSpPr txBox="1">
                  <a:spLocks noRot="1" noChangeAspect="1" noMove="1" noResize="1" noEditPoints="1" noAdjustHandles="1" noChangeArrowheads="1" noChangeShapeType="1" noTextEdit="1"/>
                </p:cNvSpPr>
                <p:nvPr/>
              </p:nvSpPr>
              <p:spPr>
                <a:xfrm>
                  <a:off x="3218766" y="6256676"/>
                  <a:ext cx="451342" cy="276742"/>
                </a:xfrm>
                <a:prstGeom prst="rect">
                  <a:avLst/>
                </a:prstGeom>
                <a:blipFill>
                  <a:blip r:embed="rId5"/>
                  <a:stretch>
                    <a:fillRect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0BD247AC-9FF5-F3A7-929E-05C0DC4E973D}"/>
                    </a:ext>
                  </a:extLst>
                </p:cNvPr>
                <p:cNvSpPr txBox="1"/>
                <p:nvPr/>
              </p:nvSpPr>
              <p:spPr>
                <a:xfrm>
                  <a:off x="4280239" y="6257182"/>
                  <a:ext cx="34394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i="1" smtClean="0">
                                <a:solidFill>
                                  <a:schemeClr val="bg2"/>
                                </a:solidFill>
                                <a:latin typeface="Cambria Math" panose="02040503050406030204" pitchFamily="18" charset="0"/>
                                <a:ea typeface="+mn-ea"/>
                              </a:rPr>
                            </m:ctrlPr>
                          </m:sSubPr>
                          <m:e>
                            <m:r>
                              <a:rPr lang="en-US" sz="1100" b="0" i="1" smtClean="0">
                                <a:solidFill>
                                  <a:schemeClr val="bg2"/>
                                </a:solidFill>
                                <a:latin typeface="Cambria Math" panose="02040503050406030204" pitchFamily="18" charset="0"/>
                                <a:ea typeface="+mn-ea"/>
                              </a:rPr>
                              <m:t>𝑡</m:t>
                            </m:r>
                          </m:e>
                          <m:sub>
                            <m:r>
                              <a:rPr lang="en-US" sz="1100" b="0" i="1" smtClean="0">
                                <a:solidFill>
                                  <a:schemeClr val="bg2"/>
                                </a:solidFill>
                                <a:latin typeface="Cambria Math" panose="02040503050406030204" pitchFamily="18" charset="0"/>
                                <a:ea typeface="+mn-ea"/>
                              </a:rPr>
                              <m:t>1</m:t>
                            </m:r>
                          </m:sub>
                        </m:sSub>
                      </m:oMath>
                    </m:oMathPara>
                  </a14:m>
                  <a:endParaRPr lang="en-CN" sz="1100">
                    <a:solidFill>
                      <a:schemeClr val="bg2"/>
                    </a:solidFill>
                    <a:latin typeface="+mn-ea"/>
                    <a:ea typeface="+mn-ea"/>
                  </a:endParaRPr>
                </a:p>
              </p:txBody>
            </p:sp>
          </mc:Choice>
          <mc:Fallback xmlns="">
            <p:sp>
              <p:nvSpPr>
                <p:cNvPr id="131" name="TextBox 130">
                  <a:extLst>
                    <a:ext uri="{FF2B5EF4-FFF2-40B4-BE49-F238E27FC236}">
                      <a16:creationId xmlns:a16="http://schemas.microsoft.com/office/drawing/2014/main" id="{0BD247AC-9FF5-F3A7-929E-05C0DC4E973D}"/>
                    </a:ext>
                  </a:extLst>
                </p:cNvPr>
                <p:cNvSpPr txBox="1">
                  <a:spLocks noRot="1" noChangeAspect="1" noMove="1" noResize="1" noEditPoints="1" noAdjustHandles="1" noChangeArrowheads="1" noChangeShapeType="1" noTextEdit="1"/>
                </p:cNvSpPr>
                <p:nvPr/>
              </p:nvSpPr>
              <p:spPr>
                <a:xfrm>
                  <a:off x="4280239" y="6257182"/>
                  <a:ext cx="343940" cy="2616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E7FC5D72-9388-2D8D-36D5-F8824A932D30}"/>
                    </a:ext>
                  </a:extLst>
                </p:cNvPr>
                <p:cNvSpPr txBox="1"/>
                <p:nvPr/>
              </p:nvSpPr>
              <p:spPr>
                <a:xfrm>
                  <a:off x="5254515" y="6250084"/>
                  <a:ext cx="448136" cy="2767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i="1" smtClean="0">
                                <a:solidFill>
                                  <a:schemeClr val="bg2"/>
                                </a:solidFill>
                                <a:latin typeface="Cambria Math" panose="02040503050406030204" pitchFamily="18" charset="0"/>
                                <a:ea typeface="+mn-ea"/>
                              </a:rPr>
                            </m:ctrlPr>
                          </m:sSubPr>
                          <m:e>
                            <m:r>
                              <a:rPr lang="en-US" sz="1100" b="0" i="1" smtClean="0">
                                <a:solidFill>
                                  <a:schemeClr val="bg2"/>
                                </a:solidFill>
                                <a:latin typeface="Cambria Math" panose="02040503050406030204" pitchFamily="18" charset="0"/>
                                <a:ea typeface="+mn-ea"/>
                              </a:rPr>
                              <m:t>𝑡</m:t>
                            </m:r>
                          </m:e>
                          <m:sub>
                            <m:r>
                              <a:rPr lang="en-US" sz="1100" b="0" i="1" smtClean="0">
                                <a:solidFill>
                                  <a:schemeClr val="bg2"/>
                                </a:solidFill>
                                <a:latin typeface="Cambria Math" panose="02040503050406030204" pitchFamily="18" charset="0"/>
                                <a:ea typeface="+mn-ea"/>
                              </a:rPr>
                              <m:t>3/2</m:t>
                            </m:r>
                          </m:sub>
                        </m:sSub>
                      </m:oMath>
                    </m:oMathPara>
                  </a14:m>
                  <a:endParaRPr lang="en-CN" sz="1100">
                    <a:solidFill>
                      <a:schemeClr val="bg2"/>
                    </a:solidFill>
                    <a:latin typeface="+mn-ea"/>
                    <a:ea typeface="+mn-ea"/>
                  </a:endParaRPr>
                </a:p>
              </p:txBody>
            </p:sp>
          </mc:Choice>
          <mc:Fallback xmlns="">
            <p:sp>
              <p:nvSpPr>
                <p:cNvPr id="132" name="TextBox 131">
                  <a:extLst>
                    <a:ext uri="{FF2B5EF4-FFF2-40B4-BE49-F238E27FC236}">
                      <a16:creationId xmlns:a16="http://schemas.microsoft.com/office/drawing/2014/main" id="{E7FC5D72-9388-2D8D-36D5-F8824A932D30}"/>
                    </a:ext>
                  </a:extLst>
                </p:cNvPr>
                <p:cNvSpPr txBox="1">
                  <a:spLocks noRot="1" noChangeAspect="1" noMove="1" noResize="1" noEditPoints="1" noAdjustHandles="1" noChangeArrowheads="1" noChangeShapeType="1" noTextEdit="1"/>
                </p:cNvSpPr>
                <p:nvPr/>
              </p:nvSpPr>
              <p:spPr>
                <a:xfrm>
                  <a:off x="5254515" y="6250084"/>
                  <a:ext cx="448136" cy="276742"/>
                </a:xfrm>
                <a:prstGeom prst="rect">
                  <a:avLst/>
                </a:prstGeom>
                <a:blipFill>
                  <a:blip r:embed="rId7"/>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B74DA364-1281-C366-29F8-7B431BDD2D97}"/>
                    </a:ext>
                  </a:extLst>
                </p:cNvPr>
                <p:cNvSpPr txBox="1"/>
                <p:nvPr/>
              </p:nvSpPr>
              <p:spPr>
                <a:xfrm>
                  <a:off x="6366635" y="6231661"/>
                  <a:ext cx="343940"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i="1" smtClean="0">
                                <a:solidFill>
                                  <a:schemeClr val="bg2"/>
                                </a:solidFill>
                                <a:latin typeface="Cambria Math" panose="02040503050406030204" pitchFamily="18" charset="0"/>
                                <a:ea typeface="+mn-ea"/>
                              </a:rPr>
                            </m:ctrlPr>
                          </m:sSubPr>
                          <m:e>
                            <m:r>
                              <a:rPr lang="en-US" sz="1100" b="0" i="1" smtClean="0">
                                <a:solidFill>
                                  <a:schemeClr val="bg2"/>
                                </a:solidFill>
                                <a:latin typeface="Cambria Math" panose="02040503050406030204" pitchFamily="18" charset="0"/>
                                <a:ea typeface="+mn-ea"/>
                              </a:rPr>
                              <m:t>𝑡</m:t>
                            </m:r>
                          </m:e>
                          <m:sub>
                            <m:r>
                              <a:rPr lang="en-US" sz="1100" b="0" i="1" smtClean="0">
                                <a:solidFill>
                                  <a:schemeClr val="bg2"/>
                                </a:solidFill>
                                <a:latin typeface="Cambria Math" panose="02040503050406030204" pitchFamily="18" charset="0"/>
                                <a:ea typeface="+mn-ea"/>
                              </a:rPr>
                              <m:t>2</m:t>
                            </m:r>
                          </m:sub>
                        </m:sSub>
                      </m:oMath>
                    </m:oMathPara>
                  </a14:m>
                  <a:endParaRPr lang="en-CN" sz="1100">
                    <a:solidFill>
                      <a:schemeClr val="bg2"/>
                    </a:solidFill>
                    <a:latin typeface="+mn-ea"/>
                    <a:ea typeface="+mn-ea"/>
                  </a:endParaRPr>
                </a:p>
              </p:txBody>
            </p:sp>
          </mc:Choice>
          <mc:Fallback xmlns="">
            <p:sp>
              <p:nvSpPr>
                <p:cNvPr id="133" name="TextBox 132">
                  <a:extLst>
                    <a:ext uri="{FF2B5EF4-FFF2-40B4-BE49-F238E27FC236}">
                      <a16:creationId xmlns:a16="http://schemas.microsoft.com/office/drawing/2014/main" id="{B74DA364-1281-C366-29F8-7B431BDD2D97}"/>
                    </a:ext>
                  </a:extLst>
                </p:cNvPr>
                <p:cNvSpPr txBox="1">
                  <a:spLocks noRot="1" noChangeAspect="1" noMove="1" noResize="1" noEditPoints="1" noAdjustHandles="1" noChangeArrowheads="1" noChangeShapeType="1" noTextEdit="1"/>
                </p:cNvSpPr>
                <p:nvPr/>
              </p:nvSpPr>
              <p:spPr>
                <a:xfrm>
                  <a:off x="6366635" y="6231661"/>
                  <a:ext cx="343940" cy="261610"/>
                </a:xfrm>
                <a:prstGeom prst="rect">
                  <a:avLst/>
                </a:prstGeom>
                <a:blipFill>
                  <a:blip r:embed="rId8"/>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38" name="TextBox 137">
                <a:extLst>
                  <a:ext uri="{FF2B5EF4-FFF2-40B4-BE49-F238E27FC236}">
                    <a16:creationId xmlns:a16="http://schemas.microsoft.com/office/drawing/2014/main" id="{EE1846D0-9687-FE90-E7DD-0300555A6D94}"/>
                  </a:ext>
                </a:extLst>
              </p:cNvPr>
              <p:cNvSpPr txBox="1"/>
              <p:nvPr/>
            </p:nvSpPr>
            <p:spPr>
              <a:xfrm>
                <a:off x="447224" y="6257182"/>
                <a:ext cx="30489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i="1" smtClean="0">
                          <a:solidFill>
                            <a:schemeClr val="bg2"/>
                          </a:solidFill>
                          <a:latin typeface="Cambria Math" panose="02040503050406030204" pitchFamily="18" charset="0"/>
                          <a:ea typeface="+mn-ea"/>
                        </a:rPr>
                        <m:t>0</m:t>
                      </m:r>
                    </m:oMath>
                  </m:oMathPara>
                </a14:m>
                <a:endParaRPr lang="en-CN" sz="1100">
                  <a:solidFill>
                    <a:schemeClr val="bg2"/>
                  </a:solidFill>
                  <a:latin typeface="+mn-ea"/>
                  <a:ea typeface="+mn-ea"/>
                </a:endParaRPr>
              </a:p>
            </p:txBody>
          </p:sp>
        </mc:Choice>
        <mc:Fallback xmlns="">
          <p:sp>
            <p:nvSpPr>
              <p:cNvPr id="138" name="TextBox 137">
                <a:extLst>
                  <a:ext uri="{FF2B5EF4-FFF2-40B4-BE49-F238E27FC236}">
                    <a16:creationId xmlns:a16="http://schemas.microsoft.com/office/drawing/2014/main" id="{EE1846D0-9687-FE90-E7DD-0300555A6D94}"/>
                  </a:ext>
                </a:extLst>
              </p:cNvPr>
              <p:cNvSpPr txBox="1">
                <a:spLocks noRot="1" noChangeAspect="1" noMove="1" noResize="1" noEditPoints="1" noAdjustHandles="1" noChangeArrowheads="1" noChangeShapeType="1" noTextEdit="1"/>
              </p:cNvSpPr>
              <p:nvPr/>
            </p:nvSpPr>
            <p:spPr>
              <a:xfrm>
                <a:off x="447224" y="6257182"/>
                <a:ext cx="304891" cy="2616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312341FC-611A-1120-6534-00584EECB826}"/>
                  </a:ext>
                </a:extLst>
              </p:cNvPr>
              <p:cNvSpPr txBox="1"/>
              <p:nvPr/>
            </p:nvSpPr>
            <p:spPr>
              <a:xfrm>
                <a:off x="5979007" y="1699882"/>
                <a:ext cx="3125237" cy="4770537"/>
              </a:xfrm>
              <a:prstGeom prst="rect">
                <a:avLst/>
              </a:prstGeom>
              <a:noFill/>
            </p:spPr>
            <p:txBody>
              <a:bodyPr wrap="square" rtlCol="0">
                <a:spAutoFit/>
              </a:bodyPr>
              <a:lstStyle/>
              <a:p>
                <a:pPr algn="just"/>
                <a:r>
                  <a:rPr lang="en-CN" sz="1900" dirty="0">
                    <a:solidFill>
                      <a:schemeClr val="bg2"/>
                    </a:solidFill>
                    <a:latin typeface="+mn-ea"/>
                    <a:ea typeface="+mn-ea"/>
                  </a:rPr>
                  <a:t>0&lt;</a:t>
                </a:r>
                <a:r>
                  <a:rPr lang="en-US" sz="1900" dirty="0">
                    <a:solidFill>
                      <a:schemeClr val="bg2"/>
                    </a:solidFill>
                    <a:latin typeface="+mn-ea"/>
                    <a:ea typeface="+mn-ea"/>
                  </a:rPr>
                  <a:t> </a:t>
                </a:r>
                <a14:m>
                  <m:oMath xmlns:m="http://schemas.openxmlformats.org/officeDocument/2006/math">
                    <m:r>
                      <a:rPr lang="en-US" sz="1900" i="1">
                        <a:solidFill>
                          <a:schemeClr val="bg2"/>
                        </a:solidFill>
                        <a:latin typeface="Cambria Math" panose="02040503050406030204" pitchFamily="18" charset="0"/>
                        <a:ea typeface="+mn-ea"/>
                      </a:rPr>
                      <m:t>𝑡</m:t>
                    </m:r>
                    <m:r>
                      <a:rPr lang="en-US" sz="1900" i="1">
                        <a:solidFill>
                          <a:schemeClr val="bg2"/>
                        </a:solidFill>
                        <a:latin typeface="Cambria Math" panose="02040503050406030204" pitchFamily="18" charset="0"/>
                        <a:ea typeface="+mn-ea"/>
                      </a:rPr>
                      <m:t> </m:t>
                    </m:r>
                  </m:oMath>
                </a14:m>
                <a:r>
                  <a:rPr lang="en-CN" sz="1900" dirty="0">
                    <a:solidFill>
                      <a:schemeClr val="bg2"/>
                    </a:solidFill>
                    <a:latin typeface="+mn-ea"/>
                    <a:ea typeface="+mn-ea"/>
                  </a:rPr>
                  <a:t>&lt; </a:t>
                </a:r>
                <a14:m>
                  <m:oMath xmlns:m="http://schemas.openxmlformats.org/officeDocument/2006/math">
                    <m:sSub>
                      <m:sSubPr>
                        <m:ctrlPr>
                          <a:rPr lang="en-CN" sz="1900" i="1" smtClean="0">
                            <a:solidFill>
                              <a:schemeClr val="bg2"/>
                            </a:solidFill>
                            <a:latin typeface="Cambria Math" panose="02040503050406030204" pitchFamily="18" charset="0"/>
                            <a:ea typeface="+mn-ea"/>
                          </a:rPr>
                        </m:ctrlPr>
                      </m:sSubPr>
                      <m:e>
                        <m:r>
                          <a:rPr lang="en-US" sz="1900" b="0" i="1" smtClean="0">
                            <a:solidFill>
                              <a:schemeClr val="bg2"/>
                            </a:solidFill>
                            <a:latin typeface="Cambria Math" panose="02040503050406030204" pitchFamily="18" charset="0"/>
                            <a:ea typeface="+mn-ea"/>
                          </a:rPr>
                          <m:t>𝑡</m:t>
                        </m:r>
                      </m:e>
                      <m:sub>
                        <m:r>
                          <a:rPr lang="en-US" sz="1900" b="0" i="1" smtClean="0">
                            <a:solidFill>
                              <a:schemeClr val="bg2"/>
                            </a:solidFill>
                            <a:latin typeface="Cambria Math" panose="02040503050406030204" pitchFamily="18" charset="0"/>
                            <a:ea typeface="+mn-ea"/>
                          </a:rPr>
                          <m:t>0</m:t>
                        </m:r>
                      </m:sub>
                    </m:sSub>
                  </m:oMath>
                </a14:m>
                <a:r>
                  <a:rPr lang="zh-CN" altLang="en-US" sz="1900" dirty="0">
                    <a:solidFill>
                      <a:schemeClr val="bg2"/>
                    </a:solidFill>
                    <a:latin typeface="+mn-ea"/>
                    <a:ea typeface="+mn-ea"/>
                  </a:rPr>
                  <a:t>，雷达脉冲向星下点水面传播。</a:t>
                </a:r>
                <a:endParaRPr lang="en-US" altLang="zh-CN" sz="1900" dirty="0">
                  <a:solidFill>
                    <a:schemeClr val="bg2"/>
                  </a:solidFill>
                  <a:latin typeface="+mn-ea"/>
                  <a:ea typeface="+mn-ea"/>
                </a:endParaRPr>
              </a:p>
              <a:p>
                <a:pPr algn="just"/>
                <a14:m>
                  <m:oMath xmlns:m="http://schemas.openxmlformats.org/officeDocument/2006/math">
                    <m:r>
                      <a:rPr lang="en-US" sz="1900" i="1" smtClean="0">
                        <a:solidFill>
                          <a:schemeClr val="bg2"/>
                        </a:solidFill>
                        <a:latin typeface="Cambria Math" panose="02040503050406030204" pitchFamily="18" charset="0"/>
                        <a:ea typeface="+mn-ea"/>
                      </a:rPr>
                      <m:t>𝑡</m:t>
                    </m:r>
                    <m:r>
                      <a:rPr lang="en-US" altLang="zh-CN" sz="1900" b="0" i="0" smtClean="0">
                        <a:solidFill>
                          <a:schemeClr val="bg2"/>
                        </a:solidFill>
                        <a:latin typeface="Cambria Math" panose="02040503050406030204" pitchFamily="18" charset="0"/>
                        <a:ea typeface="+mn-ea"/>
                      </a:rPr>
                      <m:t>=</m:t>
                    </m:r>
                    <m:sSub>
                      <m:sSubPr>
                        <m:ctrlPr>
                          <a:rPr lang="en-CN" sz="1900" i="1" smtClean="0">
                            <a:solidFill>
                              <a:schemeClr val="bg2"/>
                            </a:solidFill>
                            <a:latin typeface="Cambria Math" panose="02040503050406030204" pitchFamily="18" charset="0"/>
                            <a:ea typeface="+mn-ea"/>
                          </a:rPr>
                        </m:ctrlPr>
                      </m:sSubPr>
                      <m:e>
                        <m:r>
                          <a:rPr lang="en-US" sz="1900" b="0" i="1" smtClean="0">
                            <a:solidFill>
                              <a:schemeClr val="bg2"/>
                            </a:solidFill>
                            <a:latin typeface="Cambria Math" panose="02040503050406030204" pitchFamily="18" charset="0"/>
                            <a:ea typeface="+mn-ea"/>
                          </a:rPr>
                          <m:t>𝑡</m:t>
                        </m:r>
                      </m:e>
                      <m:sub>
                        <m:r>
                          <a:rPr lang="en-US" sz="1900" b="0" i="1" smtClean="0">
                            <a:solidFill>
                              <a:schemeClr val="bg2"/>
                            </a:solidFill>
                            <a:latin typeface="Cambria Math" panose="02040503050406030204" pitchFamily="18" charset="0"/>
                            <a:ea typeface="+mn-ea"/>
                          </a:rPr>
                          <m:t>0</m:t>
                        </m:r>
                      </m:sub>
                    </m:sSub>
                  </m:oMath>
                </a14:m>
                <a:r>
                  <a:rPr lang="zh-CN" altLang="en-US" sz="1900" dirty="0">
                    <a:solidFill>
                      <a:schemeClr val="bg2"/>
                    </a:solidFill>
                    <a:latin typeface="+mn-ea"/>
                    <a:ea typeface="+mn-ea"/>
                  </a:rPr>
                  <a:t>，雷达脉冲前缘接触水面，同时脉冲信号前缘返回雷达接收机。</a:t>
                </a:r>
                <a:endParaRPr lang="en-US" altLang="zh-CN" sz="1900" dirty="0">
                  <a:solidFill>
                    <a:schemeClr val="bg2"/>
                  </a:solidFill>
                  <a:latin typeface="+mn-ea"/>
                  <a:ea typeface="+mn-ea"/>
                </a:endParaRPr>
              </a:p>
              <a:p>
                <a:pPr algn="just"/>
                <a14:m>
                  <m:oMath xmlns:m="http://schemas.openxmlformats.org/officeDocument/2006/math">
                    <m:sSub>
                      <m:sSubPr>
                        <m:ctrlPr>
                          <a:rPr lang="en-CN" sz="1900" i="1">
                            <a:solidFill>
                              <a:schemeClr val="bg2"/>
                            </a:solidFill>
                            <a:latin typeface="Cambria Math" panose="02040503050406030204" pitchFamily="18" charset="0"/>
                            <a:ea typeface="+mn-ea"/>
                          </a:rPr>
                        </m:ctrlPr>
                      </m:sSubPr>
                      <m:e>
                        <m:r>
                          <a:rPr lang="en-US" sz="1900" i="1">
                            <a:solidFill>
                              <a:schemeClr val="bg2"/>
                            </a:solidFill>
                            <a:latin typeface="Cambria Math" panose="02040503050406030204" pitchFamily="18" charset="0"/>
                            <a:ea typeface="+mn-ea"/>
                          </a:rPr>
                          <m:t>𝑡</m:t>
                        </m:r>
                      </m:e>
                      <m:sub>
                        <m:r>
                          <a:rPr lang="en-US" sz="1900" i="1">
                            <a:solidFill>
                              <a:schemeClr val="bg2"/>
                            </a:solidFill>
                            <a:latin typeface="Cambria Math" panose="02040503050406030204" pitchFamily="18" charset="0"/>
                            <a:ea typeface="+mn-ea"/>
                          </a:rPr>
                          <m:t>0</m:t>
                        </m:r>
                      </m:sub>
                    </m:sSub>
                  </m:oMath>
                </a14:m>
                <a:r>
                  <a:rPr lang="en-CN" sz="1900" dirty="0">
                    <a:solidFill>
                      <a:schemeClr val="bg2"/>
                    </a:solidFill>
                    <a:latin typeface="+mn-ea"/>
                    <a:ea typeface="+mn-ea"/>
                  </a:rPr>
                  <a:t>&lt; </a:t>
                </a:r>
                <a14:m>
                  <m:oMath xmlns:m="http://schemas.openxmlformats.org/officeDocument/2006/math">
                    <m:r>
                      <a:rPr lang="en-US" sz="1900" i="1" smtClean="0">
                        <a:solidFill>
                          <a:schemeClr val="bg2"/>
                        </a:solidFill>
                        <a:latin typeface="Cambria Math" panose="02040503050406030204" pitchFamily="18" charset="0"/>
                        <a:ea typeface="+mn-ea"/>
                      </a:rPr>
                      <m:t>𝑡</m:t>
                    </m:r>
                    <m:r>
                      <a:rPr lang="en-US" sz="1900" i="1" smtClean="0">
                        <a:solidFill>
                          <a:schemeClr val="bg2"/>
                        </a:solidFill>
                        <a:latin typeface="Cambria Math" panose="02040503050406030204" pitchFamily="18" charset="0"/>
                        <a:ea typeface="+mn-ea"/>
                      </a:rPr>
                      <m:t> </m:t>
                    </m:r>
                  </m:oMath>
                </a14:m>
                <a:r>
                  <a:rPr lang="en-CN" sz="1900" dirty="0">
                    <a:solidFill>
                      <a:schemeClr val="bg2"/>
                    </a:solidFill>
                    <a:latin typeface="+mn-ea"/>
                    <a:ea typeface="+mn-ea"/>
                  </a:rPr>
                  <a:t>&lt; </a:t>
                </a:r>
                <a14:m>
                  <m:oMath xmlns:m="http://schemas.openxmlformats.org/officeDocument/2006/math">
                    <m:sSub>
                      <m:sSubPr>
                        <m:ctrlPr>
                          <a:rPr lang="en-CN" sz="1900" i="1" smtClean="0">
                            <a:solidFill>
                              <a:schemeClr val="bg2"/>
                            </a:solidFill>
                            <a:latin typeface="Cambria Math" panose="02040503050406030204" pitchFamily="18" charset="0"/>
                            <a:ea typeface="+mn-ea"/>
                          </a:rPr>
                        </m:ctrlPr>
                      </m:sSubPr>
                      <m:e>
                        <m:r>
                          <a:rPr lang="en-US" sz="1900" b="0" i="1" smtClean="0">
                            <a:solidFill>
                              <a:schemeClr val="bg2"/>
                            </a:solidFill>
                            <a:latin typeface="Cambria Math" panose="02040503050406030204" pitchFamily="18" charset="0"/>
                            <a:ea typeface="+mn-ea"/>
                          </a:rPr>
                          <m:t>𝑡</m:t>
                        </m:r>
                      </m:e>
                      <m:sub>
                        <m:r>
                          <a:rPr lang="en-US" sz="1900" b="0" i="1" smtClean="0">
                            <a:solidFill>
                              <a:schemeClr val="bg2"/>
                            </a:solidFill>
                            <a:latin typeface="Cambria Math" panose="02040503050406030204" pitchFamily="18" charset="0"/>
                            <a:ea typeface="+mn-ea"/>
                          </a:rPr>
                          <m:t>1</m:t>
                        </m:r>
                      </m:sub>
                    </m:sSub>
                  </m:oMath>
                </a14:m>
                <a:r>
                  <a:rPr lang="zh-CN" altLang="en-US" sz="1900" dirty="0">
                    <a:solidFill>
                      <a:schemeClr val="bg2"/>
                    </a:solidFill>
                    <a:latin typeface="+mn-ea"/>
                    <a:ea typeface="+mn-ea"/>
                  </a:rPr>
                  <a:t>，雷达脉冲信号持续进入水面，信号在水面足迹变大。</a:t>
                </a:r>
                <a:endParaRPr lang="en-US" sz="1900" dirty="0">
                  <a:solidFill>
                    <a:schemeClr val="bg2"/>
                  </a:solidFill>
                  <a:latin typeface="+mn-ea"/>
                  <a:ea typeface="+mn-ea"/>
                </a:endParaRPr>
              </a:p>
              <a:p>
                <a:pPr algn="just"/>
                <a14:m>
                  <m:oMath xmlns:m="http://schemas.openxmlformats.org/officeDocument/2006/math">
                    <m:r>
                      <a:rPr lang="en-US" sz="1900" i="1" smtClean="0">
                        <a:solidFill>
                          <a:schemeClr val="bg2"/>
                        </a:solidFill>
                        <a:latin typeface="Cambria Math" panose="02040503050406030204" pitchFamily="18" charset="0"/>
                        <a:ea typeface="+mn-ea"/>
                      </a:rPr>
                      <m:t>𝑡</m:t>
                    </m:r>
                    <m:r>
                      <a:rPr lang="en-US" sz="1900" i="1" smtClean="0">
                        <a:solidFill>
                          <a:schemeClr val="bg2"/>
                        </a:solidFill>
                        <a:latin typeface="Cambria Math" panose="02040503050406030204" pitchFamily="18" charset="0"/>
                        <a:ea typeface="+mn-ea"/>
                      </a:rPr>
                      <m:t> </m:t>
                    </m:r>
                  </m:oMath>
                </a14:m>
                <a:r>
                  <a:rPr lang="en-US" altLang="zh-CN" sz="1900" dirty="0">
                    <a:solidFill>
                      <a:schemeClr val="bg2"/>
                    </a:solidFill>
                    <a:latin typeface="+mn-ea"/>
                    <a:ea typeface="+mn-ea"/>
                  </a:rPr>
                  <a:t>=</a:t>
                </a:r>
                <a:r>
                  <a:rPr lang="zh-CN" altLang="en-US" sz="1900" dirty="0">
                    <a:solidFill>
                      <a:schemeClr val="bg2"/>
                    </a:solidFill>
                    <a:latin typeface="+mn-ea"/>
                    <a:ea typeface="+mn-ea"/>
                  </a:rPr>
                  <a:t> </a:t>
                </a:r>
                <a14:m>
                  <m:oMath xmlns:m="http://schemas.openxmlformats.org/officeDocument/2006/math">
                    <m:sSub>
                      <m:sSubPr>
                        <m:ctrlPr>
                          <a:rPr lang="en-CN" sz="1900" i="1" smtClean="0">
                            <a:solidFill>
                              <a:schemeClr val="bg2"/>
                            </a:solidFill>
                            <a:latin typeface="Cambria Math" panose="02040503050406030204" pitchFamily="18" charset="0"/>
                            <a:ea typeface="+mn-ea"/>
                          </a:rPr>
                        </m:ctrlPr>
                      </m:sSubPr>
                      <m:e>
                        <m:r>
                          <a:rPr lang="en-US" sz="1900" b="0" i="1" smtClean="0">
                            <a:solidFill>
                              <a:schemeClr val="bg2"/>
                            </a:solidFill>
                            <a:latin typeface="Cambria Math" panose="02040503050406030204" pitchFamily="18" charset="0"/>
                            <a:ea typeface="+mn-ea"/>
                          </a:rPr>
                          <m:t>𝑡</m:t>
                        </m:r>
                      </m:e>
                      <m:sub>
                        <m:r>
                          <a:rPr lang="en-US" sz="1900" b="0" i="1" smtClean="0">
                            <a:solidFill>
                              <a:schemeClr val="bg2"/>
                            </a:solidFill>
                            <a:latin typeface="Cambria Math" panose="02040503050406030204" pitchFamily="18" charset="0"/>
                            <a:ea typeface="+mn-ea"/>
                          </a:rPr>
                          <m:t>1</m:t>
                        </m:r>
                      </m:sub>
                    </m:sSub>
                  </m:oMath>
                </a14:m>
                <a:r>
                  <a:rPr lang="zh-CN" altLang="en-US" sz="1900" dirty="0">
                    <a:solidFill>
                      <a:schemeClr val="bg2"/>
                    </a:solidFill>
                    <a:latin typeface="+mn-ea"/>
                    <a:ea typeface="+mn-ea"/>
                  </a:rPr>
                  <a:t>，雷达脉冲信号后缘进入水面，信号在水面形成圆盘，足迹达到最大。</a:t>
                </a:r>
                <a:endParaRPr lang="en-US" sz="1900" dirty="0">
                  <a:solidFill>
                    <a:schemeClr val="bg2"/>
                  </a:solidFill>
                  <a:latin typeface="+mn-ea"/>
                  <a:ea typeface="+mn-ea"/>
                </a:endParaRPr>
              </a:p>
              <a:p>
                <a:pPr algn="just"/>
                <a14:m>
                  <m:oMath xmlns:m="http://schemas.openxmlformats.org/officeDocument/2006/math">
                    <m:sSub>
                      <m:sSubPr>
                        <m:ctrlPr>
                          <a:rPr lang="en-CN" sz="1900" i="1" smtClean="0">
                            <a:solidFill>
                              <a:schemeClr val="bg2"/>
                            </a:solidFill>
                            <a:latin typeface="Cambria Math" panose="02040503050406030204" pitchFamily="18" charset="0"/>
                            <a:ea typeface="+mn-ea"/>
                          </a:rPr>
                        </m:ctrlPr>
                      </m:sSubPr>
                      <m:e>
                        <m:r>
                          <a:rPr lang="en-US" sz="1900" i="1">
                            <a:solidFill>
                              <a:schemeClr val="bg2"/>
                            </a:solidFill>
                            <a:latin typeface="Cambria Math" panose="02040503050406030204" pitchFamily="18" charset="0"/>
                            <a:ea typeface="+mn-ea"/>
                          </a:rPr>
                          <m:t>𝑡</m:t>
                        </m:r>
                      </m:e>
                      <m:sub>
                        <m:r>
                          <a:rPr lang="en-US" altLang="zh-CN" sz="1900" b="0" i="1" smtClean="0">
                            <a:solidFill>
                              <a:schemeClr val="bg2"/>
                            </a:solidFill>
                            <a:latin typeface="Cambria Math" panose="02040503050406030204" pitchFamily="18" charset="0"/>
                            <a:ea typeface="+mn-ea"/>
                          </a:rPr>
                          <m:t>1</m:t>
                        </m:r>
                      </m:sub>
                    </m:sSub>
                  </m:oMath>
                </a14:m>
                <a:r>
                  <a:rPr lang="en-CN" sz="1900" dirty="0">
                    <a:solidFill>
                      <a:schemeClr val="bg2"/>
                    </a:solidFill>
                    <a:latin typeface="+mn-ea"/>
                    <a:ea typeface="+mn-ea"/>
                  </a:rPr>
                  <a:t>&lt; </a:t>
                </a:r>
                <a14:m>
                  <m:oMath xmlns:m="http://schemas.openxmlformats.org/officeDocument/2006/math">
                    <m:r>
                      <a:rPr lang="en-US" sz="1900" i="1" smtClean="0">
                        <a:solidFill>
                          <a:schemeClr val="bg2"/>
                        </a:solidFill>
                        <a:latin typeface="Cambria Math" panose="02040503050406030204" pitchFamily="18" charset="0"/>
                        <a:ea typeface="+mn-ea"/>
                      </a:rPr>
                      <m:t>𝑡</m:t>
                    </m:r>
                    <m:r>
                      <a:rPr lang="en-US" sz="1900" i="1" smtClean="0">
                        <a:solidFill>
                          <a:schemeClr val="bg2"/>
                        </a:solidFill>
                        <a:latin typeface="Cambria Math" panose="02040503050406030204" pitchFamily="18" charset="0"/>
                        <a:ea typeface="+mn-ea"/>
                      </a:rPr>
                      <m:t> </m:t>
                    </m:r>
                  </m:oMath>
                </a14:m>
                <a:r>
                  <a:rPr lang="en-CN" sz="1900" dirty="0">
                    <a:solidFill>
                      <a:schemeClr val="bg2"/>
                    </a:solidFill>
                    <a:latin typeface="+mn-ea"/>
                    <a:ea typeface="+mn-ea"/>
                  </a:rPr>
                  <a:t>&lt; </a:t>
                </a:r>
                <a14:m>
                  <m:oMath xmlns:m="http://schemas.openxmlformats.org/officeDocument/2006/math">
                    <m:sSub>
                      <m:sSubPr>
                        <m:ctrlPr>
                          <a:rPr lang="en-CN" sz="1900" i="1" smtClean="0">
                            <a:solidFill>
                              <a:schemeClr val="bg2"/>
                            </a:solidFill>
                            <a:latin typeface="Cambria Math" panose="02040503050406030204" pitchFamily="18" charset="0"/>
                            <a:ea typeface="+mn-ea"/>
                          </a:rPr>
                        </m:ctrlPr>
                      </m:sSubPr>
                      <m:e>
                        <m:r>
                          <a:rPr lang="en-US" sz="1900" b="0" i="1" smtClean="0">
                            <a:solidFill>
                              <a:schemeClr val="bg2"/>
                            </a:solidFill>
                            <a:latin typeface="Cambria Math" panose="02040503050406030204" pitchFamily="18" charset="0"/>
                            <a:ea typeface="+mn-ea"/>
                          </a:rPr>
                          <m:t>𝑡</m:t>
                        </m:r>
                      </m:e>
                      <m:sub>
                        <m:r>
                          <a:rPr lang="en-US" altLang="zh-CN" sz="1900" b="0" i="1" smtClean="0">
                            <a:solidFill>
                              <a:schemeClr val="bg2"/>
                            </a:solidFill>
                            <a:latin typeface="Cambria Math" panose="02040503050406030204" pitchFamily="18" charset="0"/>
                            <a:ea typeface="+mn-ea"/>
                          </a:rPr>
                          <m:t>2</m:t>
                        </m:r>
                      </m:sub>
                    </m:sSub>
                  </m:oMath>
                </a14:m>
                <a:r>
                  <a:rPr lang="zh-CN" altLang="en-US" sz="1900" dirty="0">
                    <a:solidFill>
                      <a:schemeClr val="bg2"/>
                    </a:solidFill>
                    <a:latin typeface="+mn-ea"/>
                    <a:ea typeface="+mn-ea"/>
                  </a:rPr>
                  <a:t>，雷达脉冲信号的水面足迹退化为圆环，在此期间，圆环面积保持不变。</a:t>
                </a:r>
                <a:endParaRPr lang="en-US" sz="1900" dirty="0">
                  <a:solidFill>
                    <a:schemeClr val="bg2"/>
                  </a:solidFill>
                  <a:latin typeface="+mn-ea"/>
                  <a:ea typeface="+mn-ea"/>
                </a:endParaRPr>
              </a:p>
            </p:txBody>
          </p:sp>
        </mc:Choice>
        <mc:Fallback xmlns="">
          <p:sp>
            <p:nvSpPr>
              <p:cNvPr id="139" name="TextBox 138">
                <a:extLst>
                  <a:ext uri="{FF2B5EF4-FFF2-40B4-BE49-F238E27FC236}">
                    <a16:creationId xmlns:a16="http://schemas.microsoft.com/office/drawing/2014/main" id="{312341FC-611A-1120-6534-00584EECB826}"/>
                  </a:ext>
                </a:extLst>
              </p:cNvPr>
              <p:cNvSpPr txBox="1">
                <a:spLocks noRot="1" noChangeAspect="1" noMove="1" noResize="1" noEditPoints="1" noAdjustHandles="1" noChangeArrowheads="1" noChangeShapeType="1" noTextEdit="1"/>
              </p:cNvSpPr>
              <p:nvPr/>
            </p:nvSpPr>
            <p:spPr>
              <a:xfrm>
                <a:off x="5979007" y="1699882"/>
                <a:ext cx="3125237" cy="4770537"/>
              </a:xfrm>
              <a:prstGeom prst="rect">
                <a:avLst/>
              </a:prstGeom>
              <a:blipFill>
                <a:blip r:embed="rId10"/>
                <a:stretch>
                  <a:fillRect l="-1953" t="-767" r="-9570" b="-12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9911748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814FF4E1-B17F-D4F8-E834-173BA3B0D059}"/>
              </a:ext>
            </a:extLst>
          </p:cNvPr>
          <p:cNvSpPr txBox="1"/>
          <p:nvPr/>
        </p:nvSpPr>
        <p:spPr>
          <a:xfrm>
            <a:off x="390941" y="826981"/>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波形重追踪概念</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10943A92-9E22-44EA-2939-C64F8E264329}"/>
              </a:ext>
            </a:extLst>
          </p:cNvPr>
          <p:cNvSpPr txBox="1"/>
          <p:nvPr/>
        </p:nvSpPr>
        <p:spPr>
          <a:xfrm>
            <a:off x="404193" y="1476238"/>
            <a:ext cx="8348866" cy="3905043"/>
          </a:xfrm>
          <a:prstGeom prst="rect">
            <a:avLst/>
          </a:prstGeom>
          <a:noFill/>
        </p:spPr>
        <p:txBody>
          <a:bodyPr wrap="square">
            <a:spAutoFit/>
          </a:bodyPr>
          <a:lstStyle/>
          <a:p>
            <a:pPr algn="just">
              <a:lnSpc>
                <a:spcPct val="150000"/>
              </a:lnSpc>
            </a:pPr>
            <a:r>
              <a:rPr lang="zh-CN" altLang="en-US" dirty="0">
                <a:solidFill>
                  <a:srgbClr val="000000"/>
                </a:solidFill>
                <a:latin typeface="+mn-ea"/>
                <a:ea typeface="+mn-ea"/>
              </a:rPr>
              <a:t>﻿波形重追踪最初是基于冰盖表面高程计算提出的（</a:t>
            </a:r>
            <a:r>
              <a:rPr lang="en-US" altLang="zh-CN" dirty="0">
                <a:solidFill>
                  <a:srgbClr val="000000"/>
                </a:solidFill>
                <a:latin typeface="+mn-ea"/>
                <a:ea typeface="+mn-ea"/>
              </a:rPr>
              <a:t>Martin et al., 1983</a:t>
            </a:r>
            <a:r>
              <a:rPr lang="zh-CN" altLang="en-US" dirty="0">
                <a:solidFill>
                  <a:srgbClr val="000000"/>
                </a:solidFill>
                <a:latin typeface="+mn-ea"/>
                <a:ea typeface="+mn-ea"/>
              </a:rPr>
              <a:t>），是指当星载雷达高度计处于非纯海洋面，如冰面、海</a:t>
            </a:r>
            <a:r>
              <a:rPr lang="en-US" altLang="zh-CN" dirty="0">
                <a:solidFill>
                  <a:srgbClr val="000000"/>
                </a:solidFill>
                <a:latin typeface="+mn-ea"/>
                <a:ea typeface="+mn-ea"/>
              </a:rPr>
              <a:t>-</a:t>
            </a:r>
            <a:r>
              <a:rPr lang="zh-CN" altLang="en-US" dirty="0">
                <a:solidFill>
                  <a:srgbClr val="000000"/>
                </a:solidFill>
                <a:latin typeface="+mn-ea"/>
                <a:ea typeface="+mn-ea"/>
              </a:rPr>
              <a:t>冰、陆</a:t>
            </a:r>
            <a:r>
              <a:rPr lang="en-US" altLang="zh-CN" dirty="0">
                <a:solidFill>
                  <a:srgbClr val="000000"/>
                </a:solidFill>
                <a:latin typeface="+mn-ea"/>
                <a:ea typeface="+mn-ea"/>
              </a:rPr>
              <a:t>-</a:t>
            </a:r>
            <a:r>
              <a:rPr lang="zh-CN" altLang="en-US" dirty="0">
                <a:solidFill>
                  <a:srgbClr val="000000"/>
                </a:solidFill>
                <a:latin typeface="+mn-ea"/>
                <a:ea typeface="+mn-ea"/>
              </a:rPr>
              <a:t>海、或者陆面时，高度计的回波波形会产生变形，导致观测距离不准确，此时就需要重新确定波形及距离阀门（跟踪点）的位置，即对高度计数据进行后处理以获取精确的距离观测值。因此，</a:t>
            </a:r>
            <a:r>
              <a:rPr lang="zh-CN" altLang="en-US" b="1" dirty="0">
                <a:solidFill>
                  <a:srgbClr val="000000"/>
                </a:solidFill>
                <a:latin typeface="+mn-ea"/>
                <a:ea typeface="+mn-ea"/>
              </a:rPr>
              <a:t>将此后处理过程称为波形重追踪或波形重构。</a:t>
            </a:r>
            <a:endParaRPr lang="en-US" altLang="zh-CN" b="1" dirty="0">
              <a:solidFill>
                <a:srgbClr val="000000"/>
              </a:solidFill>
              <a:latin typeface="+mn-ea"/>
              <a:ea typeface="+mn-ea"/>
            </a:endParaRPr>
          </a:p>
        </p:txBody>
      </p:sp>
      <p:sp>
        <p:nvSpPr>
          <p:cNvPr id="5" name="文本框 4">
            <a:extLst>
              <a:ext uri="{FF2B5EF4-FFF2-40B4-BE49-F238E27FC236}">
                <a16:creationId xmlns:a16="http://schemas.microsoft.com/office/drawing/2014/main" id="{9E93531E-F058-2C69-A95A-DD1D12FF1627}"/>
              </a:ext>
            </a:extLst>
          </p:cNvPr>
          <p:cNvSpPr txBox="1"/>
          <p:nvPr/>
        </p:nvSpPr>
        <p:spPr>
          <a:xfrm>
            <a:off x="119269" y="5951407"/>
            <a:ext cx="8905461" cy="830997"/>
          </a:xfrm>
          <a:prstGeom prst="rect">
            <a:avLst/>
          </a:prstGeom>
          <a:noFill/>
        </p:spPr>
        <p:txBody>
          <a:bodyPr wrap="square">
            <a:spAutoFit/>
          </a:bodyPr>
          <a:lstStyle/>
          <a:p>
            <a:pPr algn="just"/>
            <a:r>
              <a:rPr lang="zh-CN" altLang="en-US" sz="1600" dirty="0">
                <a:solidFill>
                  <a:srgbClr val="0070C0"/>
                </a:solidFill>
              </a:rPr>
              <a:t>Martin T V , Zwally H J , Brenner A C ,et al.Analysis and retracking of continental ice sheet radar altimeter waveforms[J].Journal of Geophysical Research Oceans, 1983, 88(C3):1608-1616.DOI:10.1029/JC088iC03p01608.</a:t>
            </a:r>
          </a:p>
        </p:txBody>
      </p:sp>
    </p:spTree>
    <p:extLst>
      <p:ext uri="{BB962C8B-B14F-4D97-AF65-F5344CB8AC3E}">
        <p14:creationId xmlns:p14="http://schemas.microsoft.com/office/powerpoint/2010/main" val="372326401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CB43-90DE-7451-EF95-3BDCA348584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D1B88D4-69A8-12DA-0853-B526765C44F2}"/>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77EA32E0-4BC9-9ACA-5B41-C8632E7CB9F7}"/>
              </a:ext>
            </a:extLst>
          </p:cNvPr>
          <p:cNvSpPr txBox="1"/>
          <p:nvPr/>
        </p:nvSpPr>
        <p:spPr>
          <a:xfrm>
            <a:off x="390941" y="780599"/>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波形重追踪概念</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43CC0EDC-1F23-3660-04E4-C4A18ED333EE}"/>
              </a:ext>
            </a:extLst>
          </p:cNvPr>
          <p:cNvSpPr txBox="1"/>
          <p:nvPr/>
        </p:nvSpPr>
        <p:spPr>
          <a:xfrm>
            <a:off x="404193" y="1394562"/>
            <a:ext cx="8420628" cy="1689052"/>
          </a:xfrm>
          <a:prstGeom prst="rect">
            <a:avLst/>
          </a:prstGeom>
          <a:noFill/>
        </p:spPr>
        <p:txBody>
          <a:bodyPr wrap="square">
            <a:spAutoFit/>
          </a:bodyPr>
          <a:lstStyle/>
          <a:p>
            <a:pPr algn="just">
              <a:lnSpc>
                <a:spcPct val="150000"/>
              </a:lnSpc>
            </a:pPr>
            <a:r>
              <a:rPr lang="zh-CN" altLang="en-US" dirty="0">
                <a:solidFill>
                  <a:srgbClr val="000000"/>
                </a:solidFill>
                <a:latin typeface="+mn-ea"/>
                <a:ea typeface="+mn-ea"/>
              </a:rPr>
              <a:t>﻿波形重跟踪即</a:t>
            </a:r>
            <a:r>
              <a:rPr lang="zh-CN" altLang="en-US" b="1" dirty="0">
                <a:solidFill>
                  <a:srgbClr val="000000"/>
                </a:solidFill>
                <a:latin typeface="+mn-ea"/>
                <a:ea typeface="+mn-ea"/>
              </a:rPr>
              <a:t>计算预设跟踪点与重跟踪点之间的距离</a:t>
            </a:r>
            <a:r>
              <a:rPr lang="zh-CN" altLang="en-US" dirty="0">
                <a:solidFill>
                  <a:srgbClr val="000000"/>
                </a:solidFill>
                <a:latin typeface="+mn-ea"/>
                <a:ea typeface="+mn-ea"/>
              </a:rPr>
              <a:t>，由于波形受到反射面影响，预设跟踪点与实际波形前缘中点（实际跟踪点）存在偏差，两点间的差异即为波形重跟踪距离改正。</a:t>
            </a:r>
            <a:endParaRPr lang="en-US" altLang="zh-CN" dirty="0">
              <a:solidFill>
                <a:srgbClr val="000000"/>
              </a:solidFill>
              <a:latin typeface="+mn-ea"/>
              <a:ea typeface="+mn-ea"/>
            </a:endParaRPr>
          </a:p>
        </p:txBody>
      </p:sp>
      <p:cxnSp>
        <p:nvCxnSpPr>
          <p:cNvPr id="5" name="直接连接符 4">
            <a:extLst>
              <a:ext uri="{FF2B5EF4-FFF2-40B4-BE49-F238E27FC236}">
                <a16:creationId xmlns:a16="http://schemas.microsoft.com/office/drawing/2014/main" id="{35E74593-E017-CF8F-A99B-E4927288426A}"/>
              </a:ext>
            </a:extLst>
          </p:cNvPr>
          <p:cNvCxnSpPr>
            <a:cxnSpLocks/>
          </p:cNvCxnSpPr>
          <p:nvPr/>
        </p:nvCxnSpPr>
        <p:spPr bwMode="auto">
          <a:xfrm>
            <a:off x="3633391" y="3487584"/>
            <a:ext cx="18067" cy="2210061"/>
          </a:xfrm>
          <a:prstGeom prst="line">
            <a:avLst/>
          </a:prstGeom>
          <a:ln w="28575">
            <a:solidFill>
              <a:srgbClr val="269FA0"/>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60" name="Group 59">
            <a:extLst>
              <a:ext uri="{FF2B5EF4-FFF2-40B4-BE49-F238E27FC236}">
                <a16:creationId xmlns:a16="http://schemas.microsoft.com/office/drawing/2014/main" id="{AF3B08FD-7385-D786-9C26-B064E522A2A5}"/>
              </a:ext>
            </a:extLst>
          </p:cNvPr>
          <p:cNvGrpSpPr/>
          <p:nvPr/>
        </p:nvGrpSpPr>
        <p:grpSpPr>
          <a:xfrm>
            <a:off x="1599357" y="3225799"/>
            <a:ext cx="5834617" cy="3492605"/>
            <a:chOff x="1388884" y="4321270"/>
            <a:chExt cx="5979195" cy="2274124"/>
          </a:xfrm>
        </p:grpSpPr>
        <p:grpSp>
          <p:nvGrpSpPr>
            <p:cNvPr id="18" name="Group 17">
              <a:extLst>
                <a:ext uri="{FF2B5EF4-FFF2-40B4-BE49-F238E27FC236}">
                  <a16:creationId xmlns:a16="http://schemas.microsoft.com/office/drawing/2014/main" id="{1091B69F-A1A5-4496-C1D1-10A4842D32AE}"/>
                </a:ext>
              </a:extLst>
            </p:cNvPr>
            <p:cNvGrpSpPr/>
            <p:nvPr/>
          </p:nvGrpSpPr>
          <p:grpSpPr>
            <a:xfrm>
              <a:off x="1388884" y="4321270"/>
              <a:ext cx="5979195" cy="2001958"/>
              <a:chOff x="255835" y="4512270"/>
              <a:chExt cx="5979195" cy="2144223"/>
            </a:xfrm>
          </p:grpSpPr>
          <p:cxnSp>
            <p:nvCxnSpPr>
              <p:cNvPr id="30" name="Straight Arrow Connector 29">
                <a:extLst>
                  <a:ext uri="{FF2B5EF4-FFF2-40B4-BE49-F238E27FC236}">
                    <a16:creationId xmlns:a16="http://schemas.microsoft.com/office/drawing/2014/main" id="{26C5FF93-F7F6-4134-2836-7037DEFB5B4D}"/>
                  </a:ext>
                </a:extLst>
              </p:cNvPr>
              <p:cNvCxnSpPr>
                <a:cxnSpLocks/>
              </p:cNvCxnSpPr>
              <p:nvPr/>
            </p:nvCxnSpPr>
            <p:spPr bwMode="auto">
              <a:xfrm>
                <a:off x="842636" y="6424506"/>
                <a:ext cx="5230905"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60E905C7-DE14-39E8-2099-3EF3AA54E833}"/>
                  </a:ext>
                </a:extLst>
              </p:cNvPr>
              <p:cNvCxnSpPr>
                <a:cxnSpLocks/>
              </p:cNvCxnSpPr>
              <p:nvPr/>
            </p:nvCxnSpPr>
            <p:spPr bwMode="auto">
              <a:xfrm flipV="1">
                <a:off x="842636" y="4512270"/>
                <a:ext cx="0" cy="191223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1369311-1423-5BFB-9698-B2DE9D05E222}"/>
                  </a:ext>
                </a:extLst>
              </p:cNvPr>
              <p:cNvSpPr txBox="1"/>
              <p:nvPr/>
            </p:nvSpPr>
            <p:spPr>
              <a:xfrm>
                <a:off x="255835" y="4560969"/>
                <a:ext cx="609781" cy="236106"/>
              </a:xfrm>
              <a:prstGeom prst="rect">
                <a:avLst/>
              </a:prstGeom>
              <a:noFill/>
            </p:spPr>
            <p:txBody>
              <a:bodyPr wrap="none" rtlCol="0">
                <a:spAutoFit/>
              </a:bodyPr>
              <a:lstStyle/>
              <a:p>
                <a:r>
                  <a:rPr lang="en-CN" sz="1600" b="1">
                    <a:solidFill>
                      <a:schemeClr val="bg2"/>
                    </a:solidFill>
                    <a:latin typeface="+mn-ea"/>
                    <a:ea typeface="+mn-ea"/>
                  </a:rPr>
                  <a:t>功率</a:t>
                </a:r>
              </a:p>
            </p:txBody>
          </p:sp>
          <p:sp>
            <p:nvSpPr>
              <p:cNvPr id="33" name="TextBox 32">
                <a:extLst>
                  <a:ext uri="{FF2B5EF4-FFF2-40B4-BE49-F238E27FC236}">
                    <a16:creationId xmlns:a16="http://schemas.microsoft.com/office/drawing/2014/main" id="{A2C7C78F-2BE2-6FDC-104B-0F90405907A5}"/>
                  </a:ext>
                </a:extLst>
              </p:cNvPr>
              <p:cNvSpPr txBox="1"/>
              <p:nvPr/>
            </p:nvSpPr>
            <p:spPr>
              <a:xfrm>
                <a:off x="5625249" y="6420387"/>
                <a:ext cx="609781" cy="236106"/>
              </a:xfrm>
              <a:prstGeom prst="rect">
                <a:avLst/>
              </a:prstGeom>
              <a:noFill/>
            </p:spPr>
            <p:txBody>
              <a:bodyPr wrap="none" rtlCol="0">
                <a:spAutoFit/>
              </a:bodyPr>
              <a:lstStyle/>
              <a:p>
                <a:r>
                  <a:rPr lang="en-CN" sz="1600" b="1">
                    <a:solidFill>
                      <a:schemeClr val="bg2"/>
                    </a:solidFill>
                    <a:latin typeface="+mn-ea"/>
                    <a:ea typeface="+mn-ea"/>
                  </a:rPr>
                  <a:t>时间</a:t>
                </a:r>
              </a:p>
            </p:txBody>
          </p:sp>
          <p:sp>
            <p:nvSpPr>
              <p:cNvPr id="34" name="Oval 33">
                <a:extLst>
                  <a:ext uri="{FF2B5EF4-FFF2-40B4-BE49-F238E27FC236}">
                    <a16:creationId xmlns:a16="http://schemas.microsoft.com/office/drawing/2014/main" id="{A71E8040-4E06-6A8F-4EB5-ED7CEE1A853C}"/>
                  </a:ext>
                </a:extLst>
              </p:cNvPr>
              <p:cNvSpPr/>
              <p:nvPr/>
            </p:nvSpPr>
            <p:spPr>
              <a:xfrm>
                <a:off x="1336414" y="6112379"/>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5" name="Oval 34">
                <a:extLst>
                  <a:ext uri="{FF2B5EF4-FFF2-40B4-BE49-F238E27FC236}">
                    <a16:creationId xmlns:a16="http://schemas.microsoft.com/office/drawing/2014/main" id="{EB6B8ADD-74C9-741C-C681-BE0FA317AE14}"/>
                  </a:ext>
                </a:extLst>
              </p:cNvPr>
              <p:cNvSpPr/>
              <p:nvPr/>
            </p:nvSpPr>
            <p:spPr>
              <a:xfrm>
                <a:off x="2313355" y="5578936"/>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6" name="Oval 35">
                <a:extLst>
                  <a:ext uri="{FF2B5EF4-FFF2-40B4-BE49-F238E27FC236}">
                    <a16:creationId xmlns:a16="http://schemas.microsoft.com/office/drawing/2014/main" id="{8D1F1277-93D6-1A72-7C32-CE832051FA5D}"/>
                  </a:ext>
                </a:extLst>
              </p:cNvPr>
              <p:cNvSpPr/>
              <p:nvPr/>
            </p:nvSpPr>
            <p:spPr>
              <a:xfrm>
                <a:off x="3320181" y="4757301"/>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7" name="Oval 36">
                <a:extLst>
                  <a:ext uri="{FF2B5EF4-FFF2-40B4-BE49-F238E27FC236}">
                    <a16:creationId xmlns:a16="http://schemas.microsoft.com/office/drawing/2014/main" id="{86ABD933-C73E-3DD7-7211-A3E18BECCDA9}"/>
                  </a:ext>
                </a:extLst>
              </p:cNvPr>
              <p:cNvSpPr/>
              <p:nvPr/>
            </p:nvSpPr>
            <p:spPr>
              <a:xfrm>
                <a:off x="4343408" y="4834177"/>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8" name="Oval 37">
                <a:extLst>
                  <a:ext uri="{FF2B5EF4-FFF2-40B4-BE49-F238E27FC236}">
                    <a16:creationId xmlns:a16="http://schemas.microsoft.com/office/drawing/2014/main" id="{DBF41332-59D2-3125-8B6D-53E0C693EA94}"/>
                  </a:ext>
                </a:extLst>
              </p:cNvPr>
              <p:cNvSpPr/>
              <p:nvPr/>
            </p:nvSpPr>
            <p:spPr>
              <a:xfrm>
                <a:off x="5419311" y="4917755"/>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9" name="Freeform 38">
                <a:extLst>
                  <a:ext uri="{FF2B5EF4-FFF2-40B4-BE49-F238E27FC236}">
                    <a16:creationId xmlns:a16="http://schemas.microsoft.com/office/drawing/2014/main" id="{1E709BDB-7270-38FD-2EC1-396846CDC346}"/>
                  </a:ext>
                </a:extLst>
              </p:cNvPr>
              <p:cNvSpPr/>
              <p:nvPr/>
            </p:nvSpPr>
            <p:spPr>
              <a:xfrm>
                <a:off x="1289084" y="4751108"/>
                <a:ext cx="4149190" cy="1441411"/>
              </a:xfrm>
              <a:custGeom>
                <a:avLst/>
                <a:gdLst>
                  <a:gd name="connsiteX0" fmla="*/ 0 w 4071487"/>
                  <a:gd name="connsiteY0" fmla="*/ 1380185 h 1380185"/>
                  <a:gd name="connsiteX1" fmla="*/ 972152 w 4071487"/>
                  <a:gd name="connsiteY1" fmla="*/ 860421 h 1380185"/>
                  <a:gd name="connsiteX2" fmla="*/ 1973179 w 4071487"/>
                  <a:gd name="connsiteY2" fmla="*/ 42273 h 1380185"/>
                  <a:gd name="connsiteX3" fmla="*/ 2993457 w 4071487"/>
                  <a:gd name="connsiteY3" fmla="*/ 109650 h 1380185"/>
                  <a:gd name="connsiteX4" fmla="*/ 4071487 w 4071487"/>
                  <a:gd name="connsiteY4" fmla="*/ 196278 h 13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1487" h="1380185">
                    <a:moveTo>
                      <a:pt x="0" y="1380185"/>
                    </a:moveTo>
                    <a:cubicBezTo>
                      <a:pt x="321644" y="1231795"/>
                      <a:pt x="643289" y="1083406"/>
                      <a:pt x="972152" y="860421"/>
                    </a:cubicBezTo>
                    <a:cubicBezTo>
                      <a:pt x="1301015" y="637436"/>
                      <a:pt x="1636295" y="167401"/>
                      <a:pt x="1973179" y="42273"/>
                    </a:cubicBezTo>
                    <a:cubicBezTo>
                      <a:pt x="2310063" y="-82856"/>
                      <a:pt x="2993457" y="109650"/>
                      <a:pt x="2993457" y="109650"/>
                    </a:cubicBezTo>
                    <a:lnTo>
                      <a:pt x="4071487" y="196278"/>
                    </a:lnTo>
                  </a:path>
                </a:pathLst>
              </a:custGeom>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1" i="0" u="none" strike="noStrike" cap="none" normalizeH="0" baseline="0">
                  <a:ln>
                    <a:noFill/>
                  </a:ln>
                  <a:solidFill>
                    <a:schemeClr val="tx1"/>
                  </a:solidFill>
                  <a:effectLst/>
                  <a:latin typeface="+mn-ea"/>
                </a:endParaRPr>
              </a:p>
            </p:txBody>
          </p:sp>
        </p:grpSp>
        <p:sp>
          <p:nvSpPr>
            <p:cNvPr id="19" name="TextBox 18">
              <a:extLst>
                <a:ext uri="{FF2B5EF4-FFF2-40B4-BE49-F238E27FC236}">
                  <a16:creationId xmlns:a16="http://schemas.microsoft.com/office/drawing/2014/main" id="{310C8937-615B-C43D-913E-2F999DF2B2F0}"/>
                </a:ext>
              </a:extLst>
            </p:cNvPr>
            <p:cNvSpPr txBox="1"/>
            <p:nvPr/>
          </p:nvSpPr>
          <p:spPr>
            <a:xfrm>
              <a:off x="3087703" y="6374953"/>
              <a:ext cx="3287992" cy="220441"/>
            </a:xfrm>
            <a:prstGeom prst="rect">
              <a:avLst/>
            </a:prstGeom>
            <a:noFill/>
          </p:spPr>
          <p:txBody>
            <a:bodyPr wrap="square" rtlCol="0">
              <a:spAutoFit/>
            </a:bodyPr>
            <a:lstStyle/>
            <a:p>
              <a:r>
                <a:rPr lang="en-CN" sz="1600" b="1" dirty="0">
                  <a:solidFill>
                    <a:schemeClr val="bg2"/>
                  </a:solidFill>
                  <a:latin typeface="+mn-ea"/>
                  <a:ea typeface="+mn-ea"/>
                </a:rPr>
                <a:t>雷达高度计回波波形</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2E941EC-EF6F-D00A-907A-70378D3F0417}"/>
                    </a:ext>
                  </a:extLst>
                </p:cNvPr>
                <p:cNvSpPr txBox="1"/>
                <p:nvPr/>
              </p:nvSpPr>
              <p:spPr>
                <a:xfrm>
                  <a:off x="2366519" y="6121970"/>
                  <a:ext cx="361136" cy="1703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b="1" i="1" smtClean="0">
                                <a:solidFill>
                                  <a:schemeClr val="bg2"/>
                                </a:solidFill>
                                <a:latin typeface="Cambria Math" panose="02040503050406030204" pitchFamily="18" charset="0"/>
                                <a:ea typeface="+mn-ea"/>
                              </a:rPr>
                            </m:ctrlPr>
                          </m:sSubPr>
                          <m:e>
                            <m:r>
                              <a:rPr lang="en-US" sz="1100" b="1" i="1" smtClean="0">
                                <a:solidFill>
                                  <a:schemeClr val="bg2"/>
                                </a:solidFill>
                                <a:latin typeface="Cambria Math" panose="02040503050406030204" pitchFamily="18" charset="0"/>
                                <a:ea typeface="+mn-ea"/>
                              </a:rPr>
                              <m:t>𝒕</m:t>
                            </m:r>
                          </m:e>
                          <m:sub>
                            <m:r>
                              <a:rPr lang="en-US" sz="1100" b="1" i="1" smtClean="0">
                                <a:solidFill>
                                  <a:schemeClr val="bg2"/>
                                </a:solidFill>
                                <a:latin typeface="Cambria Math" panose="02040503050406030204" pitchFamily="18" charset="0"/>
                                <a:ea typeface="+mn-ea"/>
                              </a:rPr>
                              <m:t>𝟎</m:t>
                            </m:r>
                          </m:sub>
                        </m:sSub>
                      </m:oMath>
                    </m:oMathPara>
                  </a14:m>
                  <a:endParaRPr lang="en-CN" sz="1100" b="1">
                    <a:solidFill>
                      <a:schemeClr val="bg2"/>
                    </a:solidFill>
                    <a:latin typeface="+mn-ea"/>
                    <a:ea typeface="+mn-ea"/>
                  </a:endParaRPr>
                </a:p>
              </p:txBody>
            </p:sp>
          </mc:Choice>
          <mc:Fallback xmlns="">
            <p:sp>
              <p:nvSpPr>
                <p:cNvPr id="25" name="TextBox 24">
                  <a:extLst>
                    <a:ext uri="{FF2B5EF4-FFF2-40B4-BE49-F238E27FC236}">
                      <a16:creationId xmlns:a16="http://schemas.microsoft.com/office/drawing/2014/main" id="{F2E941EC-EF6F-D00A-907A-70378D3F0417}"/>
                    </a:ext>
                  </a:extLst>
                </p:cNvPr>
                <p:cNvSpPr txBox="1">
                  <a:spLocks noRot="1" noChangeAspect="1" noMove="1" noResize="1" noEditPoints="1" noAdjustHandles="1" noChangeArrowheads="1" noChangeShapeType="1" noTextEdit="1"/>
                </p:cNvSpPr>
                <p:nvPr/>
              </p:nvSpPr>
              <p:spPr>
                <a:xfrm>
                  <a:off x="2366519" y="6121970"/>
                  <a:ext cx="361136" cy="170341"/>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95B36E4-62B8-DC0B-D971-831D8C9D8445}"/>
                    </a:ext>
                  </a:extLst>
                </p:cNvPr>
                <p:cNvSpPr txBox="1"/>
                <p:nvPr/>
              </p:nvSpPr>
              <p:spPr>
                <a:xfrm>
                  <a:off x="3286663" y="6120709"/>
                  <a:ext cx="474484" cy="1801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b="1" i="1" smtClean="0">
                                <a:solidFill>
                                  <a:schemeClr val="bg2"/>
                                </a:solidFill>
                                <a:latin typeface="Cambria Math" panose="02040503050406030204" pitchFamily="18" charset="0"/>
                                <a:ea typeface="+mn-ea"/>
                              </a:rPr>
                            </m:ctrlPr>
                          </m:sSubPr>
                          <m:e>
                            <m:r>
                              <a:rPr lang="en-US" sz="1100" b="1" i="1" smtClean="0">
                                <a:solidFill>
                                  <a:schemeClr val="bg2"/>
                                </a:solidFill>
                                <a:latin typeface="Cambria Math" panose="02040503050406030204" pitchFamily="18" charset="0"/>
                                <a:ea typeface="+mn-ea"/>
                              </a:rPr>
                              <m:t>𝒕</m:t>
                            </m:r>
                          </m:e>
                          <m:sub>
                            <m:r>
                              <a:rPr lang="en-US" sz="1100" b="1" i="1" smtClean="0">
                                <a:solidFill>
                                  <a:schemeClr val="bg2"/>
                                </a:solidFill>
                                <a:latin typeface="Cambria Math" panose="02040503050406030204" pitchFamily="18" charset="0"/>
                                <a:ea typeface="+mn-ea"/>
                              </a:rPr>
                              <m:t>𝟏</m:t>
                            </m:r>
                            <m:r>
                              <a:rPr lang="en-US" sz="1100" b="1" i="1" smtClean="0">
                                <a:solidFill>
                                  <a:schemeClr val="bg2"/>
                                </a:solidFill>
                                <a:latin typeface="Cambria Math" panose="02040503050406030204" pitchFamily="18" charset="0"/>
                                <a:ea typeface="+mn-ea"/>
                              </a:rPr>
                              <m:t>/</m:t>
                            </m:r>
                            <m:r>
                              <a:rPr lang="en-US" sz="1100" b="1" i="1" smtClean="0">
                                <a:solidFill>
                                  <a:schemeClr val="bg2"/>
                                </a:solidFill>
                                <a:latin typeface="Cambria Math" panose="02040503050406030204" pitchFamily="18" charset="0"/>
                                <a:ea typeface="+mn-ea"/>
                              </a:rPr>
                              <m:t>𝟐</m:t>
                            </m:r>
                          </m:sub>
                        </m:sSub>
                      </m:oMath>
                    </m:oMathPara>
                  </a14:m>
                  <a:endParaRPr lang="en-CN" sz="1100" b="1">
                    <a:solidFill>
                      <a:schemeClr val="bg2"/>
                    </a:solidFill>
                    <a:latin typeface="+mn-ea"/>
                    <a:ea typeface="+mn-ea"/>
                  </a:endParaRPr>
                </a:p>
              </p:txBody>
            </p:sp>
          </mc:Choice>
          <mc:Fallback xmlns="">
            <p:sp>
              <p:nvSpPr>
                <p:cNvPr id="26" name="TextBox 25">
                  <a:extLst>
                    <a:ext uri="{FF2B5EF4-FFF2-40B4-BE49-F238E27FC236}">
                      <a16:creationId xmlns:a16="http://schemas.microsoft.com/office/drawing/2014/main" id="{695B36E4-62B8-DC0B-D971-831D8C9D8445}"/>
                    </a:ext>
                  </a:extLst>
                </p:cNvPr>
                <p:cNvSpPr txBox="1">
                  <a:spLocks noRot="1" noChangeAspect="1" noMove="1" noResize="1" noEditPoints="1" noAdjustHandles="1" noChangeArrowheads="1" noChangeShapeType="1" noTextEdit="1"/>
                </p:cNvSpPr>
                <p:nvPr/>
              </p:nvSpPr>
              <p:spPr>
                <a:xfrm>
                  <a:off x="3286663" y="6120709"/>
                  <a:ext cx="474484" cy="180194"/>
                </a:xfrm>
                <a:prstGeom prst="rect">
                  <a:avLst/>
                </a:prstGeom>
                <a:blipFill>
                  <a:blip r:embed="rId4"/>
                  <a:stretch>
                    <a:fillRect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94EB4A6-BAF8-125F-E269-B8A62A807E90}"/>
                    </a:ext>
                  </a:extLst>
                </p:cNvPr>
                <p:cNvSpPr txBox="1"/>
                <p:nvPr/>
              </p:nvSpPr>
              <p:spPr>
                <a:xfrm>
                  <a:off x="4351108" y="6121215"/>
                  <a:ext cx="361136" cy="1703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b="1" i="1" smtClean="0">
                                <a:solidFill>
                                  <a:schemeClr val="bg2"/>
                                </a:solidFill>
                                <a:latin typeface="Cambria Math" panose="02040503050406030204" pitchFamily="18" charset="0"/>
                                <a:ea typeface="+mn-ea"/>
                              </a:rPr>
                            </m:ctrlPr>
                          </m:sSubPr>
                          <m:e>
                            <m:r>
                              <a:rPr lang="en-US" sz="1100" b="1" i="1" smtClean="0">
                                <a:solidFill>
                                  <a:schemeClr val="bg2"/>
                                </a:solidFill>
                                <a:latin typeface="Cambria Math" panose="02040503050406030204" pitchFamily="18" charset="0"/>
                                <a:ea typeface="+mn-ea"/>
                              </a:rPr>
                              <m:t>𝒕</m:t>
                            </m:r>
                          </m:e>
                          <m:sub>
                            <m:r>
                              <a:rPr lang="en-US" sz="1100" b="1" i="1" smtClean="0">
                                <a:solidFill>
                                  <a:schemeClr val="bg2"/>
                                </a:solidFill>
                                <a:latin typeface="Cambria Math" panose="02040503050406030204" pitchFamily="18" charset="0"/>
                                <a:ea typeface="+mn-ea"/>
                              </a:rPr>
                              <m:t>𝟏</m:t>
                            </m:r>
                          </m:sub>
                        </m:sSub>
                      </m:oMath>
                    </m:oMathPara>
                  </a14:m>
                  <a:endParaRPr lang="en-CN" sz="1100" b="1">
                    <a:solidFill>
                      <a:schemeClr val="bg2"/>
                    </a:solidFill>
                    <a:latin typeface="+mn-ea"/>
                    <a:ea typeface="+mn-ea"/>
                  </a:endParaRPr>
                </a:p>
              </p:txBody>
            </p:sp>
          </mc:Choice>
          <mc:Fallback xmlns="">
            <p:sp>
              <p:nvSpPr>
                <p:cNvPr id="27" name="TextBox 26">
                  <a:extLst>
                    <a:ext uri="{FF2B5EF4-FFF2-40B4-BE49-F238E27FC236}">
                      <a16:creationId xmlns:a16="http://schemas.microsoft.com/office/drawing/2014/main" id="{C94EB4A6-BAF8-125F-E269-B8A62A807E90}"/>
                    </a:ext>
                  </a:extLst>
                </p:cNvPr>
                <p:cNvSpPr txBox="1">
                  <a:spLocks noRot="1" noChangeAspect="1" noMove="1" noResize="1" noEditPoints="1" noAdjustHandles="1" noChangeArrowheads="1" noChangeShapeType="1" noTextEdit="1"/>
                </p:cNvSpPr>
                <p:nvPr/>
              </p:nvSpPr>
              <p:spPr>
                <a:xfrm>
                  <a:off x="4351108" y="6121215"/>
                  <a:ext cx="361136" cy="170341"/>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8CEC57C-B896-6DF9-991C-F6A6A0FB877B}"/>
                    </a:ext>
                  </a:extLst>
                </p:cNvPr>
                <p:cNvSpPr txBox="1"/>
                <p:nvPr/>
              </p:nvSpPr>
              <p:spPr>
                <a:xfrm>
                  <a:off x="5320808" y="6114117"/>
                  <a:ext cx="474485" cy="18019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b="1" i="1" smtClean="0">
                                <a:solidFill>
                                  <a:schemeClr val="bg2"/>
                                </a:solidFill>
                                <a:latin typeface="Cambria Math" panose="02040503050406030204" pitchFamily="18" charset="0"/>
                                <a:ea typeface="+mn-ea"/>
                              </a:rPr>
                            </m:ctrlPr>
                          </m:sSubPr>
                          <m:e>
                            <m:r>
                              <a:rPr lang="en-US" sz="1100" b="1" i="1" smtClean="0">
                                <a:solidFill>
                                  <a:schemeClr val="bg2"/>
                                </a:solidFill>
                                <a:latin typeface="Cambria Math" panose="02040503050406030204" pitchFamily="18" charset="0"/>
                                <a:ea typeface="+mn-ea"/>
                              </a:rPr>
                              <m:t>𝒕</m:t>
                            </m:r>
                          </m:e>
                          <m:sub>
                            <m:r>
                              <a:rPr lang="en-US" sz="1100" b="1" i="1" smtClean="0">
                                <a:solidFill>
                                  <a:schemeClr val="bg2"/>
                                </a:solidFill>
                                <a:latin typeface="Cambria Math" panose="02040503050406030204" pitchFamily="18" charset="0"/>
                                <a:ea typeface="+mn-ea"/>
                              </a:rPr>
                              <m:t>𝟑</m:t>
                            </m:r>
                            <m:r>
                              <a:rPr lang="en-US" sz="1100" b="1" i="1" smtClean="0">
                                <a:solidFill>
                                  <a:schemeClr val="bg2"/>
                                </a:solidFill>
                                <a:latin typeface="Cambria Math" panose="02040503050406030204" pitchFamily="18" charset="0"/>
                                <a:ea typeface="+mn-ea"/>
                              </a:rPr>
                              <m:t>/</m:t>
                            </m:r>
                            <m:r>
                              <a:rPr lang="en-US" sz="1100" b="1" i="1" smtClean="0">
                                <a:solidFill>
                                  <a:schemeClr val="bg2"/>
                                </a:solidFill>
                                <a:latin typeface="Cambria Math" panose="02040503050406030204" pitchFamily="18" charset="0"/>
                                <a:ea typeface="+mn-ea"/>
                              </a:rPr>
                              <m:t>𝟐</m:t>
                            </m:r>
                          </m:sub>
                        </m:sSub>
                      </m:oMath>
                    </m:oMathPara>
                  </a14:m>
                  <a:endParaRPr lang="en-CN" sz="1100" b="1">
                    <a:solidFill>
                      <a:schemeClr val="bg2"/>
                    </a:solidFill>
                    <a:latin typeface="+mn-ea"/>
                    <a:ea typeface="+mn-ea"/>
                  </a:endParaRPr>
                </a:p>
              </p:txBody>
            </p:sp>
          </mc:Choice>
          <mc:Fallback xmlns="">
            <p:sp>
              <p:nvSpPr>
                <p:cNvPr id="28" name="TextBox 27">
                  <a:extLst>
                    <a:ext uri="{FF2B5EF4-FFF2-40B4-BE49-F238E27FC236}">
                      <a16:creationId xmlns:a16="http://schemas.microsoft.com/office/drawing/2014/main" id="{98CEC57C-B896-6DF9-991C-F6A6A0FB877B}"/>
                    </a:ext>
                  </a:extLst>
                </p:cNvPr>
                <p:cNvSpPr txBox="1">
                  <a:spLocks noRot="1" noChangeAspect="1" noMove="1" noResize="1" noEditPoints="1" noAdjustHandles="1" noChangeArrowheads="1" noChangeShapeType="1" noTextEdit="1"/>
                </p:cNvSpPr>
                <p:nvPr/>
              </p:nvSpPr>
              <p:spPr>
                <a:xfrm>
                  <a:off x="5320808" y="6114117"/>
                  <a:ext cx="474485" cy="180194"/>
                </a:xfrm>
                <a:prstGeom prst="rect">
                  <a:avLst/>
                </a:prstGeom>
                <a:blipFill>
                  <a:blip r:embed="rId6"/>
                  <a:stretch>
                    <a:fillRect b="-44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2C7E1BE-CEF7-51C3-F4A6-212A000473D9}"/>
                    </a:ext>
                  </a:extLst>
                </p:cNvPr>
                <p:cNvSpPr txBox="1"/>
                <p:nvPr/>
              </p:nvSpPr>
              <p:spPr>
                <a:xfrm>
                  <a:off x="6437505" y="6095694"/>
                  <a:ext cx="361136" cy="1703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100" b="1" i="1" smtClean="0">
                                <a:solidFill>
                                  <a:schemeClr val="bg2"/>
                                </a:solidFill>
                                <a:latin typeface="Cambria Math" panose="02040503050406030204" pitchFamily="18" charset="0"/>
                                <a:ea typeface="+mn-ea"/>
                              </a:rPr>
                            </m:ctrlPr>
                          </m:sSubPr>
                          <m:e>
                            <m:r>
                              <a:rPr lang="en-US" sz="1100" b="1" i="1" smtClean="0">
                                <a:solidFill>
                                  <a:schemeClr val="bg2"/>
                                </a:solidFill>
                                <a:latin typeface="Cambria Math" panose="02040503050406030204" pitchFamily="18" charset="0"/>
                                <a:ea typeface="+mn-ea"/>
                              </a:rPr>
                              <m:t>𝒕</m:t>
                            </m:r>
                          </m:e>
                          <m:sub>
                            <m:r>
                              <a:rPr lang="en-US" sz="1100" b="1" i="1" smtClean="0">
                                <a:solidFill>
                                  <a:schemeClr val="bg2"/>
                                </a:solidFill>
                                <a:latin typeface="Cambria Math" panose="02040503050406030204" pitchFamily="18" charset="0"/>
                                <a:ea typeface="+mn-ea"/>
                              </a:rPr>
                              <m:t>𝟐</m:t>
                            </m:r>
                          </m:sub>
                        </m:sSub>
                      </m:oMath>
                    </m:oMathPara>
                  </a14:m>
                  <a:endParaRPr lang="en-CN" sz="1100" b="1">
                    <a:solidFill>
                      <a:schemeClr val="bg2"/>
                    </a:solidFill>
                    <a:latin typeface="+mn-ea"/>
                    <a:ea typeface="+mn-ea"/>
                  </a:endParaRPr>
                </a:p>
              </p:txBody>
            </p:sp>
          </mc:Choice>
          <mc:Fallback xmlns="">
            <p:sp>
              <p:nvSpPr>
                <p:cNvPr id="29" name="TextBox 28">
                  <a:extLst>
                    <a:ext uri="{FF2B5EF4-FFF2-40B4-BE49-F238E27FC236}">
                      <a16:creationId xmlns:a16="http://schemas.microsoft.com/office/drawing/2014/main" id="{B2C7E1BE-CEF7-51C3-F4A6-212A000473D9}"/>
                    </a:ext>
                  </a:extLst>
                </p:cNvPr>
                <p:cNvSpPr txBox="1">
                  <a:spLocks noRot="1" noChangeAspect="1" noMove="1" noResize="1" noEditPoints="1" noAdjustHandles="1" noChangeArrowheads="1" noChangeShapeType="1" noTextEdit="1"/>
                </p:cNvSpPr>
                <p:nvPr/>
              </p:nvSpPr>
              <p:spPr>
                <a:xfrm>
                  <a:off x="6437505" y="6095694"/>
                  <a:ext cx="361136" cy="170341"/>
                </a:xfrm>
                <a:prstGeom prst="rect">
                  <a:avLst/>
                </a:prstGeom>
                <a:blipFill>
                  <a:blip r:embed="rId7"/>
                  <a:stretch>
                    <a:fillRect/>
                  </a:stretch>
                </a:blipFill>
              </p:spPr>
              <p:txBody>
                <a:bodyPr/>
                <a:lstStyle/>
                <a:p>
                  <a:r>
                    <a:rPr lang="zh-CN" altLang="en-US">
                      <a:noFill/>
                    </a:rPr>
                    <a:t> </a:t>
                  </a:r>
                </a:p>
              </p:txBody>
            </p:sp>
          </mc:Fallback>
        </mc:AlternateContent>
      </p:grpSp>
      <p:sp>
        <p:nvSpPr>
          <p:cNvPr id="116" name="TextBox 115">
            <a:extLst>
              <a:ext uri="{FF2B5EF4-FFF2-40B4-BE49-F238E27FC236}">
                <a16:creationId xmlns:a16="http://schemas.microsoft.com/office/drawing/2014/main" id="{42091B72-A066-1C9C-CB3F-0F622660106F}"/>
              </a:ext>
            </a:extLst>
          </p:cNvPr>
          <p:cNvSpPr txBox="1"/>
          <p:nvPr/>
        </p:nvSpPr>
        <p:spPr>
          <a:xfrm>
            <a:off x="4519679" y="3648847"/>
            <a:ext cx="1068413" cy="276999"/>
          </a:xfrm>
          <a:prstGeom prst="rect">
            <a:avLst/>
          </a:prstGeom>
          <a:noFill/>
        </p:spPr>
        <p:txBody>
          <a:bodyPr wrap="square">
            <a:spAutoFit/>
          </a:bodyPr>
          <a:lstStyle/>
          <a:p>
            <a:r>
              <a:rPr lang="zh-CN" altLang="en-US" sz="1200" b="1" dirty="0">
                <a:solidFill>
                  <a:schemeClr val="accent3"/>
                </a:solidFill>
                <a:latin typeface="+mn-ea"/>
                <a:ea typeface="+mn-ea"/>
              </a:rPr>
              <a:t>预设跟踪点</a:t>
            </a:r>
            <a:endParaRPr lang="en-CN" sz="1200" b="1" dirty="0">
              <a:solidFill>
                <a:schemeClr val="accent3"/>
              </a:solidFill>
              <a:latin typeface="+mn-ea"/>
              <a:ea typeface="+mn-ea"/>
            </a:endParaRPr>
          </a:p>
        </p:txBody>
      </p:sp>
      <p:sp>
        <p:nvSpPr>
          <p:cNvPr id="117" name="TextBox 116">
            <a:extLst>
              <a:ext uri="{FF2B5EF4-FFF2-40B4-BE49-F238E27FC236}">
                <a16:creationId xmlns:a16="http://schemas.microsoft.com/office/drawing/2014/main" id="{C084619A-93BB-3E52-5CD4-66C4CD3960E3}"/>
              </a:ext>
            </a:extLst>
          </p:cNvPr>
          <p:cNvSpPr txBox="1"/>
          <p:nvPr/>
        </p:nvSpPr>
        <p:spPr>
          <a:xfrm>
            <a:off x="3221804" y="4931748"/>
            <a:ext cx="1011547" cy="461665"/>
          </a:xfrm>
          <a:prstGeom prst="rect">
            <a:avLst/>
          </a:prstGeom>
          <a:noFill/>
        </p:spPr>
        <p:txBody>
          <a:bodyPr wrap="square">
            <a:spAutoFit/>
          </a:bodyPr>
          <a:lstStyle/>
          <a:p>
            <a:r>
              <a:rPr lang="zh-CN" altLang="en-US" sz="1200" b="1">
                <a:solidFill>
                  <a:schemeClr val="accent3"/>
                </a:solidFill>
                <a:latin typeface="+mn-ea"/>
                <a:ea typeface="+mn-ea"/>
              </a:rPr>
              <a:t>实际波形前缘中点</a:t>
            </a:r>
            <a:endParaRPr lang="en-CN" sz="1200" b="1">
              <a:solidFill>
                <a:schemeClr val="accent3"/>
              </a:solidFill>
              <a:latin typeface="+mn-ea"/>
              <a:ea typeface="+mn-ea"/>
            </a:endParaRPr>
          </a:p>
        </p:txBody>
      </p:sp>
      <p:cxnSp>
        <p:nvCxnSpPr>
          <p:cNvPr id="119" name="Straight Arrow Connector 118">
            <a:extLst>
              <a:ext uri="{FF2B5EF4-FFF2-40B4-BE49-F238E27FC236}">
                <a16:creationId xmlns:a16="http://schemas.microsoft.com/office/drawing/2014/main" id="{2CB14264-D38D-23F8-5DA1-EF3E8C0FF273}"/>
              </a:ext>
            </a:extLst>
          </p:cNvPr>
          <p:cNvCxnSpPr>
            <a:cxnSpLocks/>
          </p:cNvCxnSpPr>
          <p:nvPr/>
        </p:nvCxnSpPr>
        <p:spPr bwMode="auto">
          <a:xfrm>
            <a:off x="3624242" y="4514126"/>
            <a:ext cx="989376" cy="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 name="TextBox 121">
            <a:extLst>
              <a:ext uri="{FF2B5EF4-FFF2-40B4-BE49-F238E27FC236}">
                <a16:creationId xmlns:a16="http://schemas.microsoft.com/office/drawing/2014/main" id="{3319548B-1C3A-2C58-49EF-E84EA10A2EE0}"/>
              </a:ext>
            </a:extLst>
          </p:cNvPr>
          <p:cNvSpPr txBox="1"/>
          <p:nvPr/>
        </p:nvSpPr>
        <p:spPr>
          <a:xfrm>
            <a:off x="3807108" y="4178358"/>
            <a:ext cx="723275" cy="253916"/>
          </a:xfrm>
          <a:prstGeom prst="rect">
            <a:avLst/>
          </a:prstGeom>
          <a:noFill/>
        </p:spPr>
        <p:txBody>
          <a:bodyPr wrap="none" rtlCol="0">
            <a:spAutoFit/>
          </a:bodyPr>
          <a:lstStyle/>
          <a:p>
            <a:r>
              <a:rPr lang="en-CN" sz="1050" b="1" dirty="0">
                <a:solidFill>
                  <a:schemeClr val="bg1"/>
                </a:solidFill>
                <a:latin typeface="+mn-ea"/>
                <a:ea typeface="+mn-ea"/>
              </a:rPr>
              <a:t>改正距离</a:t>
            </a:r>
          </a:p>
        </p:txBody>
      </p:sp>
      <p:cxnSp>
        <p:nvCxnSpPr>
          <p:cNvPr id="10" name="直接连接符 9">
            <a:extLst>
              <a:ext uri="{FF2B5EF4-FFF2-40B4-BE49-F238E27FC236}">
                <a16:creationId xmlns:a16="http://schemas.microsoft.com/office/drawing/2014/main" id="{91D950BB-C142-EBAE-3766-7FBEA6BCDA13}"/>
              </a:ext>
            </a:extLst>
          </p:cNvPr>
          <p:cNvCxnSpPr>
            <a:cxnSpLocks/>
          </p:cNvCxnSpPr>
          <p:nvPr/>
        </p:nvCxnSpPr>
        <p:spPr bwMode="auto">
          <a:xfrm>
            <a:off x="4613618" y="3478415"/>
            <a:ext cx="22512" cy="2210061"/>
          </a:xfrm>
          <a:prstGeom prst="line">
            <a:avLst/>
          </a:prstGeom>
          <a:ln w="28575">
            <a:solidFill>
              <a:srgbClr val="269FA0"/>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1" name="流程图: 接点 10">
            <a:extLst>
              <a:ext uri="{FF2B5EF4-FFF2-40B4-BE49-F238E27FC236}">
                <a16:creationId xmlns:a16="http://schemas.microsoft.com/office/drawing/2014/main" id="{6E07C617-6551-2D72-3E52-61B4E87E7010}"/>
              </a:ext>
            </a:extLst>
          </p:cNvPr>
          <p:cNvSpPr/>
          <p:nvPr/>
        </p:nvSpPr>
        <p:spPr>
          <a:xfrm>
            <a:off x="4580407" y="3577072"/>
            <a:ext cx="83649" cy="86363"/>
          </a:xfrm>
          <a:prstGeom prst="flowChartConnector">
            <a:avLst/>
          </a:prstGeom>
          <a:solidFill>
            <a:srgbClr val="269FA0"/>
          </a:solidFill>
        </p:spPr>
        <p:txBody>
          <a:bodyPr wrap="square" lIns="0" rtlCol="0" anchor="ctr">
            <a:noAutofit/>
          </a:bodyPr>
          <a:lstStyle/>
          <a:p>
            <a:pPr algn="l"/>
            <a:endParaRPr lang="zh-CN" altLang="en-US" b="1" dirty="0">
              <a:solidFill>
                <a:srgbClr val="FF0000"/>
              </a:solidFill>
              <a:latin typeface="+mn-ea"/>
              <a:ea typeface="+mn-ea"/>
            </a:endParaRPr>
          </a:p>
        </p:txBody>
      </p:sp>
    </p:spTree>
    <p:extLst>
      <p:ext uri="{BB962C8B-B14F-4D97-AF65-F5344CB8AC3E}">
        <p14:creationId xmlns:p14="http://schemas.microsoft.com/office/powerpoint/2010/main" val="299917707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0F79-6DE0-B182-F9E1-354ABEBC9D5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144397B-3F30-3684-61E4-DD778B486A1D}"/>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51127A9D-6C2A-C0EC-1F20-3DDD7A9E1356}"/>
              </a:ext>
            </a:extLst>
          </p:cNvPr>
          <p:cNvSpPr txBox="1"/>
          <p:nvPr/>
        </p:nvSpPr>
        <p:spPr>
          <a:xfrm>
            <a:off x="390941" y="780599"/>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波形重追踪算法</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DE00E26C-7732-D2F5-1DF3-5998ADD83D07}"/>
              </a:ext>
            </a:extLst>
          </p:cNvPr>
          <p:cNvSpPr txBox="1"/>
          <p:nvPr/>
        </p:nvSpPr>
        <p:spPr>
          <a:xfrm>
            <a:off x="390941" y="1475297"/>
            <a:ext cx="8362118" cy="3970318"/>
          </a:xfrm>
          <a:prstGeom prst="rect">
            <a:avLst/>
          </a:prstGeom>
          <a:noFill/>
        </p:spPr>
        <p:txBody>
          <a:bodyPr wrap="square">
            <a:spAutoFit/>
          </a:bodyPr>
          <a:lstStyle/>
          <a:p>
            <a:pPr algn="just"/>
            <a:r>
              <a:rPr lang="zh-CN" altLang="en-US" dirty="0">
                <a:solidFill>
                  <a:srgbClr val="000000"/>
                </a:solidFill>
                <a:latin typeface="+mn-ea"/>
                <a:ea typeface="+mn-ea"/>
              </a:rPr>
              <a:t>﻿经过多年的发展，波形重跟踪被广泛用于水位监测中，具体包括：海洋波形重追踪方法、阈值法、</a:t>
            </a:r>
            <a:r>
              <a:rPr lang="en-US" altLang="zh-CN" dirty="0">
                <a:solidFill>
                  <a:srgbClr val="000000"/>
                </a:solidFill>
                <a:latin typeface="+mn-ea"/>
                <a:ea typeface="+mn-ea"/>
              </a:rPr>
              <a:t>OCOG</a:t>
            </a:r>
            <a:r>
              <a:rPr lang="zh-CN" altLang="en-US" dirty="0">
                <a:solidFill>
                  <a:srgbClr val="000000"/>
                </a:solidFill>
                <a:latin typeface="+mn-ea"/>
                <a:ea typeface="+mn-ea"/>
              </a:rPr>
              <a:t>、</a:t>
            </a:r>
            <a:r>
              <a:rPr lang="en-US" altLang="zh-CN" dirty="0">
                <a:solidFill>
                  <a:srgbClr val="000000"/>
                </a:solidFill>
                <a:latin typeface="+mn-ea"/>
                <a:ea typeface="+mn-ea"/>
              </a:rPr>
              <a:t> ICE1</a:t>
            </a:r>
            <a:r>
              <a:rPr lang="zh-CN" altLang="en-US" dirty="0">
                <a:solidFill>
                  <a:srgbClr val="000000"/>
                </a:solidFill>
                <a:latin typeface="+mn-ea"/>
                <a:ea typeface="+mn-ea"/>
              </a:rPr>
              <a:t>、</a:t>
            </a:r>
            <a:r>
              <a:rPr lang="en-US" altLang="zh-CN" dirty="0">
                <a:solidFill>
                  <a:srgbClr val="000000"/>
                </a:solidFill>
                <a:latin typeface="+mn-ea"/>
                <a:ea typeface="+mn-ea"/>
              </a:rPr>
              <a:t>SAMOSA</a:t>
            </a:r>
            <a:r>
              <a:rPr lang="zh-CN" altLang="en-US" dirty="0">
                <a:solidFill>
                  <a:srgbClr val="000000"/>
                </a:solidFill>
                <a:latin typeface="+mn-ea"/>
                <a:ea typeface="+mn-ea"/>
              </a:rPr>
              <a:t>算法等。</a:t>
            </a:r>
            <a:endParaRPr lang="en-US" altLang="zh-CN" dirty="0">
              <a:solidFill>
                <a:srgbClr val="000000"/>
              </a:solidFill>
              <a:latin typeface="+mn-ea"/>
              <a:ea typeface="+mn-ea"/>
            </a:endParaRPr>
          </a:p>
          <a:p>
            <a:pPr marL="457200" indent="-457200" algn="just">
              <a:buAutoNum type="arabicPeriod"/>
            </a:pPr>
            <a:r>
              <a:rPr lang="zh-CN" altLang="en-US" dirty="0">
                <a:solidFill>
                  <a:srgbClr val="000000"/>
                </a:solidFill>
                <a:latin typeface="+mn-ea"/>
                <a:ea typeface="+mn-ea"/>
              </a:rPr>
              <a:t>海洋波形重追踪方法</a:t>
            </a:r>
            <a:endParaRPr lang="en-US" altLang="zh-CN" dirty="0">
              <a:solidFill>
                <a:srgbClr val="000000"/>
              </a:solidFill>
              <a:latin typeface="+mn-ea"/>
              <a:ea typeface="+mn-ea"/>
            </a:endParaRPr>
          </a:p>
          <a:p>
            <a:pPr algn="just"/>
            <a:r>
              <a:rPr lang="zh-CN" altLang="en-US" dirty="0">
                <a:solidFill>
                  <a:srgbClr val="000000"/>
                </a:solidFill>
                <a:latin typeface="+mn-ea"/>
                <a:ea typeface="+mn-ea"/>
              </a:rPr>
              <a:t>对应海洋观测任务，一般采用</a:t>
            </a:r>
            <a:r>
              <a:rPr lang="en-US" altLang="zh-CN" dirty="0">
                <a:solidFill>
                  <a:srgbClr val="000000"/>
                </a:solidFill>
                <a:latin typeface="+mn-ea"/>
                <a:ea typeface="+mn-ea"/>
              </a:rPr>
              <a:t>Brown</a:t>
            </a:r>
            <a:r>
              <a:rPr lang="zh-CN" altLang="en-US" dirty="0">
                <a:solidFill>
                  <a:srgbClr val="000000"/>
                </a:solidFill>
                <a:latin typeface="+mn-ea"/>
                <a:ea typeface="+mn-ea"/>
              </a:rPr>
              <a:t>（</a:t>
            </a:r>
            <a:r>
              <a:rPr lang="en-US" altLang="zh-CN" dirty="0">
                <a:solidFill>
                  <a:srgbClr val="000000"/>
                </a:solidFill>
                <a:latin typeface="+mn-ea"/>
                <a:ea typeface="+mn-ea"/>
              </a:rPr>
              <a:t>1977</a:t>
            </a:r>
            <a:r>
              <a:rPr lang="zh-CN" altLang="en-US" dirty="0">
                <a:solidFill>
                  <a:srgbClr val="000000"/>
                </a:solidFill>
                <a:latin typeface="+mn-ea"/>
                <a:ea typeface="+mn-ea"/>
              </a:rPr>
              <a:t>）提出的经典回波波形，海洋波形重追踪法</a:t>
            </a:r>
            <a:r>
              <a:rPr lang="zh-CN" altLang="en-US" b="1" dirty="0">
                <a:solidFill>
                  <a:srgbClr val="000000"/>
                </a:solidFill>
                <a:latin typeface="+mn-ea"/>
                <a:ea typeface="+mn-ea"/>
              </a:rPr>
              <a:t>采用加权最小二乘估计</a:t>
            </a:r>
            <a:r>
              <a:rPr lang="zh-CN" altLang="en-US" dirty="0">
                <a:solidFill>
                  <a:srgbClr val="000000"/>
                </a:solidFill>
                <a:latin typeface="+mn-ea"/>
                <a:ea typeface="+mn-ea"/>
              </a:rPr>
              <a:t>将所测波形拟合成理论回波功率波形模型。</a:t>
            </a:r>
            <a:endParaRPr lang="en-US" altLang="zh-CN" dirty="0">
              <a:solidFill>
                <a:srgbClr val="000000"/>
              </a:solidFill>
              <a:latin typeface="+mn-ea"/>
              <a:ea typeface="+mn-ea"/>
            </a:endParaRPr>
          </a:p>
          <a:p>
            <a:pPr algn="just"/>
            <a:r>
              <a:rPr lang="zh-CN" altLang="en-US" dirty="0">
                <a:solidFill>
                  <a:srgbClr val="000000"/>
                </a:solidFill>
                <a:latin typeface="+mn-ea"/>
                <a:ea typeface="+mn-ea"/>
              </a:rPr>
              <a:t>尽管海洋波形重追踪法的最佳应用场景为海面，然而在其他地表，也可使用该方法。</a:t>
            </a:r>
            <a:endParaRPr lang="en-US" altLang="zh-CN" dirty="0">
              <a:solidFill>
                <a:srgbClr val="000000"/>
              </a:solidFill>
              <a:latin typeface="+mn-ea"/>
              <a:ea typeface="+mn-ea"/>
            </a:endParaRPr>
          </a:p>
        </p:txBody>
      </p:sp>
      <p:sp>
        <p:nvSpPr>
          <p:cNvPr id="7" name="文本框 6">
            <a:extLst>
              <a:ext uri="{FF2B5EF4-FFF2-40B4-BE49-F238E27FC236}">
                <a16:creationId xmlns:a16="http://schemas.microsoft.com/office/drawing/2014/main" id="{A120347B-CF00-5102-498F-2DADAE008F96}"/>
              </a:ext>
            </a:extLst>
          </p:cNvPr>
          <p:cNvSpPr txBox="1"/>
          <p:nvPr/>
        </p:nvSpPr>
        <p:spPr>
          <a:xfrm>
            <a:off x="327025" y="5934413"/>
            <a:ext cx="8601075" cy="646331"/>
          </a:xfrm>
          <a:prstGeom prst="rect">
            <a:avLst/>
          </a:prstGeom>
          <a:noFill/>
        </p:spPr>
        <p:txBody>
          <a:bodyPr wrap="square">
            <a:spAutoFit/>
          </a:bodyPr>
          <a:lstStyle/>
          <a:p>
            <a:pPr algn="just"/>
            <a:r>
              <a:rPr lang="zh-CN" altLang="en-US" sz="1800" dirty="0">
                <a:solidFill>
                  <a:srgbClr val="0070C0"/>
                </a:solidFill>
              </a:rPr>
              <a:t>Brown,G.The average impulse response of a rough surface and its applications[J].Antennas &amp; Propagation IEEE Transactions on, 1977. DOI:10.1109/TAP.1977.1141536.</a:t>
            </a:r>
          </a:p>
        </p:txBody>
      </p:sp>
    </p:spTree>
    <p:extLst>
      <p:ext uri="{BB962C8B-B14F-4D97-AF65-F5344CB8AC3E}">
        <p14:creationId xmlns:p14="http://schemas.microsoft.com/office/powerpoint/2010/main" val="418606824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AA74C-45D2-2A35-13DF-7973CED6A9B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7D06E18-C1E0-5DE8-1694-75647D581CE7}"/>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9CABE3F9-E75E-A883-0F70-D8AE8BBCA9A8}"/>
              </a:ext>
            </a:extLst>
          </p:cNvPr>
          <p:cNvSpPr txBox="1"/>
          <p:nvPr/>
        </p:nvSpPr>
        <p:spPr>
          <a:xfrm>
            <a:off x="390941" y="780599"/>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波形重追踪算法</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96DC88B7-2D69-3949-67F5-A572CEA16857}"/>
              </a:ext>
            </a:extLst>
          </p:cNvPr>
          <p:cNvSpPr txBox="1"/>
          <p:nvPr/>
        </p:nvSpPr>
        <p:spPr>
          <a:xfrm>
            <a:off x="404193" y="1374690"/>
            <a:ext cx="8362118" cy="1985159"/>
          </a:xfrm>
          <a:prstGeom prst="rect">
            <a:avLst/>
          </a:prstGeom>
          <a:noFill/>
        </p:spPr>
        <p:txBody>
          <a:bodyPr wrap="square">
            <a:spAutoFit/>
          </a:bodyPr>
          <a:lstStyle/>
          <a:p>
            <a:pPr algn="just"/>
            <a:r>
              <a:rPr lang="en-US" altLang="zh-CN" dirty="0">
                <a:solidFill>
                  <a:srgbClr val="000000"/>
                </a:solidFill>
                <a:latin typeface="+mn-ea"/>
                <a:ea typeface="+mn-ea"/>
              </a:rPr>
              <a:t>2. </a:t>
            </a:r>
            <a:r>
              <a:rPr lang="zh-CN" altLang="en-US" dirty="0">
                <a:solidFill>
                  <a:srgbClr val="000000"/>
                </a:solidFill>
                <a:latin typeface="+mn-ea"/>
                <a:ea typeface="+mn-ea"/>
              </a:rPr>
              <a:t>重力偏移重追踪方法（</a:t>
            </a:r>
            <a:r>
              <a:rPr lang="en-US" altLang="zh-CN" dirty="0">
                <a:solidFill>
                  <a:srgbClr val="000000"/>
                </a:solidFill>
                <a:latin typeface="+mn-ea"/>
                <a:ea typeface="+mn-ea"/>
              </a:rPr>
              <a:t> OCOG </a:t>
            </a:r>
            <a:r>
              <a:rPr lang="zh-CN" altLang="en-US" dirty="0">
                <a:solidFill>
                  <a:srgbClr val="000000"/>
                </a:solidFill>
                <a:latin typeface="+mn-ea"/>
                <a:ea typeface="+mn-ea"/>
              </a:rPr>
              <a:t>）</a:t>
            </a:r>
            <a:endParaRPr lang="en-US" altLang="zh-CN" dirty="0">
              <a:solidFill>
                <a:srgbClr val="000000"/>
              </a:solidFill>
              <a:latin typeface="+mn-ea"/>
              <a:ea typeface="+mn-ea"/>
            </a:endParaRPr>
          </a:p>
          <a:p>
            <a:pPr algn="just"/>
            <a:r>
              <a:rPr lang="en-US" altLang="zh-CN" sz="2200" dirty="0" err="1">
                <a:solidFill>
                  <a:srgbClr val="000000"/>
                </a:solidFill>
                <a:latin typeface="+mn-ea"/>
                <a:ea typeface="+mn-ea"/>
              </a:rPr>
              <a:t>Wingham</a:t>
            </a:r>
            <a:r>
              <a:rPr lang="zh-CN" altLang="en-US" sz="2200" dirty="0">
                <a:solidFill>
                  <a:srgbClr val="000000"/>
                </a:solidFill>
                <a:latin typeface="+mn-ea"/>
                <a:ea typeface="+mn-ea"/>
              </a:rPr>
              <a:t>于</a:t>
            </a:r>
            <a:r>
              <a:rPr lang="en-US" altLang="zh-CN" sz="2200" dirty="0">
                <a:solidFill>
                  <a:srgbClr val="000000"/>
                </a:solidFill>
                <a:latin typeface="+mn-ea"/>
                <a:ea typeface="+mn-ea"/>
              </a:rPr>
              <a:t>1986</a:t>
            </a:r>
            <a:r>
              <a:rPr lang="zh-CN" altLang="en-US" sz="2200" dirty="0">
                <a:solidFill>
                  <a:srgbClr val="000000"/>
                </a:solidFill>
                <a:latin typeface="+mn-ea"/>
                <a:ea typeface="+mn-ea"/>
              </a:rPr>
              <a:t>年提出了重力偏移重追踪方法</a:t>
            </a:r>
            <a:r>
              <a:rPr lang="en-US" altLang="zh-CN" sz="2200" dirty="0">
                <a:solidFill>
                  <a:srgbClr val="000000"/>
                </a:solidFill>
                <a:latin typeface="+mn-ea"/>
                <a:ea typeface="+mn-ea"/>
              </a:rPr>
              <a:t>OCOG</a:t>
            </a:r>
            <a:r>
              <a:rPr lang="zh-CN" altLang="en-US" sz="2200" dirty="0">
                <a:solidFill>
                  <a:srgbClr val="000000"/>
                </a:solidFill>
                <a:latin typeface="+mn-ea"/>
                <a:ea typeface="+mn-ea"/>
              </a:rPr>
              <a:t>（</a:t>
            </a:r>
            <a:r>
              <a:rPr lang="en-US" altLang="zh-CN" sz="2200" dirty="0">
                <a:solidFill>
                  <a:srgbClr val="000000"/>
                </a:solidFill>
                <a:latin typeface="+mn-ea"/>
                <a:ea typeface="+mn-ea"/>
              </a:rPr>
              <a:t>Offset Center Of Gravity</a:t>
            </a:r>
            <a:r>
              <a:rPr lang="zh-CN" altLang="en-US" sz="2200" dirty="0">
                <a:solidFill>
                  <a:srgbClr val="000000"/>
                </a:solidFill>
                <a:latin typeface="+mn-ea"/>
                <a:ea typeface="+mn-ea"/>
              </a:rPr>
              <a:t>）。该方法目的是实现对波形的稳健跟踪，其基本思想是通过数值统计计算出波形振幅</a:t>
            </a:r>
            <a:r>
              <a:rPr lang="en-US" altLang="zh-CN" sz="2200" dirty="0">
                <a:solidFill>
                  <a:srgbClr val="000000"/>
                </a:solidFill>
                <a:latin typeface="+mn-ea"/>
                <a:ea typeface="+mn-ea"/>
              </a:rPr>
              <a:t>A</a:t>
            </a:r>
            <a:r>
              <a:rPr lang="zh-CN" altLang="en-US" sz="2200" dirty="0">
                <a:solidFill>
                  <a:srgbClr val="000000"/>
                </a:solidFill>
                <a:latin typeface="+mn-ea"/>
                <a:ea typeface="+mn-ea"/>
              </a:rPr>
              <a:t>、宽度</a:t>
            </a:r>
            <a:r>
              <a:rPr lang="en-US" altLang="zh-CN" sz="2200" dirty="0">
                <a:solidFill>
                  <a:srgbClr val="000000"/>
                </a:solidFill>
                <a:latin typeface="+mn-ea"/>
                <a:ea typeface="+mn-ea"/>
              </a:rPr>
              <a:t>W</a:t>
            </a:r>
            <a:r>
              <a:rPr lang="zh-CN" altLang="en-US" sz="2200" dirty="0">
                <a:solidFill>
                  <a:srgbClr val="000000"/>
                </a:solidFill>
                <a:latin typeface="+mn-ea"/>
                <a:ea typeface="+mn-ea"/>
              </a:rPr>
              <a:t>以及每个返回波形的重心。并根据计算参数获得波形前缘中点位置。</a:t>
            </a:r>
            <a:endParaRPr lang="en-US" altLang="zh-CN" sz="2200" dirty="0">
              <a:solidFill>
                <a:srgbClr val="000000"/>
              </a:solidFill>
              <a:latin typeface="+mn-ea"/>
              <a:ea typeface="+mn-ea"/>
            </a:endParaRPr>
          </a:p>
        </p:txBody>
      </p:sp>
      <p:sp>
        <p:nvSpPr>
          <p:cNvPr id="5" name="文本框 4">
            <a:extLst>
              <a:ext uri="{FF2B5EF4-FFF2-40B4-BE49-F238E27FC236}">
                <a16:creationId xmlns:a16="http://schemas.microsoft.com/office/drawing/2014/main" id="{C29A5A14-8C80-962B-10E7-1D4E07CE8B40}"/>
              </a:ext>
            </a:extLst>
          </p:cNvPr>
          <p:cNvSpPr txBox="1"/>
          <p:nvPr/>
        </p:nvSpPr>
        <p:spPr>
          <a:xfrm>
            <a:off x="231321" y="6242980"/>
            <a:ext cx="8782050" cy="584775"/>
          </a:xfrm>
          <a:prstGeom prst="rect">
            <a:avLst/>
          </a:prstGeom>
          <a:noFill/>
        </p:spPr>
        <p:txBody>
          <a:bodyPr wrap="square">
            <a:spAutoFit/>
          </a:bodyPr>
          <a:lstStyle/>
          <a:p>
            <a:pPr algn="just"/>
            <a:r>
              <a:rPr lang="en-US" altLang="zh-CN" sz="1600" b="0" i="0" dirty="0" err="1">
                <a:solidFill>
                  <a:srgbClr val="0070C0"/>
                </a:solidFill>
                <a:effectLst/>
                <a:latin typeface="+mn-ea"/>
                <a:ea typeface="+mn-ea"/>
              </a:rPr>
              <a:t>Wingham</a:t>
            </a:r>
            <a:r>
              <a:rPr lang="en-US" altLang="zh-CN" sz="1600" b="0" i="0" dirty="0">
                <a:solidFill>
                  <a:srgbClr val="0070C0"/>
                </a:solidFill>
                <a:effectLst/>
                <a:latin typeface="+mn-ea"/>
                <a:ea typeface="+mn-ea"/>
              </a:rPr>
              <a:t> D J, </a:t>
            </a:r>
            <a:r>
              <a:rPr lang="en-US" altLang="zh-CN" sz="1600" b="0" i="0" dirty="0" err="1">
                <a:solidFill>
                  <a:srgbClr val="0070C0"/>
                </a:solidFill>
                <a:effectLst/>
                <a:latin typeface="+mn-ea"/>
                <a:ea typeface="+mn-ea"/>
              </a:rPr>
              <a:t>Rapley</a:t>
            </a:r>
            <a:r>
              <a:rPr lang="en-US" altLang="zh-CN" sz="1600" b="0" i="0" dirty="0">
                <a:solidFill>
                  <a:srgbClr val="0070C0"/>
                </a:solidFill>
                <a:effectLst/>
                <a:latin typeface="+mn-ea"/>
                <a:ea typeface="+mn-ea"/>
              </a:rPr>
              <a:t> C G</a:t>
            </a:r>
            <a:r>
              <a:rPr lang="en-US" altLang="zh-CN" sz="1600" dirty="0">
                <a:solidFill>
                  <a:srgbClr val="0070C0"/>
                </a:solidFill>
                <a:latin typeface="+mn-ea"/>
                <a:ea typeface="+mn-ea"/>
              </a:rPr>
              <a:t>, Griffiths H. New techniques in satellite altimeter tracking systems. </a:t>
            </a:r>
            <a:r>
              <a:rPr lang="en-US" altLang="zh-CN" sz="1600" dirty="0">
                <a:solidFill>
                  <a:srgbClr val="0070C0"/>
                </a:solidFill>
                <a:latin typeface="+mn-ea"/>
                <a:ea typeface="+mn-ea"/>
                <a:hlinkClick r:id="rId3" tooltip="点击浏览原文">
                  <a:extLst>
                    <a:ext uri="{A12FA001-AC4F-418D-AE19-62706E023703}">
                      <ahyp:hlinkClr xmlns:ahyp="http://schemas.microsoft.com/office/drawing/2018/hyperlinkcolor" val="tx"/>
                    </a:ext>
                  </a:extLst>
                </a:hlinkClick>
              </a:rPr>
              <a:t>Proc IGARSS'86 </a:t>
            </a:r>
            <a:r>
              <a:rPr lang="en-US" altLang="zh-CN" sz="1600" dirty="0" err="1">
                <a:solidFill>
                  <a:srgbClr val="0070C0"/>
                </a:solidFill>
                <a:latin typeface="+mn-ea"/>
                <a:ea typeface="+mn-ea"/>
                <a:hlinkClick r:id="rId3" tooltip="点击浏览原文">
                  <a:extLst>
                    <a:ext uri="{A12FA001-AC4F-418D-AE19-62706E023703}">
                      <ahyp:hlinkClr xmlns:ahyp="http://schemas.microsoft.com/office/drawing/2018/hyperlinkcolor" val="tx"/>
                    </a:ext>
                  </a:extLst>
                </a:hlinkClick>
              </a:rPr>
              <a:t>Symp</a:t>
            </a:r>
            <a:r>
              <a:rPr lang="en-US" altLang="zh-CN" sz="1600" dirty="0">
                <a:solidFill>
                  <a:srgbClr val="0070C0"/>
                </a:solidFill>
                <a:latin typeface="+mn-ea"/>
                <a:ea typeface="+mn-ea"/>
                <a:hlinkClick r:id="rId3" tooltip="点击浏览原文">
                  <a:extLst>
                    <a:ext uri="{A12FA001-AC4F-418D-AE19-62706E023703}">
                      <ahyp:hlinkClr xmlns:ahyp="http://schemas.microsoft.com/office/drawing/2018/hyperlinkcolor" val="tx"/>
                    </a:ext>
                  </a:extLst>
                </a:hlinkClick>
              </a:rPr>
              <a:t>, Zurich , 1986: 1339-1344.</a:t>
            </a:r>
            <a:endParaRPr lang="zh-CN" altLang="en-US" sz="1600" dirty="0">
              <a:solidFill>
                <a:srgbClr val="0070C0"/>
              </a:solidFill>
              <a:latin typeface="+mn-ea"/>
              <a:ea typeface="+mn-ea"/>
            </a:endParaRPr>
          </a:p>
        </p:txBody>
      </p:sp>
      <p:grpSp>
        <p:nvGrpSpPr>
          <p:cNvPr id="49" name="组合 48">
            <a:extLst>
              <a:ext uri="{FF2B5EF4-FFF2-40B4-BE49-F238E27FC236}">
                <a16:creationId xmlns:a16="http://schemas.microsoft.com/office/drawing/2014/main" id="{9AFB7052-44B1-8AE6-99AB-808429349DBB}"/>
              </a:ext>
            </a:extLst>
          </p:cNvPr>
          <p:cNvGrpSpPr/>
          <p:nvPr/>
        </p:nvGrpSpPr>
        <p:grpSpPr>
          <a:xfrm>
            <a:off x="1930400" y="3503385"/>
            <a:ext cx="4946585" cy="2731463"/>
            <a:chOff x="-2801304" y="3087198"/>
            <a:chExt cx="5849239" cy="3096422"/>
          </a:xfrm>
        </p:grpSpPr>
        <p:grpSp>
          <p:nvGrpSpPr>
            <p:cNvPr id="8" name="组合 7">
              <a:extLst>
                <a:ext uri="{FF2B5EF4-FFF2-40B4-BE49-F238E27FC236}">
                  <a16:creationId xmlns:a16="http://schemas.microsoft.com/office/drawing/2014/main" id="{F3E1B1CB-767F-9783-A234-8D01F9D65154}"/>
                </a:ext>
              </a:extLst>
            </p:cNvPr>
            <p:cNvGrpSpPr/>
            <p:nvPr/>
          </p:nvGrpSpPr>
          <p:grpSpPr>
            <a:xfrm>
              <a:off x="-2801304" y="3087198"/>
              <a:ext cx="5849239" cy="3096422"/>
              <a:chOff x="1838621" y="3815974"/>
              <a:chExt cx="5544176" cy="2641842"/>
            </a:xfrm>
          </p:grpSpPr>
          <p:cxnSp>
            <p:nvCxnSpPr>
              <p:cNvPr id="9" name="直接连接符 8">
                <a:extLst>
                  <a:ext uri="{FF2B5EF4-FFF2-40B4-BE49-F238E27FC236}">
                    <a16:creationId xmlns:a16="http://schemas.microsoft.com/office/drawing/2014/main" id="{BA01FB67-44FB-2131-F922-8A573A5DEC6D}"/>
                  </a:ext>
                </a:extLst>
              </p:cNvPr>
              <p:cNvCxnSpPr>
                <a:cxnSpLocks/>
              </p:cNvCxnSpPr>
              <p:nvPr/>
            </p:nvCxnSpPr>
            <p:spPr bwMode="auto">
              <a:xfrm>
                <a:off x="3794979" y="3815974"/>
                <a:ext cx="0" cy="2341922"/>
              </a:xfrm>
              <a:prstGeom prst="line">
                <a:avLst/>
              </a:prstGeom>
              <a:ln w="28575">
                <a:solidFill>
                  <a:srgbClr val="269FA0"/>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10" name="Group 123">
                <a:extLst>
                  <a:ext uri="{FF2B5EF4-FFF2-40B4-BE49-F238E27FC236}">
                    <a16:creationId xmlns:a16="http://schemas.microsoft.com/office/drawing/2014/main" id="{EE223641-17EF-41FC-3DE1-653EF76B3B13}"/>
                  </a:ext>
                </a:extLst>
              </p:cNvPr>
              <p:cNvGrpSpPr/>
              <p:nvPr/>
            </p:nvGrpSpPr>
            <p:grpSpPr>
              <a:xfrm>
                <a:off x="1838621" y="3815975"/>
                <a:ext cx="5544176" cy="2641841"/>
                <a:chOff x="1690182" y="3556577"/>
                <a:chExt cx="5544176" cy="2641841"/>
              </a:xfrm>
            </p:grpSpPr>
            <p:grpSp>
              <p:nvGrpSpPr>
                <p:cNvPr id="13" name="Group 59">
                  <a:extLst>
                    <a:ext uri="{FF2B5EF4-FFF2-40B4-BE49-F238E27FC236}">
                      <a16:creationId xmlns:a16="http://schemas.microsoft.com/office/drawing/2014/main" id="{5A98C98E-3DD8-0E26-8871-70DA006DF35C}"/>
                    </a:ext>
                  </a:extLst>
                </p:cNvPr>
                <p:cNvGrpSpPr/>
                <p:nvPr/>
              </p:nvGrpSpPr>
              <p:grpSpPr>
                <a:xfrm>
                  <a:off x="1690182" y="3556577"/>
                  <a:ext cx="5544176" cy="2641841"/>
                  <a:chOff x="1373898" y="4321270"/>
                  <a:chExt cx="5994181" cy="2016157"/>
                </a:xfrm>
              </p:grpSpPr>
              <p:grpSp>
                <p:nvGrpSpPr>
                  <p:cNvPr id="18" name="Group 17">
                    <a:extLst>
                      <a:ext uri="{FF2B5EF4-FFF2-40B4-BE49-F238E27FC236}">
                        <a16:creationId xmlns:a16="http://schemas.microsoft.com/office/drawing/2014/main" id="{B15DF580-D72A-06FA-1F64-3D5E9F560784}"/>
                      </a:ext>
                    </a:extLst>
                  </p:cNvPr>
                  <p:cNvGrpSpPr/>
                  <p:nvPr/>
                </p:nvGrpSpPr>
                <p:grpSpPr>
                  <a:xfrm>
                    <a:off x="1373898" y="4321270"/>
                    <a:ext cx="5994181" cy="2001958"/>
                    <a:chOff x="240849" y="4512270"/>
                    <a:chExt cx="5994181" cy="2144223"/>
                  </a:xfrm>
                </p:grpSpPr>
                <p:cxnSp>
                  <p:nvCxnSpPr>
                    <p:cNvPr id="25" name="Straight Arrow Connector 29">
                      <a:extLst>
                        <a:ext uri="{FF2B5EF4-FFF2-40B4-BE49-F238E27FC236}">
                          <a16:creationId xmlns:a16="http://schemas.microsoft.com/office/drawing/2014/main" id="{6437BE5C-BE42-26B8-5CFC-0CDCA07AFC35}"/>
                        </a:ext>
                      </a:extLst>
                    </p:cNvPr>
                    <p:cNvCxnSpPr>
                      <a:cxnSpLocks/>
                    </p:cNvCxnSpPr>
                    <p:nvPr/>
                  </p:nvCxnSpPr>
                  <p:spPr bwMode="auto">
                    <a:xfrm>
                      <a:off x="842636" y="6424506"/>
                      <a:ext cx="5230905"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30">
                      <a:extLst>
                        <a:ext uri="{FF2B5EF4-FFF2-40B4-BE49-F238E27FC236}">
                          <a16:creationId xmlns:a16="http://schemas.microsoft.com/office/drawing/2014/main" id="{00B7F691-C298-1539-D963-3F447C6796C6}"/>
                        </a:ext>
                      </a:extLst>
                    </p:cNvPr>
                    <p:cNvCxnSpPr>
                      <a:cxnSpLocks/>
                    </p:cNvCxnSpPr>
                    <p:nvPr/>
                  </p:nvCxnSpPr>
                  <p:spPr bwMode="auto">
                    <a:xfrm flipV="1">
                      <a:off x="842636" y="4512270"/>
                      <a:ext cx="0" cy="191223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27" name="TextBox 31">
                      <a:extLst>
                        <a:ext uri="{FF2B5EF4-FFF2-40B4-BE49-F238E27FC236}">
                          <a16:creationId xmlns:a16="http://schemas.microsoft.com/office/drawing/2014/main" id="{0D6475E5-B9E8-FF72-B6D1-7BD2D8A6BF0A}"/>
                        </a:ext>
                      </a:extLst>
                    </p:cNvPr>
                    <p:cNvSpPr txBox="1"/>
                    <p:nvPr/>
                  </p:nvSpPr>
                  <p:spPr>
                    <a:xfrm>
                      <a:off x="240849" y="4560969"/>
                      <a:ext cx="609781" cy="236106"/>
                    </a:xfrm>
                    <a:prstGeom prst="rect">
                      <a:avLst/>
                    </a:prstGeom>
                    <a:noFill/>
                  </p:spPr>
                  <p:txBody>
                    <a:bodyPr wrap="none" rtlCol="0">
                      <a:spAutoFit/>
                    </a:bodyPr>
                    <a:lstStyle/>
                    <a:p>
                      <a:r>
                        <a:rPr lang="en-CN" sz="1600" b="1" dirty="0">
                          <a:solidFill>
                            <a:schemeClr val="bg2"/>
                          </a:solidFill>
                          <a:latin typeface="+mn-ea"/>
                          <a:ea typeface="+mn-ea"/>
                        </a:rPr>
                        <a:t>功率</a:t>
                      </a:r>
                    </a:p>
                  </p:txBody>
                </p:sp>
                <p:sp>
                  <p:nvSpPr>
                    <p:cNvPr id="28" name="TextBox 32">
                      <a:extLst>
                        <a:ext uri="{FF2B5EF4-FFF2-40B4-BE49-F238E27FC236}">
                          <a16:creationId xmlns:a16="http://schemas.microsoft.com/office/drawing/2014/main" id="{2420206E-F15C-1F88-826A-E4487D612023}"/>
                        </a:ext>
                      </a:extLst>
                    </p:cNvPr>
                    <p:cNvSpPr txBox="1"/>
                    <p:nvPr/>
                  </p:nvSpPr>
                  <p:spPr>
                    <a:xfrm>
                      <a:off x="5625249" y="6420387"/>
                      <a:ext cx="609781" cy="236106"/>
                    </a:xfrm>
                    <a:prstGeom prst="rect">
                      <a:avLst/>
                    </a:prstGeom>
                    <a:noFill/>
                  </p:spPr>
                  <p:txBody>
                    <a:bodyPr wrap="none" rtlCol="0">
                      <a:spAutoFit/>
                    </a:bodyPr>
                    <a:lstStyle/>
                    <a:p>
                      <a:r>
                        <a:rPr lang="en-CN" sz="1600" b="1">
                          <a:solidFill>
                            <a:schemeClr val="bg2"/>
                          </a:solidFill>
                          <a:latin typeface="+mn-ea"/>
                          <a:ea typeface="+mn-ea"/>
                        </a:rPr>
                        <a:t>时间</a:t>
                      </a:r>
                    </a:p>
                  </p:txBody>
                </p:sp>
                <p:sp>
                  <p:nvSpPr>
                    <p:cNvPr id="29" name="Oval 33">
                      <a:extLst>
                        <a:ext uri="{FF2B5EF4-FFF2-40B4-BE49-F238E27FC236}">
                          <a16:creationId xmlns:a16="http://schemas.microsoft.com/office/drawing/2014/main" id="{FEB23676-B282-FFBD-EEC0-D1AD7927F1B9}"/>
                        </a:ext>
                      </a:extLst>
                    </p:cNvPr>
                    <p:cNvSpPr/>
                    <p:nvPr/>
                  </p:nvSpPr>
                  <p:spPr>
                    <a:xfrm>
                      <a:off x="1336414" y="6102257"/>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0" name="Oval 34">
                      <a:extLst>
                        <a:ext uri="{FF2B5EF4-FFF2-40B4-BE49-F238E27FC236}">
                          <a16:creationId xmlns:a16="http://schemas.microsoft.com/office/drawing/2014/main" id="{6EDFE79C-38F5-EDC8-1AD2-FFBC070D25E5}"/>
                        </a:ext>
                      </a:extLst>
                    </p:cNvPr>
                    <p:cNvSpPr/>
                    <p:nvPr/>
                  </p:nvSpPr>
                  <p:spPr>
                    <a:xfrm>
                      <a:off x="2313355" y="5578936"/>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1" name="Oval 35">
                      <a:extLst>
                        <a:ext uri="{FF2B5EF4-FFF2-40B4-BE49-F238E27FC236}">
                          <a16:creationId xmlns:a16="http://schemas.microsoft.com/office/drawing/2014/main" id="{CC9DEEFF-5257-80E6-A127-4B2A3D1CCD1A}"/>
                        </a:ext>
                      </a:extLst>
                    </p:cNvPr>
                    <p:cNvSpPr/>
                    <p:nvPr/>
                  </p:nvSpPr>
                  <p:spPr>
                    <a:xfrm>
                      <a:off x="3320181" y="4757301"/>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2" name="Oval 36">
                      <a:extLst>
                        <a:ext uri="{FF2B5EF4-FFF2-40B4-BE49-F238E27FC236}">
                          <a16:creationId xmlns:a16="http://schemas.microsoft.com/office/drawing/2014/main" id="{5B1D28B4-D852-B44D-B748-1BBE0DC0A28C}"/>
                        </a:ext>
                      </a:extLst>
                    </p:cNvPr>
                    <p:cNvSpPr/>
                    <p:nvPr/>
                  </p:nvSpPr>
                  <p:spPr>
                    <a:xfrm>
                      <a:off x="4343408" y="4823802"/>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3" name="Oval 37">
                      <a:extLst>
                        <a:ext uri="{FF2B5EF4-FFF2-40B4-BE49-F238E27FC236}">
                          <a16:creationId xmlns:a16="http://schemas.microsoft.com/office/drawing/2014/main" id="{AD13445A-8B6D-D819-F573-A846E010789F}"/>
                        </a:ext>
                      </a:extLst>
                    </p:cNvPr>
                    <p:cNvSpPr/>
                    <p:nvPr/>
                  </p:nvSpPr>
                  <p:spPr>
                    <a:xfrm>
                      <a:off x="5419311" y="4917755"/>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34" name="Freeform 38">
                      <a:extLst>
                        <a:ext uri="{FF2B5EF4-FFF2-40B4-BE49-F238E27FC236}">
                          <a16:creationId xmlns:a16="http://schemas.microsoft.com/office/drawing/2014/main" id="{E35511F0-D956-987A-FDDB-D009EF3AE173}"/>
                        </a:ext>
                      </a:extLst>
                    </p:cNvPr>
                    <p:cNvSpPr/>
                    <p:nvPr/>
                  </p:nvSpPr>
                  <p:spPr>
                    <a:xfrm>
                      <a:off x="1311563" y="4751109"/>
                      <a:ext cx="4130214" cy="1418449"/>
                    </a:xfrm>
                    <a:custGeom>
                      <a:avLst/>
                      <a:gdLst>
                        <a:gd name="connsiteX0" fmla="*/ 0 w 4071487"/>
                        <a:gd name="connsiteY0" fmla="*/ 1380185 h 1380185"/>
                        <a:gd name="connsiteX1" fmla="*/ 972152 w 4071487"/>
                        <a:gd name="connsiteY1" fmla="*/ 860421 h 1380185"/>
                        <a:gd name="connsiteX2" fmla="*/ 1973179 w 4071487"/>
                        <a:gd name="connsiteY2" fmla="*/ 42273 h 1380185"/>
                        <a:gd name="connsiteX3" fmla="*/ 2993457 w 4071487"/>
                        <a:gd name="connsiteY3" fmla="*/ 109650 h 1380185"/>
                        <a:gd name="connsiteX4" fmla="*/ 4071487 w 4071487"/>
                        <a:gd name="connsiteY4" fmla="*/ 196278 h 13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1487" h="1380185">
                          <a:moveTo>
                            <a:pt x="0" y="1380185"/>
                          </a:moveTo>
                          <a:cubicBezTo>
                            <a:pt x="321644" y="1231795"/>
                            <a:pt x="643289" y="1083406"/>
                            <a:pt x="972152" y="860421"/>
                          </a:cubicBezTo>
                          <a:cubicBezTo>
                            <a:pt x="1301015" y="637436"/>
                            <a:pt x="1636295" y="167401"/>
                            <a:pt x="1973179" y="42273"/>
                          </a:cubicBezTo>
                          <a:cubicBezTo>
                            <a:pt x="2310063" y="-82856"/>
                            <a:pt x="2993457" y="109650"/>
                            <a:pt x="2993457" y="109650"/>
                          </a:cubicBezTo>
                          <a:lnTo>
                            <a:pt x="4071487" y="196278"/>
                          </a:lnTo>
                        </a:path>
                      </a:pathLst>
                    </a:custGeom>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1" i="0" u="none" strike="noStrike" cap="none" normalizeH="0" baseline="0">
                        <a:ln>
                          <a:noFill/>
                        </a:ln>
                        <a:solidFill>
                          <a:schemeClr val="tx1"/>
                        </a:solidFill>
                        <a:effectLst/>
                        <a:latin typeface="+mn-ea"/>
                      </a:endParaRPr>
                    </a:p>
                  </p:txBody>
                </p:sp>
              </p:grpSp>
              <mc:AlternateContent xmlns:mc="http://schemas.openxmlformats.org/markup-compatibility/2006" xmlns:a14="http://schemas.microsoft.com/office/drawing/2010/main">
                <mc:Choice Requires="a14">
                  <p:sp>
                    <p:nvSpPr>
                      <p:cNvPr id="20" name="TextBox 24">
                        <a:extLst>
                          <a:ext uri="{FF2B5EF4-FFF2-40B4-BE49-F238E27FC236}">
                            <a16:creationId xmlns:a16="http://schemas.microsoft.com/office/drawing/2014/main" id="{1543BC0B-D3F2-058A-B9F7-AA0B6A8CFAF2}"/>
                          </a:ext>
                        </a:extLst>
                      </p:cNvPr>
                      <p:cNvSpPr txBox="1"/>
                      <p:nvPr/>
                    </p:nvSpPr>
                    <p:spPr>
                      <a:xfrm>
                        <a:off x="2323507" y="6121970"/>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𝟎</m:t>
                                  </m:r>
                                </m:sub>
                              </m:sSub>
                            </m:oMath>
                          </m:oMathPara>
                        </a14:m>
                        <a:endParaRPr lang="en-CN" sz="1200" b="1" dirty="0">
                          <a:solidFill>
                            <a:schemeClr val="bg2"/>
                          </a:solidFill>
                          <a:latin typeface="+mn-ea"/>
                          <a:ea typeface="+mn-ea"/>
                        </a:endParaRPr>
                      </a:p>
                    </p:txBody>
                  </p:sp>
                </mc:Choice>
                <mc:Fallback xmlns="">
                  <p:sp>
                    <p:nvSpPr>
                      <p:cNvPr id="20" name="TextBox 24">
                        <a:extLst>
                          <a:ext uri="{FF2B5EF4-FFF2-40B4-BE49-F238E27FC236}">
                            <a16:creationId xmlns:a16="http://schemas.microsoft.com/office/drawing/2014/main" id="{1543BC0B-D3F2-058A-B9F7-AA0B6A8CFAF2}"/>
                          </a:ext>
                        </a:extLst>
                      </p:cNvPr>
                      <p:cNvSpPr txBox="1">
                        <a:spLocks noRot="1" noChangeAspect="1" noMove="1" noResize="1" noEditPoints="1" noAdjustHandles="1" noChangeArrowheads="1" noChangeShapeType="1" noTextEdit="1"/>
                      </p:cNvSpPr>
                      <p:nvPr/>
                    </p:nvSpPr>
                    <p:spPr>
                      <a:xfrm>
                        <a:off x="2323507" y="6121970"/>
                        <a:ext cx="447162" cy="2044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TextBox 25">
                        <a:extLst>
                          <a:ext uri="{FF2B5EF4-FFF2-40B4-BE49-F238E27FC236}">
                            <a16:creationId xmlns:a16="http://schemas.microsoft.com/office/drawing/2014/main" id="{3F3D93B3-4C75-F8F5-F8C7-5022AF393E37}"/>
                          </a:ext>
                        </a:extLst>
                      </p:cNvPr>
                      <p:cNvSpPr txBox="1"/>
                      <p:nvPr/>
                    </p:nvSpPr>
                    <p:spPr>
                      <a:xfrm>
                        <a:off x="3226510" y="6120709"/>
                        <a:ext cx="594791" cy="2167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𝟏</m:t>
                                  </m:r>
                                  <m:r>
                                    <a:rPr lang="en-US" sz="1200" b="1" i="1" smtClean="0">
                                      <a:solidFill>
                                        <a:schemeClr val="bg2"/>
                                      </a:solidFill>
                                      <a:latin typeface="Cambria Math" panose="02040503050406030204" pitchFamily="18" charset="0"/>
                                      <a:ea typeface="+mn-ea"/>
                                    </a:rPr>
                                    <m:t>/</m:t>
                                  </m:r>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1" name="TextBox 25">
                        <a:extLst>
                          <a:ext uri="{FF2B5EF4-FFF2-40B4-BE49-F238E27FC236}">
                            <a16:creationId xmlns:a16="http://schemas.microsoft.com/office/drawing/2014/main" id="{3F3D93B3-4C75-F8F5-F8C7-5022AF393E37}"/>
                          </a:ext>
                        </a:extLst>
                      </p:cNvPr>
                      <p:cNvSpPr txBox="1">
                        <a:spLocks noRot="1" noChangeAspect="1" noMove="1" noResize="1" noEditPoints="1" noAdjustHandles="1" noChangeArrowheads="1" noChangeShapeType="1" noTextEdit="1"/>
                      </p:cNvSpPr>
                      <p:nvPr/>
                    </p:nvSpPr>
                    <p:spPr>
                      <a:xfrm>
                        <a:off x="3226510" y="6120709"/>
                        <a:ext cx="594791" cy="216718"/>
                      </a:xfrm>
                      <a:prstGeom prst="rect">
                        <a:avLst/>
                      </a:prstGeom>
                      <a:blipFill>
                        <a:blip r:embed="rId5"/>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TextBox 26">
                        <a:extLst>
                          <a:ext uri="{FF2B5EF4-FFF2-40B4-BE49-F238E27FC236}">
                            <a16:creationId xmlns:a16="http://schemas.microsoft.com/office/drawing/2014/main" id="{97805816-E6FF-329B-40CF-5CD9567CB329}"/>
                          </a:ext>
                        </a:extLst>
                      </p:cNvPr>
                      <p:cNvSpPr txBox="1"/>
                      <p:nvPr/>
                    </p:nvSpPr>
                    <p:spPr>
                      <a:xfrm>
                        <a:off x="4308095" y="6121215"/>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𝟏</m:t>
                                  </m:r>
                                </m:sub>
                              </m:sSub>
                            </m:oMath>
                          </m:oMathPara>
                        </a14:m>
                        <a:endParaRPr lang="en-CN" sz="1200" b="1">
                          <a:solidFill>
                            <a:schemeClr val="bg2"/>
                          </a:solidFill>
                          <a:latin typeface="+mn-ea"/>
                          <a:ea typeface="+mn-ea"/>
                        </a:endParaRPr>
                      </a:p>
                    </p:txBody>
                  </p:sp>
                </mc:Choice>
                <mc:Fallback xmlns="">
                  <p:sp>
                    <p:nvSpPr>
                      <p:cNvPr id="22" name="TextBox 26">
                        <a:extLst>
                          <a:ext uri="{FF2B5EF4-FFF2-40B4-BE49-F238E27FC236}">
                            <a16:creationId xmlns:a16="http://schemas.microsoft.com/office/drawing/2014/main" id="{97805816-E6FF-329B-40CF-5CD9567CB329}"/>
                          </a:ext>
                        </a:extLst>
                      </p:cNvPr>
                      <p:cNvSpPr txBox="1">
                        <a:spLocks noRot="1" noChangeAspect="1" noMove="1" noResize="1" noEditPoints="1" noAdjustHandles="1" noChangeArrowheads="1" noChangeShapeType="1" noTextEdit="1"/>
                      </p:cNvSpPr>
                      <p:nvPr/>
                    </p:nvSpPr>
                    <p:spPr>
                      <a:xfrm>
                        <a:off x="4308095" y="6121215"/>
                        <a:ext cx="447162" cy="20446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TextBox 27">
                        <a:extLst>
                          <a:ext uri="{FF2B5EF4-FFF2-40B4-BE49-F238E27FC236}">
                            <a16:creationId xmlns:a16="http://schemas.microsoft.com/office/drawing/2014/main" id="{4D9D4948-3A00-58EE-4DA2-55EB518F9853}"/>
                          </a:ext>
                        </a:extLst>
                      </p:cNvPr>
                      <p:cNvSpPr txBox="1"/>
                      <p:nvPr/>
                    </p:nvSpPr>
                    <p:spPr>
                      <a:xfrm>
                        <a:off x="5260655" y="6114117"/>
                        <a:ext cx="594791" cy="2167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𝟑</m:t>
                                  </m:r>
                                  <m:r>
                                    <a:rPr lang="en-US" sz="1200" b="1" i="1" smtClean="0">
                                      <a:solidFill>
                                        <a:schemeClr val="bg2"/>
                                      </a:solidFill>
                                      <a:latin typeface="Cambria Math" panose="02040503050406030204" pitchFamily="18" charset="0"/>
                                      <a:ea typeface="+mn-ea"/>
                                    </a:rPr>
                                    <m:t>/</m:t>
                                  </m:r>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3" name="TextBox 27">
                        <a:extLst>
                          <a:ext uri="{FF2B5EF4-FFF2-40B4-BE49-F238E27FC236}">
                            <a16:creationId xmlns:a16="http://schemas.microsoft.com/office/drawing/2014/main" id="{4D9D4948-3A00-58EE-4DA2-55EB518F9853}"/>
                          </a:ext>
                        </a:extLst>
                      </p:cNvPr>
                      <p:cNvSpPr txBox="1">
                        <a:spLocks noRot="1" noChangeAspect="1" noMove="1" noResize="1" noEditPoints="1" noAdjustHandles="1" noChangeArrowheads="1" noChangeShapeType="1" noTextEdit="1"/>
                      </p:cNvSpPr>
                      <p:nvPr/>
                    </p:nvSpPr>
                    <p:spPr>
                      <a:xfrm>
                        <a:off x="5260655" y="6114117"/>
                        <a:ext cx="594791" cy="216718"/>
                      </a:xfrm>
                      <a:prstGeom prst="rect">
                        <a:avLst/>
                      </a:prstGeom>
                      <a:blipFill>
                        <a:blip r:embed="rId7"/>
                        <a:stretch>
                          <a:fillRect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TextBox 28">
                        <a:extLst>
                          <a:ext uri="{FF2B5EF4-FFF2-40B4-BE49-F238E27FC236}">
                            <a16:creationId xmlns:a16="http://schemas.microsoft.com/office/drawing/2014/main" id="{3D31811B-1BBA-1CCD-0421-949F80E95131}"/>
                          </a:ext>
                        </a:extLst>
                      </p:cNvPr>
                      <p:cNvSpPr txBox="1"/>
                      <p:nvPr/>
                    </p:nvSpPr>
                    <p:spPr>
                      <a:xfrm>
                        <a:off x="6394492" y="6095694"/>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4" name="TextBox 28">
                        <a:extLst>
                          <a:ext uri="{FF2B5EF4-FFF2-40B4-BE49-F238E27FC236}">
                            <a16:creationId xmlns:a16="http://schemas.microsoft.com/office/drawing/2014/main" id="{3D31811B-1BBA-1CCD-0421-949F80E95131}"/>
                          </a:ext>
                        </a:extLst>
                      </p:cNvPr>
                      <p:cNvSpPr txBox="1">
                        <a:spLocks noRot="1" noChangeAspect="1" noMove="1" noResize="1" noEditPoints="1" noAdjustHandles="1" noChangeArrowheads="1" noChangeShapeType="1" noTextEdit="1"/>
                      </p:cNvSpPr>
                      <p:nvPr/>
                    </p:nvSpPr>
                    <p:spPr>
                      <a:xfrm>
                        <a:off x="6394492" y="6095694"/>
                        <a:ext cx="447162" cy="204460"/>
                      </a:xfrm>
                      <a:prstGeom prst="rect">
                        <a:avLst/>
                      </a:prstGeom>
                      <a:blipFill>
                        <a:blip r:embed="rId8"/>
                        <a:stretch>
                          <a:fillRect/>
                        </a:stretch>
                      </a:blipFill>
                    </p:spPr>
                    <p:txBody>
                      <a:bodyPr/>
                      <a:lstStyle/>
                      <a:p>
                        <a:r>
                          <a:rPr lang="zh-CN" altLang="en-US">
                            <a:noFill/>
                          </a:rPr>
                          <a:t> </a:t>
                        </a:r>
                      </a:p>
                    </p:txBody>
                  </p:sp>
                </mc:Fallback>
              </mc:AlternateContent>
            </p:grpSp>
            <p:sp>
              <p:nvSpPr>
                <p:cNvPr id="15" name="TextBox 116">
                  <a:extLst>
                    <a:ext uri="{FF2B5EF4-FFF2-40B4-BE49-F238E27FC236}">
                      <a16:creationId xmlns:a16="http://schemas.microsoft.com/office/drawing/2014/main" id="{A2440C1C-17B5-4B3A-E707-7DC41CADF845}"/>
                    </a:ext>
                  </a:extLst>
                </p:cNvPr>
                <p:cNvSpPr txBox="1"/>
                <p:nvPr/>
              </p:nvSpPr>
              <p:spPr>
                <a:xfrm>
                  <a:off x="3241873" y="5012077"/>
                  <a:ext cx="958790" cy="393889"/>
                </a:xfrm>
                <a:prstGeom prst="rect">
                  <a:avLst/>
                </a:prstGeom>
                <a:noFill/>
              </p:spPr>
              <p:txBody>
                <a:bodyPr wrap="square">
                  <a:spAutoFit/>
                </a:bodyPr>
                <a:lstStyle/>
                <a:p>
                  <a:r>
                    <a:rPr lang="zh-CN" altLang="en-US" sz="1200" b="1">
                      <a:solidFill>
                        <a:schemeClr val="accent3"/>
                      </a:solidFill>
                      <a:latin typeface="+mn-ea"/>
                      <a:ea typeface="+mn-ea"/>
                    </a:rPr>
                    <a:t>实际波形前缘中点</a:t>
                  </a:r>
                  <a:endParaRPr lang="en-CN" sz="1200" b="1">
                    <a:solidFill>
                      <a:schemeClr val="accent3"/>
                    </a:solidFill>
                    <a:latin typeface="+mn-ea"/>
                    <a:ea typeface="+mn-ea"/>
                  </a:endParaRPr>
                </a:p>
              </p:txBody>
            </p:sp>
          </p:grpSp>
        </p:grpSp>
        <p:cxnSp>
          <p:nvCxnSpPr>
            <p:cNvPr id="36" name="直接箭头连接符 35">
              <a:extLst>
                <a:ext uri="{FF2B5EF4-FFF2-40B4-BE49-F238E27FC236}">
                  <a16:creationId xmlns:a16="http://schemas.microsoft.com/office/drawing/2014/main" id="{8D497EE8-CB85-51F6-8E39-1D8E611160FE}"/>
                </a:ext>
              </a:extLst>
            </p:cNvPr>
            <p:cNvCxnSpPr>
              <a:cxnSpLocks/>
            </p:cNvCxnSpPr>
            <p:nvPr/>
          </p:nvCxnSpPr>
          <p:spPr bwMode="auto">
            <a:xfrm>
              <a:off x="1576681" y="3840713"/>
              <a:ext cx="0" cy="197166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1DBAF750-5FB3-3561-E29D-03AA6E9EFC0E}"/>
                </a:ext>
              </a:extLst>
            </p:cNvPr>
            <p:cNvCxnSpPr>
              <a:cxnSpLocks/>
            </p:cNvCxnSpPr>
            <p:nvPr/>
          </p:nvCxnSpPr>
          <p:spPr bwMode="auto">
            <a:xfrm>
              <a:off x="-714788" y="3835312"/>
              <a:ext cx="2227969"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7EAFB111-5CD4-AF89-BFE9-453C360FBBDC}"/>
                </a:ext>
              </a:extLst>
            </p:cNvPr>
            <p:cNvSpPr txBox="1"/>
            <p:nvPr/>
          </p:nvSpPr>
          <p:spPr>
            <a:xfrm>
              <a:off x="16213" y="3848933"/>
              <a:ext cx="700833" cy="400110"/>
            </a:xfrm>
            <a:prstGeom prst="rect">
              <a:avLst/>
            </a:prstGeom>
            <a:noFill/>
          </p:spPr>
          <p:txBody>
            <a:bodyPr wrap="none" rtlCol="0">
              <a:spAutoFit/>
            </a:bodyPr>
            <a:lstStyle/>
            <a:p>
              <a:r>
                <a:rPr lang="zh-CN" altLang="en-US" sz="2000" b="1" dirty="0">
                  <a:solidFill>
                    <a:schemeClr val="bg1"/>
                  </a:solidFill>
                  <a:latin typeface="+mn-ea"/>
                  <a:ea typeface="+mn-ea"/>
                </a:rPr>
                <a:t>宽度</a:t>
              </a:r>
            </a:p>
          </p:txBody>
        </p:sp>
        <p:sp>
          <p:nvSpPr>
            <p:cNvPr id="48" name="文本框 47">
              <a:extLst>
                <a:ext uri="{FF2B5EF4-FFF2-40B4-BE49-F238E27FC236}">
                  <a16:creationId xmlns:a16="http://schemas.microsoft.com/office/drawing/2014/main" id="{E8BD9C38-D1FC-C31C-2DFD-386CD465019B}"/>
                </a:ext>
              </a:extLst>
            </p:cNvPr>
            <p:cNvSpPr txBox="1"/>
            <p:nvPr/>
          </p:nvSpPr>
          <p:spPr>
            <a:xfrm>
              <a:off x="1552699" y="4593091"/>
              <a:ext cx="697628" cy="400110"/>
            </a:xfrm>
            <a:prstGeom prst="rect">
              <a:avLst/>
            </a:prstGeom>
            <a:noFill/>
          </p:spPr>
          <p:txBody>
            <a:bodyPr wrap="none" rtlCol="0">
              <a:spAutoFit/>
            </a:bodyPr>
            <a:lstStyle/>
            <a:p>
              <a:r>
                <a:rPr lang="zh-CN" altLang="en-US" sz="2000" b="1" dirty="0">
                  <a:solidFill>
                    <a:schemeClr val="bg1"/>
                  </a:solidFill>
                  <a:latin typeface="+mn-ea"/>
                  <a:ea typeface="+mn-ea"/>
                </a:rPr>
                <a:t>振幅</a:t>
              </a:r>
            </a:p>
          </p:txBody>
        </p:sp>
      </p:grpSp>
    </p:spTree>
    <p:extLst>
      <p:ext uri="{BB962C8B-B14F-4D97-AF65-F5344CB8AC3E}">
        <p14:creationId xmlns:p14="http://schemas.microsoft.com/office/powerpoint/2010/main" val="387339814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1515A-942B-B219-AD4C-49C0E0296BA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72A5284-6F69-0B47-9118-CDA8BF8CA288}"/>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678CCB38-63D4-23AE-478B-6BBE6CB2DC37}"/>
              </a:ext>
            </a:extLst>
          </p:cNvPr>
          <p:cNvSpPr txBox="1"/>
          <p:nvPr/>
        </p:nvSpPr>
        <p:spPr>
          <a:xfrm>
            <a:off x="390941" y="780599"/>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波形重追踪算法</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0C6A7E93-EF96-B075-2ED6-71CBBC4D3184}"/>
              </a:ext>
            </a:extLst>
          </p:cNvPr>
          <p:cNvSpPr txBox="1"/>
          <p:nvPr/>
        </p:nvSpPr>
        <p:spPr>
          <a:xfrm>
            <a:off x="336551" y="1368340"/>
            <a:ext cx="8576758" cy="2408352"/>
          </a:xfrm>
          <a:prstGeom prst="rect">
            <a:avLst/>
          </a:prstGeom>
          <a:noFill/>
        </p:spPr>
        <p:txBody>
          <a:bodyPr wrap="square">
            <a:spAutoFit/>
          </a:bodyPr>
          <a:lstStyle/>
          <a:p>
            <a:pPr algn="just"/>
            <a:r>
              <a:rPr lang="en-US" altLang="zh-CN" dirty="0">
                <a:solidFill>
                  <a:srgbClr val="000000"/>
                </a:solidFill>
                <a:latin typeface="+mn-ea"/>
                <a:ea typeface="+mn-ea"/>
              </a:rPr>
              <a:t>3. ICE1</a:t>
            </a:r>
            <a:r>
              <a:rPr lang="zh-CN" altLang="en-US" dirty="0">
                <a:solidFill>
                  <a:srgbClr val="000000"/>
                </a:solidFill>
                <a:latin typeface="+mn-ea"/>
                <a:ea typeface="+mn-ea"/>
              </a:rPr>
              <a:t>算法</a:t>
            </a:r>
            <a:endParaRPr lang="en-US" altLang="zh-CN" dirty="0">
              <a:solidFill>
                <a:srgbClr val="000000"/>
              </a:solidFill>
              <a:latin typeface="+mn-ea"/>
              <a:ea typeface="+mn-ea"/>
            </a:endParaRPr>
          </a:p>
          <a:p>
            <a:pPr algn="just"/>
            <a:r>
              <a:rPr lang="en-US" altLang="zh-CN" sz="2300" dirty="0">
                <a:solidFill>
                  <a:srgbClr val="000000"/>
                </a:solidFill>
                <a:latin typeface="+mn-ea"/>
                <a:ea typeface="+mn-ea"/>
              </a:rPr>
              <a:t>Bamber</a:t>
            </a:r>
            <a:r>
              <a:rPr lang="zh-CN" altLang="en-US" sz="2300" dirty="0">
                <a:solidFill>
                  <a:srgbClr val="000000"/>
                </a:solidFill>
                <a:latin typeface="+mn-ea"/>
                <a:ea typeface="+mn-ea"/>
              </a:rPr>
              <a:t>在</a:t>
            </a:r>
            <a:r>
              <a:rPr lang="en-US" altLang="zh-CN" sz="2300" dirty="0">
                <a:solidFill>
                  <a:srgbClr val="000000"/>
                </a:solidFill>
                <a:latin typeface="+mn-ea"/>
                <a:ea typeface="+mn-ea"/>
              </a:rPr>
              <a:t>1994</a:t>
            </a:r>
            <a:r>
              <a:rPr lang="zh-CN" altLang="en-US" sz="2300" dirty="0">
                <a:solidFill>
                  <a:srgbClr val="000000"/>
                </a:solidFill>
                <a:latin typeface="+mn-ea"/>
                <a:ea typeface="+mn-ea"/>
              </a:rPr>
              <a:t>年提出利用</a:t>
            </a:r>
            <a:r>
              <a:rPr lang="en-US" altLang="zh-CN" sz="2300" dirty="0">
                <a:solidFill>
                  <a:srgbClr val="000000"/>
                </a:solidFill>
                <a:latin typeface="+mn-ea"/>
                <a:ea typeface="+mn-ea"/>
              </a:rPr>
              <a:t>ICE1</a:t>
            </a:r>
            <a:r>
              <a:rPr lang="zh-CN" altLang="en-US" sz="2300" dirty="0">
                <a:solidFill>
                  <a:srgbClr val="000000"/>
                </a:solidFill>
                <a:latin typeface="+mn-ea"/>
                <a:ea typeface="+mn-ea"/>
              </a:rPr>
              <a:t>算法对</a:t>
            </a:r>
            <a:r>
              <a:rPr lang="en-US" altLang="zh-CN" sz="2300" dirty="0">
                <a:solidFill>
                  <a:srgbClr val="000000"/>
                </a:solidFill>
                <a:latin typeface="+mn-ea"/>
                <a:ea typeface="+mn-ea"/>
              </a:rPr>
              <a:t>ERS-1</a:t>
            </a:r>
            <a:r>
              <a:rPr lang="zh-CN" altLang="en-US" sz="2300" dirty="0">
                <a:solidFill>
                  <a:srgbClr val="000000"/>
                </a:solidFill>
                <a:latin typeface="+mn-ea"/>
                <a:ea typeface="+mn-ea"/>
              </a:rPr>
              <a:t>雷达测高数据进行波形重追踪，该算法利用重力偏移算法</a:t>
            </a:r>
            <a:r>
              <a:rPr lang="en-US" altLang="zh-CN" sz="2300" dirty="0">
                <a:solidFill>
                  <a:srgbClr val="000000"/>
                </a:solidFill>
                <a:latin typeface="+mn-ea"/>
                <a:ea typeface="+mn-ea"/>
              </a:rPr>
              <a:t>OCOG</a:t>
            </a:r>
            <a:r>
              <a:rPr lang="zh-CN" altLang="en-US" sz="2300" dirty="0">
                <a:solidFill>
                  <a:srgbClr val="000000"/>
                </a:solidFill>
                <a:latin typeface="+mn-ea"/>
                <a:ea typeface="+mn-ea"/>
              </a:rPr>
              <a:t>得出波形振幅，</a:t>
            </a:r>
            <a:r>
              <a:rPr lang="zh-CN" altLang="en-US" sz="2300" b="1" dirty="0">
                <a:solidFill>
                  <a:srgbClr val="000000"/>
                </a:solidFill>
                <a:latin typeface="+mn-ea"/>
                <a:ea typeface="+mn-ea"/>
              </a:rPr>
              <a:t>找到第一个功率值大于该振幅的某一阈值比例值</a:t>
            </a:r>
            <a:r>
              <a:rPr lang="zh-CN" altLang="en-US" sz="2300" dirty="0">
                <a:solidFill>
                  <a:srgbClr val="000000"/>
                </a:solidFill>
                <a:latin typeface="+mn-ea"/>
                <a:ea typeface="+mn-ea"/>
              </a:rPr>
              <a:t>（如</a:t>
            </a:r>
            <a:r>
              <a:rPr lang="en-US" altLang="zh-CN" sz="2300" dirty="0">
                <a:solidFill>
                  <a:srgbClr val="000000"/>
                </a:solidFill>
                <a:latin typeface="+mn-ea"/>
                <a:ea typeface="+mn-ea"/>
              </a:rPr>
              <a:t>30%</a:t>
            </a:r>
            <a:r>
              <a:rPr lang="zh-CN" altLang="en-US" sz="2300" dirty="0">
                <a:solidFill>
                  <a:srgbClr val="000000"/>
                </a:solidFill>
                <a:latin typeface="+mn-ea"/>
                <a:ea typeface="+mn-ea"/>
              </a:rPr>
              <a:t>，孙明智等，</a:t>
            </a:r>
            <a:r>
              <a:rPr lang="en-US" altLang="zh-CN" sz="2300" dirty="0">
                <a:solidFill>
                  <a:srgbClr val="000000"/>
                </a:solidFill>
                <a:latin typeface="+mn-ea"/>
                <a:ea typeface="+mn-ea"/>
              </a:rPr>
              <a:t>2022</a:t>
            </a:r>
            <a:r>
              <a:rPr lang="zh-CN" altLang="en-US" sz="2300" dirty="0">
                <a:solidFill>
                  <a:srgbClr val="000000"/>
                </a:solidFill>
                <a:latin typeface="+mn-ea"/>
                <a:ea typeface="+mn-ea"/>
              </a:rPr>
              <a:t>）的距离门位置，然后在该距离门和上一个距离门之间内插到该阈值所对应的重跟踪点。</a:t>
            </a:r>
            <a:endParaRPr lang="en-US" altLang="zh-CN" sz="2300" dirty="0">
              <a:solidFill>
                <a:srgbClr val="000000"/>
              </a:solidFill>
              <a:latin typeface="+mn-ea"/>
              <a:ea typeface="+mn-ea"/>
            </a:endParaRPr>
          </a:p>
        </p:txBody>
      </p:sp>
      <p:sp>
        <p:nvSpPr>
          <p:cNvPr id="5" name="文本框 4">
            <a:extLst>
              <a:ext uri="{FF2B5EF4-FFF2-40B4-BE49-F238E27FC236}">
                <a16:creationId xmlns:a16="http://schemas.microsoft.com/office/drawing/2014/main" id="{7CEE1589-114D-AA5D-9A6A-5F615FA0C88F}"/>
              </a:ext>
            </a:extLst>
          </p:cNvPr>
          <p:cNvSpPr txBox="1"/>
          <p:nvPr/>
        </p:nvSpPr>
        <p:spPr>
          <a:xfrm>
            <a:off x="0" y="6132417"/>
            <a:ext cx="9143999" cy="738664"/>
          </a:xfrm>
          <a:prstGeom prst="rect">
            <a:avLst/>
          </a:prstGeom>
          <a:noFill/>
        </p:spPr>
        <p:txBody>
          <a:bodyPr wrap="square">
            <a:spAutoFit/>
          </a:bodyPr>
          <a:lstStyle/>
          <a:p>
            <a:pPr algn="just"/>
            <a:r>
              <a:rPr lang="en-US" altLang="zh-CN" sz="1200" b="0" i="0" dirty="0">
                <a:solidFill>
                  <a:srgbClr val="0070C0"/>
                </a:solidFill>
                <a:effectLst/>
                <a:latin typeface="+mn-ea"/>
                <a:ea typeface="+mn-ea"/>
              </a:rPr>
              <a:t>Bamber J L. </a:t>
            </a:r>
            <a:r>
              <a:rPr lang="en-US" altLang="zh-CN" sz="1200" dirty="0">
                <a:solidFill>
                  <a:srgbClr val="0070C0"/>
                </a:solidFill>
                <a:latin typeface="+mn-ea"/>
                <a:ea typeface="+mn-ea"/>
              </a:rPr>
              <a:t>1994. Ice sheet altimeter processing scheme. International Journal of Remote Sensing, 15(4): 925-938 </a:t>
            </a:r>
          </a:p>
          <a:p>
            <a:pPr algn="just"/>
            <a:r>
              <a:rPr lang="zh-CN" altLang="en-US" sz="1200" dirty="0">
                <a:solidFill>
                  <a:srgbClr val="0070C0"/>
                </a:solidFill>
                <a:latin typeface="+mn-ea"/>
                <a:ea typeface="+mn-ea"/>
              </a:rPr>
              <a:t>孙明智，刘新，汪海洪，袁佳佳，李成名，郭金运</a:t>
            </a:r>
            <a:r>
              <a:rPr lang="en-US" altLang="zh-CN" sz="1200" dirty="0">
                <a:solidFill>
                  <a:srgbClr val="0070C0"/>
                </a:solidFill>
                <a:latin typeface="+mn-ea"/>
                <a:ea typeface="+mn-ea"/>
              </a:rPr>
              <a:t>.2022.</a:t>
            </a:r>
            <a:r>
              <a:rPr lang="zh-CN" altLang="en-US" sz="1200" dirty="0">
                <a:solidFill>
                  <a:srgbClr val="0070C0"/>
                </a:solidFill>
                <a:latin typeface="+mn-ea"/>
                <a:ea typeface="+mn-ea"/>
              </a:rPr>
              <a:t>多源卫星测高数据监测拉昂错</a:t>
            </a:r>
            <a:r>
              <a:rPr lang="en-US" altLang="zh-CN" sz="1200" dirty="0">
                <a:solidFill>
                  <a:srgbClr val="0070C0"/>
                </a:solidFill>
                <a:latin typeface="+mn-ea"/>
                <a:ea typeface="+mn-ea"/>
              </a:rPr>
              <a:t>1992</a:t>
            </a:r>
            <a:r>
              <a:rPr lang="zh-CN" altLang="en-US" sz="1200" dirty="0">
                <a:solidFill>
                  <a:srgbClr val="0070C0"/>
                </a:solidFill>
                <a:latin typeface="+mn-ea"/>
                <a:ea typeface="+mn-ea"/>
              </a:rPr>
              <a:t>年</a:t>
            </a:r>
            <a:r>
              <a:rPr lang="en-US" altLang="zh-CN" sz="1200" dirty="0">
                <a:solidFill>
                  <a:srgbClr val="0070C0"/>
                </a:solidFill>
                <a:latin typeface="+mn-ea"/>
                <a:ea typeface="+mn-ea"/>
              </a:rPr>
              <a:t>—2020</a:t>
            </a:r>
            <a:r>
              <a:rPr lang="zh-CN" altLang="en-US" sz="1200" dirty="0">
                <a:solidFill>
                  <a:srgbClr val="0070C0"/>
                </a:solidFill>
                <a:latin typeface="+mn-ea"/>
                <a:ea typeface="+mn-ea"/>
              </a:rPr>
              <a:t>年水位变化</a:t>
            </a:r>
            <a:r>
              <a:rPr lang="en-US" altLang="zh-CN" sz="1200" dirty="0">
                <a:solidFill>
                  <a:srgbClr val="0070C0"/>
                </a:solidFill>
                <a:latin typeface="+mn-ea"/>
                <a:ea typeface="+mn-ea"/>
              </a:rPr>
              <a:t>.</a:t>
            </a:r>
            <a:r>
              <a:rPr lang="zh-CN" altLang="en-US" sz="1200" dirty="0">
                <a:solidFill>
                  <a:srgbClr val="0070C0"/>
                </a:solidFill>
                <a:latin typeface="+mn-ea"/>
                <a:ea typeface="+mn-ea"/>
              </a:rPr>
              <a:t>遥感学报，</a:t>
            </a:r>
            <a:r>
              <a:rPr lang="en-US" altLang="zh-CN" sz="1200" dirty="0">
                <a:solidFill>
                  <a:srgbClr val="0070C0"/>
                </a:solidFill>
                <a:latin typeface="+mn-ea"/>
                <a:ea typeface="+mn-ea"/>
              </a:rPr>
              <a:t>26</a:t>
            </a:r>
            <a:r>
              <a:rPr lang="zh-CN" altLang="en-US" sz="1200" dirty="0">
                <a:solidFill>
                  <a:srgbClr val="0070C0"/>
                </a:solidFill>
                <a:latin typeface="+mn-ea"/>
                <a:ea typeface="+mn-ea"/>
              </a:rPr>
              <a:t>（</a:t>
            </a:r>
            <a:r>
              <a:rPr lang="en-US" altLang="zh-CN" sz="1200" dirty="0">
                <a:solidFill>
                  <a:srgbClr val="0070C0"/>
                </a:solidFill>
                <a:latin typeface="+mn-ea"/>
                <a:ea typeface="+mn-ea"/>
              </a:rPr>
              <a:t>1</a:t>
            </a:r>
            <a:r>
              <a:rPr lang="zh-CN" altLang="en-US" sz="1200" dirty="0">
                <a:solidFill>
                  <a:srgbClr val="0070C0"/>
                </a:solidFill>
                <a:latin typeface="+mn-ea"/>
                <a:ea typeface="+mn-ea"/>
              </a:rPr>
              <a:t>）： </a:t>
            </a:r>
            <a:r>
              <a:rPr lang="en-US" altLang="zh-CN" sz="1200" dirty="0">
                <a:solidFill>
                  <a:srgbClr val="0070C0"/>
                </a:solidFill>
                <a:latin typeface="+mn-ea"/>
                <a:ea typeface="+mn-ea"/>
              </a:rPr>
              <a:t>126-137</a:t>
            </a:r>
            <a:endParaRPr lang="zh-CN" altLang="en-US" sz="1200" dirty="0">
              <a:solidFill>
                <a:srgbClr val="0070C0"/>
              </a:solidFill>
              <a:latin typeface="+mn-ea"/>
              <a:ea typeface="+mn-ea"/>
            </a:endParaRPr>
          </a:p>
        </p:txBody>
      </p:sp>
      <p:grpSp>
        <p:nvGrpSpPr>
          <p:cNvPr id="28" name="组合 27">
            <a:extLst>
              <a:ext uri="{FF2B5EF4-FFF2-40B4-BE49-F238E27FC236}">
                <a16:creationId xmlns:a16="http://schemas.microsoft.com/office/drawing/2014/main" id="{DD08AAC5-0963-B064-35CA-AF0FC47E2BE2}"/>
              </a:ext>
            </a:extLst>
          </p:cNvPr>
          <p:cNvGrpSpPr/>
          <p:nvPr/>
        </p:nvGrpSpPr>
        <p:grpSpPr>
          <a:xfrm>
            <a:off x="1691226" y="3713984"/>
            <a:ext cx="5185759" cy="2448293"/>
            <a:chOff x="1691226" y="3713984"/>
            <a:chExt cx="5185759" cy="2448293"/>
          </a:xfrm>
        </p:grpSpPr>
        <p:grpSp>
          <p:nvGrpSpPr>
            <p:cNvPr id="29" name="组合 28">
              <a:extLst>
                <a:ext uri="{FF2B5EF4-FFF2-40B4-BE49-F238E27FC236}">
                  <a16:creationId xmlns:a16="http://schemas.microsoft.com/office/drawing/2014/main" id="{ABCC7577-802D-62A4-181F-BF2F9D1CAB12}"/>
                </a:ext>
              </a:extLst>
            </p:cNvPr>
            <p:cNvGrpSpPr/>
            <p:nvPr/>
          </p:nvGrpSpPr>
          <p:grpSpPr>
            <a:xfrm>
              <a:off x="1691226" y="3744686"/>
              <a:ext cx="5185759" cy="2417591"/>
              <a:chOff x="1691226" y="3503386"/>
              <a:chExt cx="5185759" cy="2731462"/>
            </a:xfrm>
          </p:grpSpPr>
          <p:cxnSp>
            <p:nvCxnSpPr>
              <p:cNvPr id="33" name="直接连接符 32">
                <a:extLst>
                  <a:ext uri="{FF2B5EF4-FFF2-40B4-BE49-F238E27FC236}">
                    <a16:creationId xmlns:a16="http://schemas.microsoft.com/office/drawing/2014/main" id="{36AA48ED-37B1-7D56-304D-02F86A2C1B51}"/>
                  </a:ext>
                </a:extLst>
              </p:cNvPr>
              <p:cNvCxnSpPr>
                <a:cxnSpLocks/>
              </p:cNvCxnSpPr>
              <p:nvPr/>
            </p:nvCxnSpPr>
            <p:spPr bwMode="auto">
              <a:xfrm>
                <a:off x="2433610" y="4612398"/>
                <a:ext cx="3195103" cy="0"/>
              </a:xfrm>
              <a:prstGeom prst="line">
                <a:avLst/>
              </a:prstGeom>
              <a:ln w="28575">
                <a:solidFill>
                  <a:srgbClr val="269FA0"/>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4" name="Group 123">
                <a:extLst>
                  <a:ext uri="{FF2B5EF4-FFF2-40B4-BE49-F238E27FC236}">
                    <a16:creationId xmlns:a16="http://schemas.microsoft.com/office/drawing/2014/main" id="{E06DA9D3-1886-0454-988B-E4BB7BB550B7}"/>
                  </a:ext>
                </a:extLst>
              </p:cNvPr>
              <p:cNvGrpSpPr/>
              <p:nvPr/>
            </p:nvGrpSpPr>
            <p:grpSpPr>
              <a:xfrm>
                <a:off x="1930400" y="3503386"/>
                <a:ext cx="4946585" cy="2731462"/>
                <a:chOff x="1690182" y="3556577"/>
                <a:chExt cx="5544176" cy="2641841"/>
              </a:xfrm>
            </p:grpSpPr>
            <p:grpSp>
              <p:nvGrpSpPr>
                <p:cNvPr id="36" name="Group 59">
                  <a:extLst>
                    <a:ext uri="{FF2B5EF4-FFF2-40B4-BE49-F238E27FC236}">
                      <a16:creationId xmlns:a16="http://schemas.microsoft.com/office/drawing/2014/main" id="{8C613971-B827-506E-E873-D4B030E58FC5}"/>
                    </a:ext>
                  </a:extLst>
                </p:cNvPr>
                <p:cNvGrpSpPr/>
                <p:nvPr/>
              </p:nvGrpSpPr>
              <p:grpSpPr>
                <a:xfrm>
                  <a:off x="1690182" y="3556577"/>
                  <a:ext cx="5544176" cy="2641841"/>
                  <a:chOff x="1373898" y="4321270"/>
                  <a:chExt cx="5994181" cy="2016157"/>
                </a:xfrm>
              </p:grpSpPr>
              <p:grpSp>
                <p:nvGrpSpPr>
                  <p:cNvPr id="38" name="Group 17">
                    <a:extLst>
                      <a:ext uri="{FF2B5EF4-FFF2-40B4-BE49-F238E27FC236}">
                        <a16:creationId xmlns:a16="http://schemas.microsoft.com/office/drawing/2014/main" id="{92B4FDE3-647B-3699-2F62-34836A2D6967}"/>
                      </a:ext>
                    </a:extLst>
                  </p:cNvPr>
                  <p:cNvGrpSpPr/>
                  <p:nvPr/>
                </p:nvGrpSpPr>
                <p:grpSpPr>
                  <a:xfrm>
                    <a:off x="1373898" y="4321270"/>
                    <a:ext cx="5994181" cy="2001958"/>
                    <a:chOff x="240849" y="4512270"/>
                    <a:chExt cx="5994181" cy="2144223"/>
                  </a:xfrm>
                </p:grpSpPr>
                <p:cxnSp>
                  <p:nvCxnSpPr>
                    <p:cNvPr id="44" name="Straight Arrow Connector 29">
                      <a:extLst>
                        <a:ext uri="{FF2B5EF4-FFF2-40B4-BE49-F238E27FC236}">
                          <a16:creationId xmlns:a16="http://schemas.microsoft.com/office/drawing/2014/main" id="{9AA1948D-CEAE-3E9B-E9A2-1AA924B179D8}"/>
                        </a:ext>
                      </a:extLst>
                    </p:cNvPr>
                    <p:cNvCxnSpPr>
                      <a:cxnSpLocks/>
                    </p:cNvCxnSpPr>
                    <p:nvPr/>
                  </p:nvCxnSpPr>
                  <p:spPr bwMode="auto">
                    <a:xfrm>
                      <a:off x="842636" y="6424506"/>
                      <a:ext cx="5230905" cy="0"/>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30">
                      <a:extLst>
                        <a:ext uri="{FF2B5EF4-FFF2-40B4-BE49-F238E27FC236}">
                          <a16:creationId xmlns:a16="http://schemas.microsoft.com/office/drawing/2014/main" id="{180D3060-38CF-6526-DD2A-DBC49AD76E4E}"/>
                        </a:ext>
                      </a:extLst>
                    </p:cNvPr>
                    <p:cNvCxnSpPr>
                      <a:cxnSpLocks/>
                    </p:cNvCxnSpPr>
                    <p:nvPr/>
                  </p:nvCxnSpPr>
                  <p:spPr bwMode="auto">
                    <a:xfrm flipV="1">
                      <a:off x="842636" y="4512270"/>
                      <a:ext cx="0" cy="1912236"/>
                    </a:xfrm>
                    <a:prstGeom prst="straightConnector1">
                      <a:avLst/>
                    </a:prstGeom>
                    <a:ln>
                      <a:headEnd type="none" w="med" len="med"/>
                      <a:tailEnd type="triangle"/>
                    </a:ln>
                  </p:spPr>
                  <p:style>
                    <a:lnRef idx="1">
                      <a:schemeClr val="dk1"/>
                    </a:lnRef>
                    <a:fillRef idx="0">
                      <a:schemeClr val="dk1"/>
                    </a:fillRef>
                    <a:effectRef idx="0">
                      <a:schemeClr val="dk1"/>
                    </a:effectRef>
                    <a:fontRef idx="minor">
                      <a:schemeClr val="tx1"/>
                    </a:fontRef>
                  </p:style>
                </p:cxnSp>
                <p:sp>
                  <p:nvSpPr>
                    <p:cNvPr id="46" name="TextBox 31">
                      <a:extLst>
                        <a:ext uri="{FF2B5EF4-FFF2-40B4-BE49-F238E27FC236}">
                          <a16:creationId xmlns:a16="http://schemas.microsoft.com/office/drawing/2014/main" id="{DBC27C2E-8A64-851D-3463-54684BEEC827}"/>
                        </a:ext>
                      </a:extLst>
                    </p:cNvPr>
                    <p:cNvSpPr txBox="1"/>
                    <p:nvPr/>
                  </p:nvSpPr>
                  <p:spPr>
                    <a:xfrm>
                      <a:off x="240849" y="4560969"/>
                      <a:ext cx="609781" cy="236106"/>
                    </a:xfrm>
                    <a:prstGeom prst="rect">
                      <a:avLst/>
                    </a:prstGeom>
                    <a:noFill/>
                  </p:spPr>
                  <p:txBody>
                    <a:bodyPr wrap="none" rtlCol="0">
                      <a:spAutoFit/>
                    </a:bodyPr>
                    <a:lstStyle/>
                    <a:p>
                      <a:r>
                        <a:rPr lang="en-CN" sz="1600" b="1" dirty="0">
                          <a:solidFill>
                            <a:schemeClr val="bg2"/>
                          </a:solidFill>
                          <a:latin typeface="+mn-ea"/>
                          <a:ea typeface="+mn-ea"/>
                        </a:rPr>
                        <a:t>功率</a:t>
                      </a:r>
                    </a:p>
                  </p:txBody>
                </p:sp>
                <p:sp>
                  <p:nvSpPr>
                    <p:cNvPr id="47" name="TextBox 32">
                      <a:extLst>
                        <a:ext uri="{FF2B5EF4-FFF2-40B4-BE49-F238E27FC236}">
                          <a16:creationId xmlns:a16="http://schemas.microsoft.com/office/drawing/2014/main" id="{4ECB3E59-4C51-0074-E325-3FA66E3E5DC3}"/>
                        </a:ext>
                      </a:extLst>
                    </p:cNvPr>
                    <p:cNvSpPr txBox="1"/>
                    <p:nvPr/>
                  </p:nvSpPr>
                  <p:spPr>
                    <a:xfrm>
                      <a:off x="5625249" y="6420387"/>
                      <a:ext cx="609781" cy="236106"/>
                    </a:xfrm>
                    <a:prstGeom prst="rect">
                      <a:avLst/>
                    </a:prstGeom>
                    <a:noFill/>
                  </p:spPr>
                  <p:txBody>
                    <a:bodyPr wrap="none" rtlCol="0">
                      <a:spAutoFit/>
                    </a:bodyPr>
                    <a:lstStyle/>
                    <a:p>
                      <a:r>
                        <a:rPr lang="en-CN" sz="1600" b="1">
                          <a:solidFill>
                            <a:schemeClr val="bg2"/>
                          </a:solidFill>
                          <a:latin typeface="+mn-ea"/>
                          <a:ea typeface="+mn-ea"/>
                        </a:rPr>
                        <a:t>时间</a:t>
                      </a:r>
                    </a:p>
                  </p:txBody>
                </p:sp>
                <p:sp>
                  <p:nvSpPr>
                    <p:cNvPr id="48" name="Oval 33">
                      <a:extLst>
                        <a:ext uri="{FF2B5EF4-FFF2-40B4-BE49-F238E27FC236}">
                          <a16:creationId xmlns:a16="http://schemas.microsoft.com/office/drawing/2014/main" id="{9EE743AA-0ECF-5688-15C4-307AFC886C81}"/>
                        </a:ext>
                      </a:extLst>
                    </p:cNvPr>
                    <p:cNvSpPr/>
                    <p:nvPr/>
                  </p:nvSpPr>
                  <p:spPr>
                    <a:xfrm>
                      <a:off x="1336414" y="6102257"/>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49" name="Oval 34">
                      <a:extLst>
                        <a:ext uri="{FF2B5EF4-FFF2-40B4-BE49-F238E27FC236}">
                          <a16:creationId xmlns:a16="http://schemas.microsoft.com/office/drawing/2014/main" id="{81379AD4-7D81-2DD2-11D9-82FEB0F7D143}"/>
                        </a:ext>
                      </a:extLst>
                    </p:cNvPr>
                    <p:cNvSpPr/>
                    <p:nvPr/>
                  </p:nvSpPr>
                  <p:spPr>
                    <a:xfrm>
                      <a:off x="2313355" y="5578936"/>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50" name="Oval 35">
                      <a:extLst>
                        <a:ext uri="{FF2B5EF4-FFF2-40B4-BE49-F238E27FC236}">
                          <a16:creationId xmlns:a16="http://schemas.microsoft.com/office/drawing/2014/main" id="{C4FDF094-3D87-EF96-3624-C1AB297283B0}"/>
                        </a:ext>
                      </a:extLst>
                    </p:cNvPr>
                    <p:cNvSpPr/>
                    <p:nvPr/>
                  </p:nvSpPr>
                  <p:spPr>
                    <a:xfrm>
                      <a:off x="3320181" y="4757301"/>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51" name="Oval 36">
                      <a:extLst>
                        <a:ext uri="{FF2B5EF4-FFF2-40B4-BE49-F238E27FC236}">
                          <a16:creationId xmlns:a16="http://schemas.microsoft.com/office/drawing/2014/main" id="{E3151BF3-FD8E-0B37-E0E6-8B4650C9CDE2}"/>
                        </a:ext>
                      </a:extLst>
                    </p:cNvPr>
                    <p:cNvSpPr/>
                    <p:nvPr/>
                  </p:nvSpPr>
                  <p:spPr>
                    <a:xfrm>
                      <a:off x="4343408" y="4823802"/>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52" name="Oval 37">
                      <a:extLst>
                        <a:ext uri="{FF2B5EF4-FFF2-40B4-BE49-F238E27FC236}">
                          <a16:creationId xmlns:a16="http://schemas.microsoft.com/office/drawing/2014/main" id="{E996ABAB-4749-00B6-A445-F13328CB07FA}"/>
                        </a:ext>
                      </a:extLst>
                    </p:cNvPr>
                    <p:cNvSpPr/>
                    <p:nvPr/>
                  </p:nvSpPr>
                  <p:spPr>
                    <a:xfrm>
                      <a:off x="5419311" y="4917755"/>
                      <a:ext cx="65712" cy="67300"/>
                    </a:xfrm>
                    <a:prstGeom prst="ellipse">
                      <a:avLst/>
                    </a:prstGeom>
                    <a:solidFill>
                      <a:schemeClr val="bg2">
                        <a:lumMod val="85000"/>
                        <a:lumOff val="15000"/>
                      </a:schemeClr>
                    </a:solidFill>
                  </p:spPr>
                  <p:txBody>
                    <a:bodyPr wrap="square" lIns="0" rtlCol="0" anchor="ctr">
                      <a:noAutofit/>
                    </a:bodyPr>
                    <a:lstStyle/>
                    <a:p>
                      <a:pPr algn="l"/>
                      <a:endParaRPr lang="en-CN" b="1">
                        <a:solidFill>
                          <a:srgbClr val="FF0000"/>
                        </a:solidFill>
                        <a:latin typeface="+mn-ea"/>
                        <a:ea typeface="+mn-ea"/>
                      </a:endParaRPr>
                    </a:p>
                  </p:txBody>
                </p:sp>
                <p:sp>
                  <p:nvSpPr>
                    <p:cNvPr id="53" name="Freeform 38">
                      <a:extLst>
                        <a:ext uri="{FF2B5EF4-FFF2-40B4-BE49-F238E27FC236}">
                          <a16:creationId xmlns:a16="http://schemas.microsoft.com/office/drawing/2014/main" id="{FC6F5D14-9702-6724-A1B9-D3C22C70C646}"/>
                        </a:ext>
                      </a:extLst>
                    </p:cNvPr>
                    <p:cNvSpPr/>
                    <p:nvPr/>
                  </p:nvSpPr>
                  <p:spPr>
                    <a:xfrm>
                      <a:off x="1311563" y="4751109"/>
                      <a:ext cx="4130214" cy="1418449"/>
                    </a:xfrm>
                    <a:custGeom>
                      <a:avLst/>
                      <a:gdLst>
                        <a:gd name="connsiteX0" fmla="*/ 0 w 4071487"/>
                        <a:gd name="connsiteY0" fmla="*/ 1380185 h 1380185"/>
                        <a:gd name="connsiteX1" fmla="*/ 972152 w 4071487"/>
                        <a:gd name="connsiteY1" fmla="*/ 860421 h 1380185"/>
                        <a:gd name="connsiteX2" fmla="*/ 1973179 w 4071487"/>
                        <a:gd name="connsiteY2" fmla="*/ 42273 h 1380185"/>
                        <a:gd name="connsiteX3" fmla="*/ 2993457 w 4071487"/>
                        <a:gd name="connsiteY3" fmla="*/ 109650 h 1380185"/>
                        <a:gd name="connsiteX4" fmla="*/ 4071487 w 4071487"/>
                        <a:gd name="connsiteY4" fmla="*/ 196278 h 138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1487" h="1380185">
                          <a:moveTo>
                            <a:pt x="0" y="1380185"/>
                          </a:moveTo>
                          <a:cubicBezTo>
                            <a:pt x="321644" y="1231795"/>
                            <a:pt x="643289" y="1083406"/>
                            <a:pt x="972152" y="860421"/>
                          </a:cubicBezTo>
                          <a:cubicBezTo>
                            <a:pt x="1301015" y="637436"/>
                            <a:pt x="1636295" y="167401"/>
                            <a:pt x="1973179" y="42273"/>
                          </a:cubicBezTo>
                          <a:cubicBezTo>
                            <a:pt x="2310063" y="-82856"/>
                            <a:pt x="2993457" y="109650"/>
                            <a:pt x="2993457" y="109650"/>
                          </a:cubicBezTo>
                          <a:lnTo>
                            <a:pt x="4071487" y="196278"/>
                          </a:lnTo>
                        </a:path>
                      </a:pathLst>
                    </a:custGeom>
                  </p:spPr>
                  <p:style>
                    <a:lnRef idx="1">
                      <a:schemeClr val="accent2"/>
                    </a:lnRef>
                    <a:fillRef idx="0">
                      <a:schemeClr val="accent2"/>
                    </a:fillRef>
                    <a:effectRef idx="0">
                      <a:schemeClr val="accent2"/>
                    </a:effectRef>
                    <a:fontRef idx="minor">
                      <a:schemeClr val="tx1"/>
                    </a:fontRef>
                  </p:style>
                  <p:txBody>
                    <a:bodyPr vert="horz" wrap="square" lIns="0" tIns="0" rIns="0" bIns="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CN" sz="2400" b="1" i="0" u="none" strike="noStrike" cap="none" normalizeH="0" baseline="0">
                        <a:ln>
                          <a:noFill/>
                        </a:ln>
                        <a:solidFill>
                          <a:schemeClr val="tx1"/>
                        </a:solidFill>
                        <a:effectLst/>
                        <a:latin typeface="+mn-ea"/>
                      </a:endParaRPr>
                    </a:p>
                  </p:txBody>
                </p:sp>
              </p:grpSp>
              <mc:AlternateContent xmlns:mc="http://schemas.openxmlformats.org/markup-compatibility/2006" xmlns:a14="http://schemas.microsoft.com/office/drawing/2010/main">
                <mc:Choice Requires="a14">
                  <p:sp>
                    <p:nvSpPr>
                      <p:cNvPr id="39" name="TextBox 24">
                        <a:extLst>
                          <a:ext uri="{FF2B5EF4-FFF2-40B4-BE49-F238E27FC236}">
                            <a16:creationId xmlns:a16="http://schemas.microsoft.com/office/drawing/2014/main" id="{C803CC78-E812-EE3C-86DF-06664C3D6D20}"/>
                          </a:ext>
                        </a:extLst>
                      </p:cNvPr>
                      <p:cNvSpPr txBox="1"/>
                      <p:nvPr/>
                    </p:nvSpPr>
                    <p:spPr>
                      <a:xfrm>
                        <a:off x="2323507" y="6121970"/>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𝟎</m:t>
                                  </m:r>
                                </m:sub>
                              </m:sSub>
                            </m:oMath>
                          </m:oMathPara>
                        </a14:m>
                        <a:endParaRPr lang="en-CN" sz="1200" b="1" dirty="0">
                          <a:solidFill>
                            <a:schemeClr val="bg2"/>
                          </a:solidFill>
                          <a:latin typeface="+mn-ea"/>
                          <a:ea typeface="+mn-ea"/>
                        </a:endParaRPr>
                      </a:p>
                    </p:txBody>
                  </p:sp>
                </mc:Choice>
                <mc:Fallback xmlns="">
                  <p:sp>
                    <p:nvSpPr>
                      <p:cNvPr id="20" name="TextBox 24">
                        <a:extLst>
                          <a:ext uri="{FF2B5EF4-FFF2-40B4-BE49-F238E27FC236}">
                            <a16:creationId xmlns:a16="http://schemas.microsoft.com/office/drawing/2014/main" id="{1543BC0B-D3F2-058A-B9F7-AA0B6A8CFAF2}"/>
                          </a:ext>
                        </a:extLst>
                      </p:cNvPr>
                      <p:cNvSpPr txBox="1">
                        <a:spLocks noRot="1" noChangeAspect="1" noMove="1" noResize="1" noEditPoints="1" noAdjustHandles="1" noChangeArrowheads="1" noChangeShapeType="1" noTextEdit="1"/>
                      </p:cNvSpPr>
                      <p:nvPr/>
                    </p:nvSpPr>
                    <p:spPr>
                      <a:xfrm>
                        <a:off x="2323507" y="6121970"/>
                        <a:ext cx="447162" cy="2044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TextBox 25">
                        <a:extLst>
                          <a:ext uri="{FF2B5EF4-FFF2-40B4-BE49-F238E27FC236}">
                            <a16:creationId xmlns:a16="http://schemas.microsoft.com/office/drawing/2014/main" id="{F03A0BAF-3235-6B5E-9F0F-CA155B483C4E}"/>
                          </a:ext>
                        </a:extLst>
                      </p:cNvPr>
                      <p:cNvSpPr txBox="1"/>
                      <p:nvPr/>
                    </p:nvSpPr>
                    <p:spPr>
                      <a:xfrm>
                        <a:off x="3226510" y="6120709"/>
                        <a:ext cx="594791" cy="2167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𝟏</m:t>
                                  </m:r>
                                  <m:r>
                                    <a:rPr lang="en-US" sz="1200" b="1" i="1" smtClean="0">
                                      <a:solidFill>
                                        <a:schemeClr val="bg2"/>
                                      </a:solidFill>
                                      <a:latin typeface="Cambria Math" panose="02040503050406030204" pitchFamily="18" charset="0"/>
                                      <a:ea typeface="+mn-ea"/>
                                    </a:rPr>
                                    <m:t>/</m:t>
                                  </m:r>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1" name="TextBox 25">
                        <a:extLst>
                          <a:ext uri="{FF2B5EF4-FFF2-40B4-BE49-F238E27FC236}">
                            <a16:creationId xmlns:a16="http://schemas.microsoft.com/office/drawing/2014/main" id="{3F3D93B3-4C75-F8F5-F8C7-5022AF393E37}"/>
                          </a:ext>
                        </a:extLst>
                      </p:cNvPr>
                      <p:cNvSpPr txBox="1">
                        <a:spLocks noRot="1" noChangeAspect="1" noMove="1" noResize="1" noEditPoints="1" noAdjustHandles="1" noChangeArrowheads="1" noChangeShapeType="1" noTextEdit="1"/>
                      </p:cNvSpPr>
                      <p:nvPr/>
                    </p:nvSpPr>
                    <p:spPr>
                      <a:xfrm>
                        <a:off x="3226510" y="6120709"/>
                        <a:ext cx="594791" cy="216718"/>
                      </a:xfrm>
                      <a:prstGeom prst="rect">
                        <a:avLst/>
                      </a:prstGeom>
                      <a:blipFill>
                        <a:blip r:embed="rId5"/>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TextBox 26">
                        <a:extLst>
                          <a:ext uri="{FF2B5EF4-FFF2-40B4-BE49-F238E27FC236}">
                            <a16:creationId xmlns:a16="http://schemas.microsoft.com/office/drawing/2014/main" id="{E02864FC-75BE-87CC-13A5-D6E188A6DC21}"/>
                          </a:ext>
                        </a:extLst>
                      </p:cNvPr>
                      <p:cNvSpPr txBox="1"/>
                      <p:nvPr/>
                    </p:nvSpPr>
                    <p:spPr>
                      <a:xfrm>
                        <a:off x="4308095" y="6121215"/>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𝟏</m:t>
                                  </m:r>
                                </m:sub>
                              </m:sSub>
                            </m:oMath>
                          </m:oMathPara>
                        </a14:m>
                        <a:endParaRPr lang="en-CN" sz="1200" b="1">
                          <a:solidFill>
                            <a:schemeClr val="bg2"/>
                          </a:solidFill>
                          <a:latin typeface="+mn-ea"/>
                          <a:ea typeface="+mn-ea"/>
                        </a:endParaRPr>
                      </a:p>
                    </p:txBody>
                  </p:sp>
                </mc:Choice>
                <mc:Fallback xmlns="">
                  <p:sp>
                    <p:nvSpPr>
                      <p:cNvPr id="22" name="TextBox 26">
                        <a:extLst>
                          <a:ext uri="{FF2B5EF4-FFF2-40B4-BE49-F238E27FC236}">
                            <a16:creationId xmlns:a16="http://schemas.microsoft.com/office/drawing/2014/main" id="{97805816-E6FF-329B-40CF-5CD9567CB329}"/>
                          </a:ext>
                        </a:extLst>
                      </p:cNvPr>
                      <p:cNvSpPr txBox="1">
                        <a:spLocks noRot="1" noChangeAspect="1" noMove="1" noResize="1" noEditPoints="1" noAdjustHandles="1" noChangeArrowheads="1" noChangeShapeType="1" noTextEdit="1"/>
                      </p:cNvSpPr>
                      <p:nvPr/>
                    </p:nvSpPr>
                    <p:spPr>
                      <a:xfrm>
                        <a:off x="4308095" y="6121215"/>
                        <a:ext cx="447162" cy="20446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TextBox 27">
                        <a:extLst>
                          <a:ext uri="{FF2B5EF4-FFF2-40B4-BE49-F238E27FC236}">
                            <a16:creationId xmlns:a16="http://schemas.microsoft.com/office/drawing/2014/main" id="{BB02926A-B981-8757-8396-B578D371AED6}"/>
                          </a:ext>
                        </a:extLst>
                      </p:cNvPr>
                      <p:cNvSpPr txBox="1"/>
                      <p:nvPr/>
                    </p:nvSpPr>
                    <p:spPr>
                      <a:xfrm>
                        <a:off x="5260655" y="6114117"/>
                        <a:ext cx="594791" cy="2167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𝟑</m:t>
                                  </m:r>
                                  <m:r>
                                    <a:rPr lang="en-US" sz="1200" b="1" i="1" smtClean="0">
                                      <a:solidFill>
                                        <a:schemeClr val="bg2"/>
                                      </a:solidFill>
                                      <a:latin typeface="Cambria Math" panose="02040503050406030204" pitchFamily="18" charset="0"/>
                                      <a:ea typeface="+mn-ea"/>
                                    </a:rPr>
                                    <m:t>/</m:t>
                                  </m:r>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3" name="TextBox 27">
                        <a:extLst>
                          <a:ext uri="{FF2B5EF4-FFF2-40B4-BE49-F238E27FC236}">
                            <a16:creationId xmlns:a16="http://schemas.microsoft.com/office/drawing/2014/main" id="{4D9D4948-3A00-58EE-4DA2-55EB518F9853}"/>
                          </a:ext>
                        </a:extLst>
                      </p:cNvPr>
                      <p:cNvSpPr txBox="1">
                        <a:spLocks noRot="1" noChangeAspect="1" noMove="1" noResize="1" noEditPoints="1" noAdjustHandles="1" noChangeArrowheads="1" noChangeShapeType="1" noTextEdit="1"/>
                      </p:cNvSpPr>
                      <p:nvPr/>
                    </p:nvSpPr>
                    <p:spPr>
                      <a:xfrm>
                        <a:off x="5260655" y="6114117"/>
                        <a:ext cx="594791" cy="216718"/>
                      </a:xfrm>
                      <a:prstGeom prst="rect">
                        <a:avLst/>
                      </a:prstGeom>
                      <a:blipFill>
                        <a:blip r:embed="rId7"/>
                        <a:stretch>
                          <a:fillRect b="-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TextBox 28">
                        <a:extLst>
                          <a:ext uri="{FF2B5EF4-FFF2-40B4-BE49-F238E27FC236}">
                            <a16:creationId xmlns:a16="http://schemas.microsoft.com/office/drawing/2014/main" id="{40223B51-40D3-51E4-6316-6F7934593BCC}"/>
                          </a:ext>
                        </a:extLst>
                      </p:cNvPr>
                      <p:cNvSpPr txBox="1"/>
                      <p:nvPr/>
                    </p:nvSpPr>
                    <p:spPr>
                      <a:xfrm>
                        <a:off x="6394492" y="6095694"/>
                        <a:ext cx="447162" cy="20446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CN" sz="1200" b="1" i="1" smtClean="0">
                                      <a:solidFill>
                                        <a:schemeClr val="bg2"/>
                                      </a:solidFill>
                                      <a:latin typeface="Cambria Math" panose="02040503050406030204" pitchFamily="18" charset="0"/>
                                      <a:ea typeface="+mn-ea"/>
                                    </a:rPr>
                                  </m:ctrlPr>
                                </m:sSubPr>
                                <m:e>
                                  <m:r>
                                    <a:rPr lang="en-US" sz="1200" b="1" i="1" smtClean="0">
                                      <a:solidFill>
                                        <a:schemeClr val="bg2"/>
                                      </a:solidFill>
                                      <a:latin typeface="Cambria Math" panose="02040503050406030204" pitchFamily="18" charset="0"/>
                                      <a:ea typeface="+mn-ea"/>
                                    </a:rPr>
                                    <m:t>𝒕</m:t>
                                  </m:r>
                                </m:e>
                                <m:sub>
                                  <m:r>
                                    <a:rPr lang="en-US" sz="1200" b="1" i="1" smtClean="0">
                                      <a:solidFill>
                                        <a:schemeClr val="bg2"/>
                                      </a:solidFill>
                                      <a:latin typeface="Cambria Math" panose="02040503050406030204" pitchFamily="18" charset="0"/>
                                      <a:ea typeface="+mn-ea"/>
                                    </a:rPr>
                                    <m:t>𝟐</m:t>
                                  </m:r>
                                </m:sub>
                              </m:sSub>
                            </m:oMath>
                          </m:oMathPara>
                        </a14:m>
                        <a:endParaRPr lang="en-CN" sz="1200" b="1">
                          <a:solidFill>
                            <a:schemeClr val="bg2"/>
                          </a:solidFill>
                          <a:latin typeface="+mn-ea"/>
                          <a:ea typeface="+mn-ea"/>
                        </a:endParaRPr>
                      </a:p>
                    </p:txBody>
                  </p:sp>
                </mc:Choice>
                <mc:Fallback xmlns="">
                  <p:sp>
                    <p:nvSpPr>
                      <p:cNvPr id="24" name="TextBox 28">
                        <a:extLst>
                          <a:ext uri="{FF2B5EF4-FFF2-40B4-BE49-F238E27FC236}">
                            <a16:creationId xmlns:a16="http://schemas.microsoft.com/office/drawing/2014/main" id="{3D31811B-1BBA-1CCD-0421-949F80E95131}"/>
                          </a:ext>
                        </a:extLst>
                      </p:cNvPr>
                      <p:cNvSpPr txBox="1">
                        <a:spLocks noRot="1" noChangeAspect="1" noMove="1" noResize="1" noEditPoints="1" noAdjustHandles="1" noChangeArrowheads="1" noChangeShapeType="1" noTextEdit="1"/>
                      </p:cNvSpPr>
                      <p:nvPr/>
                    </p:nvSpPr>
                    <p:spPr>
                      <a:xfrm>
                        <a:off x="6394492" y="6095694"/>
                        <a:ext cx="447162" cy="204460"/>
                      </a:xfrm>
                      <a:prstGeom prst="rect">
                        <a:avLst/>
                      </a:prstGeom>
                      <a:blipFill>
                        <a:blip r:embed="rId8"/>
                        <a:stretch>
                          <a:fillRect/>
                        </a:stretch>
                      </a:blipFill>
                    </p:spPr>
                    <p:txBody>
                      <a:bodyPr/>
                      <a:lstStyle/>
                      <a:p>
                        <a:r>
                          <a:rPr lang="zh-CN" altLang="en-US">
                            <a:noFill/>
                          </a:rPr>
                          <a:t> </a:t>
                        </a:r>
                      </a:p>
                    </p:txBody>
                  </p:sp>
                </mc:Fallback>
              </mc:AlternateContent>
            </p:grpSp>
            <p:sp>
              <p:nvSpPr>
                <p:cNvPr id="37" name="TextBox 116">
                  <a:extLst>
                    <a:ext uri="{FF2B5EF4-FFF2-40B4-BE49-F238E27FC236}">
                      <a16:creationId xmlns:a16="http://schemas.microsoft.com/office/drawing/2014/main" id="{C596A164-DFA1-033C-DCF2-64D80D3422E6}"/>
                    </a:ext>
                  </a:extLst>
                </p:cNvPr>
                <p:cNvSpPr txBox="1"/>
                <p:nvPr/>
              </p:nvSpPr>
              <p:spPr>
                <a:xfrm>
                  <a:off x="4048851" y="4150159"/>
                  <a:ext cx="1384383" cy="504488"/>
                </a:xfrm>
                <a:prstGeom prst="rect">
                  <a:avLst/>
                </a:prstGeom>
                <a:noFill/>
              </p:spPr>
              <p:txBody>
                <a:bodyPr wrap="square">
                  <a:spAutoFit/>
                </a:bodyPr>
                <a:lstStyle/>
                <a:p>
                  <a:r>
                    <a:rPr lang="zh-CN" altLang="en-US" sz="1200" b="1" dirty="0">
                      <a:solidFill>
                        <a:schemeClr val="accent2"/>
                      </a:solidFill>
                      <a:latin typeface="+mn-ea"/>
                      <a:ea typeface="+mn-ea"/>
                    </a:rPr>
                    <a:t>所求波形重追踪点</a:t>
                  </a:r>
                  <a:endParaRPr lang="en-CN" sz="1200" b="1" dirty="0">
                    <a:solidFill>
                      <a:schemeClr val="accent2"/>
                    </a:solidFill>
                    <a:latin typeface="+mn-ea"/>
                    <a:ea typeface="+mn-ea"/>
                  </a:endParaRPr>
                </a:p>
              </p:txBody>
            </p:sp>
          </p:grpSp>
          <p:sp>
            <p:nvSpPr>
              <p:cNvPr id="35" name="文本框 34">
                <a:extLst>
                  <a:ext uri="{FF2B5EF4-FFF2-40B4-BE49-F238E27FC236}">
                    <a16:creationId xmlns:a16="http://schemas.microsoft.com/office/drawing/2014/main" id="{7721643F-C3D8-4E7B-646B-E912F018262A}"/>
                  </a:ext>
                </a:extLst>
              </p:cNvPr>
              <p:cNvSpPr txBox="1"/>
              <p:nvPr/>
            </p:nvSpPr>
            <p:spPr>
              <a:xfrm>
                <a:off x="1691226" y="4412343"/>
                <a:ext cx="697627" cy="400111"/>
              </a:xfrm>
              <a:prstGeom prst="rect">
                <a:avLst/>
              </a:prstGeom>
              <a:noFill/>
            </p:spPr>
            <p:txBody>
              <a:bodyPr wrap="none" rtlCol="0">
                <a:spAutoFit/>
              </a:bodyPr>
              <a:lstStyle/>
              <a:p>
                <a:r>
                  <a:rPr lang="zh-CN" altLang="en-US" sz="2000" b="1" dirty="0">
                    <a:solidFill>
                      <a:srgbClr val="00B050"/>
                    </a:solidFill>
                  </a:rPr>
                  <a:t>阈值</a:t>
                </a:r>
              </a:p>
            </p:txBody>
          </p:sp>
        </p:grpSp>
        <p:sp>
          <p:nvSpPr>
            <p:cNvPr id="30" name="文本框 29">
              <a:extLst>
                <a:ext uri="{FF2B5EF4-FFF2-40B4-BE49-F238E27FC236}">
                  <a16:creationId xmlns:a16="http://schemas.microsoft.com/office/drawing/2014/main" id="{72C744C3-F4B5-F093-7248-45E4EA7D195F}"/>
                </a:ext>
              </a:extLst>
            </p:cNvPr>
            <p:cNvSpPr txBox="1"/>
            <p:nvPr/>
          </p:nvSpPr>
          <p:spPr>
            <a:xfrm>
              <a:off x="4128813" y="3713984"/>
              <a:ext cx="407484" cy="461665"/>
            </a:xfrm>
            <a:prstGeom prst="rect">
              <a:avLst/>
            </a:prstGeom>
            <a:noFill/>
          </p:spPr>
          <p:txBody>
            <a:bodyPr wrap="none" rtlCol="0">
              <a:spAutoFit/>
            </a:bodyPr>
            <a:lstStyle/>
            <a:p>
              <a:r>
                <a:rPr lang="en-US" altLang="zh-CN" dirty="0">
                  <a:solidFill>
                    <a:schemeClr val="accent2"/>
                  </a:solidFill>
                </a:rPr>
                <a:t>N</a:t>
              </a:r>
              <a:endParaRPr lang="zh-CN" altLang="en-US" dirty="0">
                <a:solidFill>
                  <a:schemeClr val="accent2"/>
                </a:solidFill>
              </a:endParaRPr>
            </a:p>
          </p:txBody>
        </p:sp>
        <p:sp>
          <p:nvSpPr>
            <p:cNvPr id="31" name="文本框 30">
              <a:extLst>
                <a:ext uri="{FF2B5EF4-FFF2-40B4-BE49-F238E27FC236}">
                  <a16:creationId xmlns:a16="http://schemas.microsoft.com/office/drawing/2014/main" id="{631FDE7F-B79A-5041-6068-4846D02E4C85}"/>
                </a:ext>
              </a:extLst>
            </p:cNvPr>
            <p:cNvSpPr txBox="1"/>
            <p:nvPr/>
          </p:nvSpPr>
          <p:spPr>
            <a:xfrm>
              <a:off x="3186599" y="4569855"/>
              <a:ext cx="663964" cy="461665"/>
            </a:xfrm>
            <a:prstGeom prst="rect">
              <a:avLst/>
            </a:prstGeom>
            <a:noFill/>
          </p:spPr>
          <p:txBody>
            <a:bodyPr wrap="none" rtlCol="0">
              <a:spAutoFit/>
            </a:bodyPr>
            <a:lstStyle/>
            <a:p>
              <a:r>
                <a:rPr lang="en-US" altLang="zh-CN" dirty="0">
                  <a:solidFill>
                    <a:schemeClr val="accent2"/>
                  </a:solidFill>
                </a:rPr>
                <a:t>N-1</a:t>
              </a:r>
              <a:endParaRPr lang="zh-CN" altLang="en-US" dirty="0">
                <a:solidFill>
                  <a:schemeClr val="accent2"/>
                </a:solidFill>
              </a:endParaRPr>
            </a:p>
          </p:txBody>
        </p:sp>
        <p:sp>
          <p:nvSpPr>
            <p:cNvPr id="32" name="Oval 36">
              <a:extLst>
                <a:ext uri="{FF2B5EF4-FFF2-40B4-BE49-F238E27FC236}">
                  <a16:creationId xmlns:a16="http://schemas.microsoft.com/office/drawing/2014/main" id="{FE0E9622-C463-2448-4217-9E4BE983D4C6}"/>
                </a:ext>
              </a:extLst>
            </p:cNvPr>
            <p:cNvSpPr/>
            <p:nvPr/>
          </p:nvSpPr>
          <p:spPr>
            <a:xfrm>
              <a:off x="4031161" y="4421005"/>
              <a:ext cx="60824" cy="70390"/>
            </a:xfrm>
            <a:prstGeom prst="ellipse">
              <a:avLst/>
            </a:prstGeom>
            <a:solidFill>
              <a:schemeClr val="accent2"/>
            </a:solidFill>
          </p:spPr>
          <p:txBody>
            <a:bodyPr wrap="square" lIns="0" rtlCol="0" anchor="ctr">
              <a:noAutofit/>
            </a:bodyPr>
            <a:lstStyle/>
            <a:p>
              <a:pPr algn="l"/>
              <a:endParaRPr lang="en-CN" b="1">
                <a:solidFill>
                  <a:srgbClr val="FF0000"/>
                </a:solidFill>
                <a:latin typeface="+mn-ea"/>
                <a:ea typeface="+mn-ea"/>
              </a:endParaRPr>
            </a:p>
          </p:txBody>
        </p:sp>
      </p:grpSp>
      <p:cxnSp>
        <p:nvCxnSpPr>
          <p:cNvPr id="54" name="直接箭头连接符 53">
            <a:extLst>
              <a:ext uri="{FF2B5EF4-FFF2-40B4-BE49-F238E27FC236}">
                <a16:creationId xmlns:a16="http://schemas.microsoft.com/office/drawing/2014/main" id="{684BC4FA-49A2-657E-8E50-B294A99E9C70}"/>
              </a:ext>
            </a:extLst>
          </p:cNvPr>
          <p:cNvCxnSpPr>
            <a:cxnSpLocks/>
          </p:cNvCxnSpPr>
          <p:nvPr/>
        </p:nvCxnSpPr>
        <p:spPr bwMode="auto">
          <a:xfrm>
            <a:off x="5632775" y="4168087"/>
            <a:ext cx="0" cy="173927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EB957A3D-B576-4FD4-4394-80435EC5AB59}"/>
              </a:ext>
            </a:extLst>
          </p:cNvPr>
          <p:cNvSpPr txBox="1"/>
          <p:nvPr/>
        </p:nvSpPr>
        <p:spPr>
          <a:xfrm>
            <a:off x="5612494" y="4831786"/>
            <a:ext cx="589970" cy="352951"/>
          </a:xfrm>
          <a:prstGeom prst="rect">
            <a:avLst/>
          </a:prstGeom>
          <a:noFill/>
        </p:spPr>
        <p:txBody>
          <a:bodyPr wrap="none" rtlCol="0">
            <a:spAutoFit/>
          </a:bodyPr>
          <a:lstStyle/>
          <a:p>
            <a:r>
              <a:rPr lang="zh-CN" altLang="en-US" sz="2000" b="1" dirty="0">
                <a:solidFill>
                  <a:schemeClr val="bg1"/>
                </a:solidFill>
                <a:latin typeface="+mn-ea"/>
                <a:ea typeface="+mn-ea"/>
              </a:rPr>
              <a:t>振幅</a:t>
            </a:r>
          </a:p>
        </p:txBody>
      </p:sp>
      <p:cxnSp>
        <p:nvCxnSpPr>
          <p:cNvPr id="56" name="直接箭头连接符 55">
            <a:extLst>
              <a:ext uri="{FF2B5EF4-FFF2-40B4-BE49-F238E27FC236}">
                <a16:creationId xmlns:a16="http://schemas.microsoft.com/office/drawing/2014/main" id="{6D85BABA-0FBB-C72A-2DE1-A17AB72AEB5D}"/>
              </a:ext>
            </a:extLst>
          </p:cNvPr>
          <p:cNvCxnSpPr>
            <a:cxnSpLocks/>
          </p:cNvCxnSpPr>
          <p:nvPr/>
        </p:nvCxnSpPr>
        <p:spPr bwMode="auto">
          <a:xfrm>
            <a:off x="4946975" y="4711096"/>
            <a:ext cx="0" cy="1191313"/>
          </a:xfrm>
          <a:prstGeom prst="straightConnector1">
            <a:avLst/>
          </a:prstGeom>
          <a:ln>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CC67513A-2196-7FEC-67F2-537A210EF372}"/>
              </a:ext>
            </a:extLst>
          </p:cNvPr>
          <p:cNvSpPr txBox="1"/>
          <p:nvPr/>
        </p:nvSpPr>
        <p:spPr>
          <a:xfrm>
            <a:off x="4029737" y="5145403"/>
            <a:ext cx="931665" cy="307777"/>
          </a:xfrm>
          <a:prstGeom prst="rect">
            <a:avLst/>
          </a:prstGeom>
          <a:noFill/>
        </p:spPr>
        <p:txBody>
          <a:bodyPr wrap="none" rtlCol="0">
            <a:spAutoFit/>
          </a:bodyPr>
          <a:lstStyle/>
          <a:p>
            <a:r>
              <a:rPr lang="en-US" altLang="zh-CN" sz="1400" b="1" dirty="0">
                <a:solidFill>
                  <a:srgbClr val="00B050"/>
                </a:solidFill>
                <a:latin typeface="+mn-ea"/>
                <a:ea typeface="+mn-ea"/>
              </a:rPr>
              <a:t>70%</a:t>
            </a:r>
            <a:r>
              <a:rPr lang="zh-CN" altLang="en-US" sz="1400" b="1" dirty="0">
                <a:solidFill>
                  <a:srgbClr val="00B050"/>
                </a:solidFill>
                <a:latin typeface="+mn-ea"/>
                <a:ea typeface="+mn-ea"/>
              </a:rPr>
              <a:t>振幅</a:t>
            </a:r>
          </a:p>
        </p:txBody>
      </p:sp>
    </p:spTree>
    <p:extLst>
      <p:ext uri="{BB962C8B-B14F-4D97-AF65-F5344CB8AC3E}">
        <p14:creationId xmlns:p14="http://schemas.microsoft.com/office/powerpoint/2010/main" val="326754981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DE52D-D273-40ED-9566-E44132240C7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A9223D4-6FDB-06F0-1021-99F795B2A2D1}"/>
              </a:ext>
            </a:extLst>
          </p:cNvPr>
          <p:cNvSpPr>
            <a:spLocks noGrp="1"/>
          </p:cNvSpPr>
          <p:nvPr>
            <p:ph type="title"/>
          </p:nvPr>
        </p:nvSpPr>
        <p:spPr>
          <a:xfrm>
            <a:off x="0" y="8526"/>
            <a:ext cx="9013371" cy="792162"/>
          </a:xfrm>
        </p:spPr>
        <p:txBody>
          <a:bodyPr/>
          <a:lstStyle/>
          <a:p>
            <a:r>
              <a:rPr lang="zh-CN" altLang="en-US" dirty="0">
                <a:latin typeface="+mn-ea"/>
              </a:rPr>
              <a:t>三、雷达测高波形分析</a:t>
            </a:r>
            <a:endParaRPr lang="zh-CN" altLang="en-US" dirty="0"/>
          </a:p>
        </p:txBody>
      </p:sp>
      <p:sp>
        <p:nvSpPr>
          <p:cNvPr id="4" name="TextBox 3">
            <a:extLst>
              <a:ext uri="{FF2B5EF4-FFF2-40B4-BE49-F238E27FC236}">
                <a16:creationId xmlns:a16="http://schemas.microsoft.com/office/drawing/2014/main" id="{9340BBE7-5CB2-A105-1230-94D24B16F96C}"/>
              </a:ext>
            </a:extLst>
          </p:cNvPr>
          <p:cNvSpPr txBox="1"/>
          <p:nvPr/>
        </p:nvSpPr>
        <p:spPr>
          <a:xfrm>
            <a:off x="390941" y="780599"/>
            <a:ext cx="8348866" cy="675762"/>
          </a:xfrm>
          <a:prstGeom prst="rect">
            <a:avLst/>
          </a:prstGeom>
          <a:noFill/>
        </p:spPr>
        <p:txBody>
          <a:bodyPr wrap="square" rtlCol="0">
            <a:spAutoFit/>
          </a:bodyPr>
          <a:lstStyle/>
          <a:p>
            <a:pPr algn="just">
              <a:lnSpc>
                <a:spcPct val="150000"/>
              </a:lnSpc>
            </a:pPr>
            <a:r>
              <a:rPr lang="zh-CN" altLang="en-US" sz="2800" b="1" dirty="0">
                <a:solidFill>
                  <a:srgbClr val="333333"/>
                </a:solidFill>
                <a:latin typeface="+mn-ea"/>
                <a:ea typeface="+mn-ea"/>
              </a:rPr>
              <a:t>波形重追踪算法</a:t>
            </a:r>
            <a:endParaRPr lang="en-US" altLang="zh-CN" sz="2800" b="1" dirty="0">
              <a:solidFill>
                <a:srgbClr val="333333"/>
              </a:solidFill>
              <a:latin typeface="+mn-ea"/>
              <a:ea typeface="+mn-ea"/>
            </a:endParaRPr>
          </a:p>
        </p:txBody>
      </p:sp>
      <p:sp>
        <p:nvSpPr>
          <p:cNvPr id="6" name="TextBox 5">
            <a:extLst>
              <a:ext uri="{FF2B5EF4-FFF2-40B4-BE49-F238E27FC236}">
                <a16:creationId xmlns:a16="http://schemas.microsoft.com/office/drawing/2014/main" id="{207ED5B5-1D9A-4166-D5EB-436DC151BDB8}"/>
              </a:ext>
            </a:extLst>
          </p:cNvPr>
          <p:cNvSpPr txBox="1"/>
          <p:nvPr/>
        </p:nvSpPr>
        <p:spPr>
          <a:xfrm>
            <a:off x="529948" y="1538215"/>
            <a:ext cx="8283852" cy="3846694"/>
          </a:xfrm>
          <a:prstGeom prst="rect">
            <a:avLst/>
          </a:prstGeom>
          <a:noFill/>
        </p:spPr>
        <p:txBody>
          <a:bodyPr wrap="square">
            <a:spAutoFit/>
          </a:bodyPr>
          <a:lstStyle/>
          <a:p>
            <a:pPr algn="just">
              <a:lnSpc>
                <a:spcPct val="200000"/>
              </a:lnSpc>
            </a:pPr>
            <a:r>
              <a:rPr lang="en-US" altLang="zh-CN" sz="2000" dirty="0">
                <a:solidFill>
                  <a:srgbClr val="000000"/>
                </a:solidFill>
                <a:latin typeface="+mn-ea"/>
                <a:ea typeface="+mn-ea"/>
              </a:rPr>
              <a:t>4. SAMOSA</a:t>
            </a:r>
            <a:r>
              <a:rPr lang="zh-CN" altLang="en-US" sz="2000" dirty="0">
                <a:solidFill>
                  <a:srgbClr val="000000"/>
                </a:solidFill>
                <a:latin typeface="+mn-ea"/>
                <a:ea typeface="+mn-ea"/>
              </a:rPr>
              <a:t>算法</a:t>
            </a:r>
            <a:endParaRPr lang="en-US" altLang="zh-CN" sz="2000" dirty="0">
              <a:solidFill>
                <a:srgbClr val="000000"/>
              </a:solidFill>
              <a:latin typeface="+mn-ea"/>
              <a:ea typeface="+mn-ea"/>
            </a:endParaRPr>
          </a:p>
          <a:p>
            <a:pPr algn="just">
              <a:lnSpc>
                <a:spcPct val="200000"/>
              </a:lnSpc>
            </a:pPr>
            <a:r>
              <a:rPr lang="zh-CN" altLang="en-US" sz="2000" dirty="0">
                <a:solidFill>
                  <a:srgbClr val="000000"/>
                </a:solidFill>
                <a:latin typeface="+mn-ea"/>
                <a:ea typeface="+mn-ea"/>
              </a:rPr>
              <a:t>针对合成孔径雷达高度计回波波形处理，欧洲航天局基于合成孔径雷达高度计的</a:t>
            </a:r>
            <a:r>
              <a:rPr lang="zh-CN" altLang="en-US" sz="2000" b="1" dirty="0">
                <a:solidFill>
                  <a:srgbClr val="000000"/>
                </a:solidFill>
                <a:latin typeface="+mn-ea"/>
                <a:ea typeface="+mn-ea"/>
              </a:rPr>
              <a:t>基本延迟多普勒处理原理</a:t>
            </a:r>
            <a:r>
              <a:rPr lang="zh-CN" altLang="en-US" sz="2000" dirty="0">
                <a:solidFill>
                  <a:srgbClr val="000000"/>
                </a:solidFill>
                <a:latin typeface="+mn-ea"/>
                <a:ea typeface="+mn-ea"/>
              </a:rPr>
              <a:t>开发了</a:t>
            </a:r>
            <a:r>
              <a:rPr lang="en-US" altLang="zh-CN" sz="2000" dirty="0">
                <a:solidFill>
                  <a:srgbClr val="000000"/>
                </a:solidFill>
                <a:latin typeface="+mn-ea"/>
                <a:ea typeface="+mn-ea"/>
              </a:rPr>
              <a:t>SAMOSA</a:t>
            </a:r>
            <a:r>
              <a:rPr lang="zh-CN" altLang="en-US" sz="2000" dirty="0">
                <a:solidFill>
                  <a:srgbClr val="000000"/>
                </a:solidFill>
                <a:latin typeface="+mn-ea"/>
                <a:ea typeface="+mn-ea"/>
              </a:rPr>
              <a:t>波形重追踪算法（</a:t>
            </a:r>
            <a:r>
              <a:rPr lang="en-US" altLang="zh-CN" sz="2000" dirty="0">
                <a:solidFill>
                  <a:srgbClr val="0070C0"/>
                </a:solidFill>
                <a:latin typeface="+mn-ea"/>
                <a:ea typeface="+mn-ea"/>
              </a:rPr>
              <a:t> Ray </a:t>
            </a:r>
            <a:r>
              <a:rPr lang="zh-CN" altLang="en-US" sz="2000" dirty="0">
                <a:solidFill>
                  <a:srgbClr val="0070C0"/>
                </a:solidFill>
                <a:latin typeface="+mn-ea"/>
                <a:ea typeface="+mn-ea"/>
              </a:rPr>
              <a:t>等，</a:t>
            </a:r>
            <a:r>
              <a:rPr lang="en-US" altLang="zh-CN" sz="2000" dirty="0">
                <a:solidFill>
                  <a:srgbClr val="0070C0"/>
                </a:solidFill>
                <a:latin typeface="+mn-ea"/>
                <a:ea typeface="+mn-ea"/>
              </a:rPr>
              <a:t>2014</a:t>
            </a:r>
            <a:r>
              <a:rPr lang="zh-CN" altLang="en-US" sz="2000" dirty="0">
                <a:solidFill>
                  <a:srgbClr val="000000"/>
                </a:solidFill>
                <a:latin typeface="+mn-ea"/>
                <a:ea typeface="+mn-ea"/>
              </a:rPr>
              <a:t>）。欧洲航天局其后又发展了</a:t>
            </a:r>
            <a:r>
              <a:rPr lang="en-US" altLang="zh-CN" sz="2000" dirty="0">
                <a:solidFill>
                  <a:srgbClr val="000000"/>
                </a:solidFill>
                <a:latin typeface="+mn-ea"/>
                <a:ea typeface="+mn-ea"/>
              </a:rPr>
              <a:t>SAMOSA+</a:t>
            </a:r>
            <a:r>
              <a:rPr lang="zh-CN" altLang="en-US" sz="2000" dirty="0">
                <a:solidFill>
                  <a:srgbClr val="000000"/>
                </a:solidFill>
                <a:latin typeface="+mn-ea"/>
                <a:ea typeface="+mn-ea"/>
              </a:rPr>
              <a:t>算法（</a:t>
            </a:r>
            <a:r>
              <a:rPr lang="en-US" altLang="zh-CN" sz="2000" dirty="0" err="1">
                <a:solidFill>
                  <a:srgbClr val="0070C0"/>
                </a:solidFill>
                <a:latin typeface="+mn-ea"/>
                <a:ea typeface="+mn-ea"/>
              </a:rPr>
              <a:t>Dinardo</a:t>
            </a:r>
            <a:r>
              <a:rPr lang="zh-CN" altLang="en-US" sz="2000" dirty="0">
                <a:solidFill>
                  <a:srgbClr val="0070C0"/>
                </a:solidFill>
                <a:latin typeface="+mn-ea"/>
                <a:ea typeface="+mn-ea"/>
              </a:rPr>
              <a:t>等，</a:t>
            </a:r>
            <a:r>
              <a:rPr lang="en-US" altLang="zh-CN" sz="2000" dirty="0">
                <a:solidFill>
                  <a:srgbClr val="0070C0"/>
                </a:solidFill>
                <a:latin typeface="+mn-ea"/>
                <a:ea typeface="+mn-ea"/>
              </a:rPr>
              <a:t>2017</a:t>
            </a:r>
            <a:r>
              <a:rPr lang="zh-CN" altLang="en-US" sz="2000" dirty="0">
                <a:solidFill>
                  <a:srgbClr val="000000"/>
                </a:solidFill>
                <a:latin typeface="+mn-ea"/>
                <a:ea typeface="+mn-ea"/>
              </a:rPr>
              <a:t>）。该算法为</a:t>
            </a:r>
            <a:r>
              <a:rPr lang="en-US" altLang="zh-CN" sz="2000" dirty="0">
                <a:solidFill>
                  <a:srgbClr val="000000"/>
                </a:solidFill>
                <a:latin typeface="+mn-ea"/>
                <a:ea typeface="+mn-ea"/>
              </a:rPr>
              <a:t>Cryosat-2</a:t>
            </a:r>
            <a:r>
              <a:rPr lang="zh-CN" altLang="en-US" sz="2000" dirty="0">
                <a:solidFill>
                  <a:srgbClr val="000000"/>
                </a:solidFill>
                <a:latin typeface="+mn-ea"/>
                <a:ea typeface="+mn-ea"/>
              </a:rPr>
              <a:t>和</a:t>
            </a:r>
            <a:r>
              <a:rPr lang="en-US" altLang="zh-CN" sz="2000" dirty="0">
                <a:solidFill>
                  <a:srgbClr val="000000"/>
                </a:solidFill>
                <a:latin typeface="+mn-ea"/>
                <a:ea typeface="+mn-ea"/>
              </a:rPr>
              <a:t>Sentinel-3</a:t>
            </a:r>
            <a:r>
              <a:rPr lang="zh-CN" altLang="en-US" sz="2000" dirty="0">
                <a:solidFill>
                  <a:srgbClr val="000000"/>
                </a:solidFill>
                <a:latin typeface="+mn-ea"/>
                <a:ea typeface="+mn-ea"/>
              </a:rPr>
              <a:t>雷达高度计官方产品中主要数据处理算法。</a:t>
            </a:r>
            <a:endParaRPr lang="en-US" altLang="zh-CN" sz="2000" dirty="0">
              <a:solidFill>
                <a:srgbClr val="000000"/>
              </a:solidFill>
              <a:latin typeface="+mn-ea"/>
              <a:ea typeface="+mn-ea"/>
            </a:endParaRPr>
          </a:p>
        </p:txBody>
      </p:sp>
      <p:sp>
        <p:nvSpPr>
          <p:cNvPr id="5" name="文本框 4">
            <a:extLst>
              <a:ext uri="{FF2B5EF4-FFF2-40B4-BE49-F238E27FC236}">
                <a16:creationId xmlns:a16="http://schemas.microsoft.com/office/drawing/2014/main" id="{DF5BFDD3-BFA7-7129-E1ED-5C82D5262A2E}"/>
              </a:ext>
            </a:extLst>
          </p:cNvPr>
          <p:cNvSpPr txBox="1"/>
          <p:nvPr/>
        </p:nvSpPr>
        <p:spPr>
          <a:xfrm>
            <a:off x="233588" y="5893251"/>
            <a:ext cx="8695871" cy="923330"/>
          </a:xfrm>
          <a:prstGeom prst="rect">
            <a:avLst/>
          </a:prstGeom>
          <a:noFill/>
        </p:spPr>
        <p:txBody>
          <a:bodyPr wrap="square">
            <a:spAutoFit/>
          </a:bodyPr>
          <a:lstStyle/>
          <a:p>
            <a:pPr algn="just"/>
            <a:r>
              <a:rPr lang="en-US" altLang="zh-CN" sz="1200" dirty="0">
                <a:solidFill>
                  <a:srgbClr val="0070C0"/>
                </a:solidFill>
                <a:latin typeface="+mn-ea"/>
                <a:ea typeface="+mn-ea"/>
              </a:rPr>
              <a:t>Ray C , Martin-Puig C , </a:t>
            </a:r>
            <a:r>
              <a:rPr lang="en-US" altLang="zh-CN" sz="1200" dirty="0" err="1">
                <a:solidFill>
                  <a:srgbClr val="0070C0"/>
                </a:solidFill>
                <a:latin typeface="+mn-ea"/>
                <a:ea typeface="+mn-ea"/>
              </a:rPr>
              <a:t>Clarizia</a:t>
            </a:r>
            <a:r>
              <a:rPr lang="en-US" altLang="zh-CN" sz="1200" dirty="0">
                <a:solidFill>
                  <a:srgbClr val="0070C0"/>
                </a:solidFill>
                <a:latin typeface="+mn-ea"/>
                <a:ea typeface="+mn-ea"/>
              </a:rPr>
              <a:t> M P ,et </a:t>
            </a:r>
            <a:r>
              <a:rPr lang="en-US" altLang="zh-CN" sz="1200" dirty="0" err="1">
                <a:solidFill>
                  <a:srgbClr val="0070C0"/>
                </a:solidFill>
                <a:latin typeface="+mn-ea"/>
                <a:ea typeface="+mn-ea"/>
              </a:rPr>
              <a:t>al.SAR</a:t>
            </a:r>
            <a:r>
              <a:rPr lang="en-US" altLang="zh-CN" sz="1200" dirty="0">
                <a:solidFill>
                  <a:srgbClr val="0070C0"/>
                </a:solidFill>
                <a:latin typeface="+mn-ea"/>
                <a:ea typeface="+mn-ea"/>
              </a:rPr>
              <a:t> Altimeter Backscattered Waveform Model[J].IEEE Transactions on Geoscience &amp; Remote Sensing, 2014, 53(2):911-919.DOI:10.1109/TGRS.2014.2330423.</a:t>
            </a:r>
          </a:p>
          <a:p>
            <a:pPr algn="just"/>
            <a:r>
              <a:rPr lang="en-US" altLang="zh-CN" sz="1200" dirty="0" err="1">
                <a:solidFill>
                  <a:srgbClr val="0070C0"/>
                </a:solidFill>
                <a:latin typeface="+mn-ea"/>
                <a:ea typeface="+mn-ea"/>
              </a:rPr>
              <a:t>Dinardo</a:t>
            </a:r>
            <a:r>
              <a:rPr lang="en-US" altLang="zh-CN" sz="1200" dirty="0">
                <a:solidFill>
                  <a:srgbClr val="0070C0"/>
                </a:solidFill>
                <a:latin typeface="+mn-ea"/>
                <a:ea typeface="+mn-ea"/>
              </a:rPr>
              <a:t> S, </a:t>
            </a:r>
            <a:r>
              <a:rPr lang="en-US" altLang="zh-CN" sz="1200" dirty="0" err="1">
                <a:solidFill>
                  <a:srgbClr val="0070C0"/>
                </a:solidFill>
                <a:latin typeface="+mn-ea"/>
                <a:ea typeface="+mn-ea"/>
              </a:rPr>
              <a:t>Fenoglio</a:t>
            </a:r>
            <a:r>
              <a:rPr lang="en-US" altLang="zh-CN" sz="1200" dirty="0">
                <a:solidFill>
                  <a:srgbClr val="0070C0"/>
                </a:solidFill>
                <a:latin typeface="+mn-ea"/>
                <a:ea typeface="+mn-ea"/>
              </a:rPr>
              <a:t>-Marc L, </a:t>
            </a:r>
            <a:r>
              <a:rPr lang="en-US" altLang="zh-CN" sz="1200" dirty="0" err="1">
                <a:solidFill>
                  <a:srgbClr val="0070C0"/>
                </a:solidFill>
                <a:latin typeface="+mn-ea"/>
                <a:ea typeface="+mn-ea"/>
              </a:rPr>
              <a:t>Buchhaupt</a:t>
            </a:r>
            <a:r>
              <a:rPr lang="en-US" altLang="zh-CN" sz="1200" dirty="0">
                <a:solidFill>
                  <a:srgbClr val="0070C0"/>
                </a:solidFill>
                <a:latin typeface="+mn-ea"/>
                <a:ea typeface="+mn-ea"/>
              </a:rPr>
              <a:t> C, et al. Coastal SAR and PLRM Altimetry in German Bight and West Baltic Sea[J]. Advances in Space Research, 2017, 62(6): 1371-1404.</a:t>
            </a:r>
            <a:endParaRPr lang="zh-CN" altLang="en-US" sz="1200" dirty="0">
              <a:solidFill>
                <a:srgbClr val="0070C0"/>
              </a:solidFill>
              <a:latin typeface="+mn-ea"/>
              <a:ea typeface="+mn-ea"/>
            </a:endParaRPr>
          </a:p>
        </p:txBody>
      </p:sp>
    </p:spTree>
    <p:extLst>
      <p:ext uri="{BB962C8B-B14F-4D97-AF65-F5344CB8AC3E}">
        <p14:creationId xmlns:p14="http://schemas.microsoft.com/office/powerpoint/2010/main" val="257565363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0" y="8526"/>
            <a:ext cx="9013371" cy="792162"/>
          </a:xfrm>
        </p:spPr>
        <p:txBody>
          <a:bodyPr/>
          <a:lstStyle/>
          <a:p>
            <a:r>
              <a:rPr lang="zh-CN" altLang="en-US" dirty="0">
                <a:latin typeface="+mn-ea"/>
              </a:rPr>
              <a:t>课后思考</a:t>
            </a:r>
            <a:endParaRPr lang="zh-CN" altLang="en-US" dirty="0"/>
          </a:p>
        </p:txBody>
      </p:sp>
      <p:sp>
        <p:nvSpPr>
          <p:cNvPr id="50" name="TextBox 49">
            <a:extLst>
              <a:ext uri="{FF2B5EF4-FFF2-40B4-BE49-F238E27FC236}">
                <a16:creationId xmlns:a16="http://schemas.microsoft.com/office/drawing/2014/main" id="{934AE4FC-2EDD-5507-D501-C63C6A068167}"/>
              </a:ext>
            </a:extLst>
          </p:cNvPr>
          <p:cNvSpPr txBox="1"/>
          <p:nvPr/>
        </p:nvSpPr>
        <p:spPr>
          <a:xfrm>
            <a:off x="420413" y="1335435"/>
            <a:ext cx="8181719" cy="3489545"/>
          </a:xfrm>
          <a:prstGeom prst="rect">
            <a:avLst/>
          </a:prstGeom>
          <a:noFill/>
        </p:spPr>
        <p:txBody>
          <a:bodyPr wrap="square">
            <a:spAutoFit/>
          </a:bodyPr>
          <a:lstStyle/>
          <a:p>
            <a:pPr marL="342900" indent="-342900" algn="just">
              <a:lnSpc>
                <a:spcPct val="200000"/>
              </a:lnSpc>
              <a:buFontTx/>
              <a:buAutoNum type="arabicPeriod"/>
            </a:pPr>
            <a:r>
              <a:rPr lang="zh-CN" altLang="en-US" dirty="0">
                <a:solidFill>
                  <a:srgbClr val="000000"/>
                </a:solidFill>
                <a:latin typeface="+mn-ea"/>
                <a:ea typeface="+mn-ea"/>
              </a:rPr>
              <a:t>简述星载雷达测高包含哪些改正项。</a:t>
            </a:r>
            <a:endParaRPr lang="en-US" altLang="zh-CN" dirty="0">
              <a:solidFill>
                <a:srgbClr val="000000"/>
              </a:solidFill>
              <a:latin typeface="+mn-ea"/>
              <a:ea typeface="+mn-ea"/>
            </a:endParaRPr>
          </a:p>
          <a:p>
            <a:pPr marL="342900" indent="-342900" algn="just">
              <a:lnSpc>
                <a:spcPct val="200000"/>
              </a:lnSpc>
              <a:buAutoNum type="arabicPeriod"/>
            </a:pPr>
            <a:r>
              <a:rPr lang="zh-CN" altLang="en-US" dirty="0">
                <a:solidFill>
                  <a:srgbClr val="000000"/>
                </a:solidFill>
                <a:latin typeface="+mn-ea"/>
                <a:ea typeface="+mn-ea"/>
              </a:rPr>
              <a:t>简述脉冲有限雷达信号进入水面过程及形成回波功率特征。</a:t>
            </a:r>
            <a:endParaRPr lang="en-US" altLang="zh-CN" dirty="0">
              <a:solidFill>
                <a:srgbClr val="000000"/>
              </a:solidFill>
              <a:latin typeface="+mn-ea"/>
              <a:ea typeface="+mn-ea"/>
            </a:endParaRPr>
          </a:p>
          <a:p>
            <a:pPr marL="342900" indent="-342900" algn="just">
              <a:lnSpc>
                <a:spcPct val="200000"/>
              </a:lnSpc>
              <a:buAutoNum type="arabicPeriod"/>
            </a:pPr>
            <a:r>
              <a:rPr lang="zh-CN" altLang="en-US" dirty="0">
                <a:solidFill>
                  <a:srgbClr val="000000"/>
                </a:solidFill>
                <a:latin typeface="+mn-ea"/>
                <a:ea typeface="+mn-ea"/>
              </a:rPr>
              <a:t>简述波形重追踪概念及常用波形重追踪方法。</a:t>
            </a:r>
            <a:endParaRPr lang="en-US" altLang="zh-CN" dirty="0">
              <a:solidFill>
                <a:srgbClr val="000000"/>
              </a:solidFill>
              <a:latin typeface="+mn-ea"/>
              <a:ea typeface="+mn-ea"/>
            </a:endParaRPr>
          </a:p>
          <a:p>
            <a:pPr marL="342900" indent="-342900" algn="just">
              <a:lnSpc>
                <a:spcPct val="200000"/>
              </a:lnSpc>
              <a:buAutoNum type="arabicPeriod"/>
            </a:pPr>
            <a:endParaRPr lang="en-US" altLang="zh-CN" dirty="0">
              <a:solidFill>
                <a:srgbClr val="000000"/>
              </a:solidFill>
              <a:latin typeface="+mn-ea"/>
              <a:ea typeface="+mn-ea"/>
            </a:endParaRPr>
          </a:p>
        </p:txBody>
      </p:sp>
    </p:spTree>
    <p:extLst>
      <p:ext uri="{BB962C8B-B14F-4D97-AF65-F5344CB8AC3E}">
        <p14:creationId xmlns:p14="http://schemas.microsoft.com/office/powerpoint/2010/main" val="309448451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189c55888ab0cbd7322514a7fc9bd945c0e60"/>
</p:tagLst>
</file>

<file path=ppt/theme/theme1.xml><?xml version="1.0" encoding="utf-8"?>
<a:theme xmlns:a="http://schemas.openxmlformats.org/drawingml/2006/main" name="2_Global">
  <a:themeElements>
    <a:clrScheme name="自定义 33">
      <a:dk1>
        <a:sysClr val="windowText" lastClr="000000"/>
      </a:dk1>
      <a:lt1>
        <a:sysClr val="window" lastClr="FFFFFF"/>
      </a:lt1>
      <a:dk2>
        <a:srgbClr val="0000CC"/>
      </a:dk2>
      <a:lt2>
        <a:srgbClr val="EEECE1"/>
      </a:lt2>
      <a:accent1>
        <a:srgbClr val="0000CC"/>
      </a:accent1>
      <a:accent2>
        <a:srgbClr val="C00000"/>
      </a:accent2>
      <a:accent3>
        <a:srgbClr val="FF0000"/>
      </a:accent3>
      <a:accent4>
        <a:srgbClr val="FFFF00"/>
      </a:accent4>
      <a:accent5>
        <a:srgbClr val="0000CC"/>
      </a:accent5>
      <a:accent6>
        <a:srgbClr val="CAEAFA"/>
      </a:accent6>
      <a:hlink>
        <a:srgbClr val="0000FF"/>
      </a:hlink>
      <a:folHlink>
        <a:srgbClr val="800080"/>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85000"/>
            <a:lumOff val="15000"/>
          </a:schemeClr>
        </a:solidFill>
      </a:spPr>
      <a:bodyPr wrap="square" lIns="0" rtlCol="0" anchor="ctr">
        <a:noAutofit/>
      </a:bodyPr>
      <a:lstStyle>
        <a:defPPr algn="l">
          <a:defRPr b="1" dirty="0" smtClean="0">
            <a:solidFill>
              <a:srgbClr val="FF0000"/>
            </a:solidFill>
            <a:latin typeface="微软雅黑" pitchFamily="34" charset="-122"/>
            <a:ea typeface="微软雅黑"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0" tIns="0" rIns="0" bIns="0" numCol="1" anchor="t"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
      <a:clrScheme name="Global 9">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7897B4"/>
        </a:folHlink>
      </a:clrScheme>
      <a:clrMap bg1="lt1" tx1="dk1" bg2="lt2" tx2="dk2" accent1="accent1" accent2="accent2" accent3="accent3" accent4="accent4" accent5="accent5" accent6="accent6" hlink="hlink" folHlink="folHlink"/>
    </a:extraClrScheme>
    <a:extraClrScheme>
      <a:clrScheme name="Global 10">
        <a:dk1>
          <a:srgbClr val="0000FF"/>
        </a:dk1>
        <a:lt1>
          <a:srgbClr val="336699"/>
        </a:lt1>
        <a:dk2>
          <a:srgbClr val="FFFFCC"/>
        </a:dk2>
        <a:lt2>
          <a:srgbClr val="1B3753"/>
        </a:lt2>
        <a:accent1>
          <a:srgbClr val="BA8E46"/>
        </a:accent1>
        <a:accent2>
          <a:srgbClr val="46C0AF"/>
        </a:accent2>
        <a:accent3>
          <a:srgbClr val="ADB8CA"/>
        </a:accent3>
        <a:accent4>
          <a:srgbClr val="0000DA"/>
        </a:accent4>
        <a:accent5>
          <a:srgbClr val="D9C6B0"/>
        </a:accent5>
        <a:accent6>
          <a:srgbClr val="3FAE9E"/>
        </a:accent6>
        <a:hlink>
          <a:srgbClr val="E6D490"/>
        </a:hlink>
        <a:folHlink>
          <a:srgbClr val="E1B977"/>
        </a:folHlink>
      </a:clrScheme>
      <a:clrMap bg1="lt1" tx1="dk1" bg2="lt2" tx2="dk2" accent1="accent1" accent2="accent2" accent3="accent3" accent4="accent4" accent5="accent5" accent6="accent6" hlink="hlink" folHlink="folHlink"/>
    </a:extraClrScheme>
    <a:extraClrScheme>
      <a:clrScheme name="Global 11">
        <a:dk1>
          <a:srgbClr val="1B3753"/>
        </a:dk1>
        <a:lt1>
          <a:srgbClr val="FFFFFF"/>
        </a:lt1>
        <a:dk2>
          <a:srgbClr val="336699"/>
        </a:dk2>
        <a:lt2>
          <a:srgbClr val="FFFFCC"/>
        </a:lt2>
        <a:accent1>
          <a:srgbClr val="BA8E46"/>
        </a:accent1>
        <a:accent2>
          <a:srgbClr val="46C0AF"/>
        </a:accent2>
        <a:accent3>
          <a:srgbClr val="ADB8CA"/>
        </a:accent3>
        <a:accent4>
          <a:srgbClr val="DADADA"/>
        </a:accent4>
        <a:accent5>
          <a:srgbClr val="D9C6B0"/>
        </a:accent5>
        <a:accent6>
          <a:srgbClr val="3FAE9E"/>
        </a:accent6>
        <a:hlink>
          <a:srgbClr val="E6D490"/>
        </a:hlink>
        <a:folHlink>
          <a:srgbClr val="E1B977"/>
        </a:folHlink>
      </a:clrScheme>
      <a:clrMap bg1="dk2" tx1="lt1" bg2="dk1" tx2="lt2" accent1="accent1" accent2="accent2" accent3="accent3" accent4="accent4" accent5="accent5" accent6="accent6" hlink="hlink" folHlink="folHlink"/>
    </a:extraClrScheme>
    <a:extraClrScheme>
      <a:clrScheme name="Global 12">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D0EB6B"/>
        </a:hlink>
        <a:folHlink>
          <a:srgbClr val="7897B4"/>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opyright (c) 2007-2010 NordriDesign™ _light">
  <a:themeElements>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fontScheme name="1_Copyright (c) 2007-2010 NordriDesign™ _light">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2"/>
            </a:solidFill>
            <a:effectLst/>
            <a:latin typeface="Arial" panose="020B0604020202020204" pitchFamily="34" charset="0"/>
            <a:ea typeface="黑体" panose="02010609060101010101" pitchFamily="2" charset="-122"/>
          </a:defRPr>
        </a:defPPr>
      </a:lstStyle>
    </a:lnDef>
  </a:objectDefaults>
  <a:extraClrSchemeLst>
    <a:extraClrScheme>
      <a:clrScheme name="1_Copyright (c) 2007-2010 NordriDesign™ _light 1">
        <a:dk1>
          <a:srgbClr val="000000"/>
        </a:dk1>
        <a:lt1>
          <a:srgbClr val="FFFFFF"/>
        </a:lt1>
        <a:dk2>
          <a:srgbClr val="FFFFFF"/>
        </a:dk2>
        <a:lt2>
          <a:srgbClr val="B2B2B2"/>
        </a:lt2>
        <a:accent1>
          <a:srgbClr val="43A1FF"/>
        </a:accent1>
        <a:accent2>
          <a:srgbClr val="00246C"/>
        </a:accent2>
        <a:accent3>
          <a:srgbClr val="FFFFFF"/>
        </a:accent3>
        <a:accent4>
          <a:srgbClr val="000000"/>
        </a:accent4>
        <a:accent5>
          <a:srgbClr val="B0CDFF"/>
        </a:accent5>
        <a:accent6>
          <a:srgbClr val="002061"/>
        </a:accent6>
        <a:hlink>
          <a:srgbClr val="FEA23C"/>
        </a:hlink>
        <a:folHlink>
          <a:srgbClr val="FFFF5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2675</TotalTime>
  <Words>2162</Words>
  <Application>Microsoft Office PowerPoint</Application>
  <PresentationFormat>全屏显示(4:3)</PresentationFormat>
  <Paragraphs>209</Paragraphs>
  <Slides>26</Slides>
  <Notes>26</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26</vt:i4>
      </vt:variant>
    </vt:vector>
  </HeadingPairs>
  <TitlesOfParts>
    <vt:vector size="36" baseType="lpstr">
      <vt:lpstr>等线</vt:lpstr>
      <vt:lpstr>黑体</vt:lpstr>
      <vt:lpstr>微软雅黑</vt:lpstr>
      <vt:lpstr>Arial</vt:lpstr>
      <vt:lpstr>Calibri</vt:lpstr>
      <vt:lpstr>Cambria Math</vt:lpstr>
      <vt:lpstr>Times New Roman</vt:lpstr>
      <vt:lpstr>Wingdings</vt:lpstr>
      <vt:lpstr>2_Global</vt:lpstr>
      <vt:lpstr>1_Copyright (c) 2007-2010 NordriDesign™ _light</vt:lpstr>
      <vt:lpstr>PowerPoint 演示文稿</vt:lpstr>
      <vt:lpstr>PowerPoint 演示文稿</vt:lpstr>
      <vt:lpstr>PowerPoint 演示文稿</vt:lpstr>
      <vt:lpstr>一、雷达测高基本原理</vt:lpstr>
      <vt:lpstr>一、雷达测高基本原理</vt:lpstr>
      <vt:lpstr>一、雷达测高基本原理</vt:lpstr>
      <vt:lpstr>一、雷达测距原理</vt:lpstr>
      <vt:lpstr>二、雷达测高基本原理</vt:lpstr>
      <vt:lpstr>二、雷达测高基本原理</vt:lpstr>
      <vt:lpstr>二、雷达测高基本原理</vt:lpstr>
      <vt:lpstr>二. 雷达测高误差改正</vt:lpstr>
      <vt:lpstr>PowerPoint 演示文稿</vt:lpstr>
      <vt:lpstr>二、雷达测高技术发展</vt:lpstr>
      <vt:lpstr>二、雷达测高技术发展</vt:lpstr>
      <vt:lpstr>二、雷达测高技术发展</vt:lpstr>
      <vt:lpstr>二、雷达测高技术发展</vt:lpstr>
      <vt:lpstr>PowerPoint 演示文稿</vt:lpstr>
      <vt:lpstr>三、雷达测高波形分析</vt:lpstr>
      <vt:lpstr>三、雷达测高波形分析</vt:lpstr>
      <vt:lpstr>三、雷达测高波形分析</vt:lpstr>
      <vt:lpstr>三、雷达测高波形分析</vt:lpstr>
      <vt:lpstr>三、雷达测高波形分析</vt:lpstr>
      <vt:lpstr>三、雷达测高波形分析</vt:lpstr>
      <vt:lpstr>三、雷达测高波形分析</vt:lpstr>
      <vt:lpstr>三、雷达测高波形分析</vt:lpstr>
      <vt:lpstr>课后思考</vt:lpstr>
    </vt:vector>
  </TitlesOfParts>
  <Company>tongji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lsb</dc:creator>
  <cp:lastModifiedBy>1327 ynu</cp:lastModifiedBy>
  <cp:revision>54</cp:revision>
  <dcterms:created xsi:type="dcterms:W3CDTF">2004-07-09T11:40:27Z</dcterms:created>
  <dcterms:modified xsi:type="dcterms:W3CDTF">2024-03-05T07:14:18Z</dcterms:modified>
</cp:coreProperties>
</file>