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6"/>
  </p:notesMasterIdLst>
  <p:handoutMasterIdLst>
    <p:handoutMasterId r:id="rId7"/>
  </p:handoutMasterIdLst>
  <p:sldIdLst>
    <p:sldId id="2734" r:id="rId3"/>
    <p:sldId id="2722" r:id="rId4"/>
    <p:sldId id="2727" r:id="rId5"/>
  </p:sldIdLst>
  <p:sldSz cx="9144000" cy="6858000" type="screen4x3"/>
  <p:notesSz cx="7099300" cy="10234613"/>
  <p:custDataLst>
    <p:tags r:id="rId8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29D1D-292B-0D48-8FE0-79D5F55D9AA9}" v="3" dt="2023-07-02T13:54:43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9" autoAdjust="0"/>
    <p:restoredTop sz="83946" autoAdjust="0"/>
  </p:normalViewPr>
  <p:slideViewPr>
    <p:cSldViewPr snapToGrid="0">
      <p:cViewPr varScale="1">
        <p:scale>
          <a:sx n="106" d="100"/>
          <a:sy n="106" d="100"/>
        </p:scale>
        <p:origin x="2136" y="184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85029D1D-292B-0D48-8FE0-79D5F55D9AA9}"/>
    <pc:docChg chg="addSld delSld modSld">
      <pc:chgData name="Xin Luo" userId="82312ee5779919a4" providerId="LiveId" clId="{85029D1D-292B-0D48-8FE0-79D5F55D9AA9}" dt="2023-07-02T13:55:12.869" v="96" actId="2696"/>
      <pc:docMkLst>
        <pc:docMk/>
      </pc:docMkLst>
      <pc:sldChg chg="del">
        <pc:chgData name="Xin Luo" userId="82312ee5779919a4" providerId="LiveId" clId="{85029D1D-292B-0D48-8FE0-79D5F55D9AA9}" dt="2023-07-02T13:54:44.677" v="3" actId="2696"/>
        <pc:sldMkLst>
          <pc:docMk/>
          <pc:sldMk cId="1153920038" sldId="2206"/>
        </pc:sldMkLst>
      </pc:sldChg>
      <pc:sldChg chg="del">
        <pc:chgData name="Xin Luo" userId="82312ee5779919a4" providerId="LiveId" clId="{85029D1D-292B-0D48-8FE0-79D5F55D9AA9}" dt="2023-07-02T13:55:12.794" v="80" actId="2696"/>
        <pc:sldMkLst>
          <pc:docMk/>
          <pc:sldMk cId="1576120367" sldId="2387"/>
        </pc:sldMkLst>
      </pc:sldChg>
      <pc:sldChg chg="del">
        <pc:chgData name="Xin Luo" userId="82312ee5779919a4" providerId="LiveId" clId="{85029D1D-292B-0D48-8FE0-79D5F55D9AA9}" dt="2023-07-02T13:55:12.784" v="76" actId="2696"/>
        <pc:sldMkLst>
          <pc:docMk/>
          <pc:sldMk cId="2415901206" sldId="2447"/>
        </pc:sldMkLst>
      </pc:sldChg>
      <pc:sldChg chg="del">
        <pc:chgData name="Xin Luo" userId="82312ee5779919a4" providerId="LiveId" clId="{85029D1D-292B-0D48-8FE0-79D5F55D9AA9}" dt="2023-07-02T13:55:12.786" v="77" actId="2696"/>
        <pc:sldMkLst>
          <pc:docMk/>
          <pc:sldMk cId="4067577602" sldId="2605"/>
        </pc:sldMkLst>
      </pc:sldChg>
      <pc:sldChg chg="del">
        <pc:chgData name="Xin Luo" userId="82312ee5779919a4" providerId="LiveId" clId="{85029D1D-292B-0D48-8FE0-79D5F55D9AA9}" dt="2023-07-02T13:55:12.796" v="81" actId="2696"/>
        <pc:sldMkLst>
          <pc:docMk/>
          <pc:sldMk cId="1602808061" sldId="2707"/>
        </pc:sldMkLst>
      </pc:sldChg>
      <pc:sldChg chg="del">
        <pc:chgData name="Xin Luo" userId="82312ee5779919a4" providerId="LiveId" clId="{85029D1D-292B-0D48-8FE0-79D5F55D9AA9}" dt="2023-07-02T13:55:12.823" v="91" actId="2696"/>
        <pc:sldMkLst>
          <pc:docMk/>
          <pc:sldMk cId="1658607177" sldId="2708"/>
        </pc:sldMkLst>
      </pc:sldChg>
      <pc:sldChg chg="del">
        <pc:chgData name="Xin Luo" userId="82312ee5779919a4" providerId="LiveId" clId="{85029D1D-292B-0D48-8FE0-79D5F55D9AA9}" dt="2023-07-02T13:55:12.791" v="79" actId="2696"/>
        <pc:sldMkLst>
          <pc:docMk/>
          <pc:sldMk cId="1257969106" sldId="2709"/>
        </pc:sldMkLst>
      </pc:sldChg>
      <pc:sldChg chg="del">
        <pc:chgData name="Xin Luo" userId="82312ee5779919a4" providerId="LiveId" clId="{85029D1D-292B-0D48-8FE0-79D5F55D9AA9}" dt="2023-07-02T13:55:12.789" v="78" actId="2696"/>
        <pc:sldMkLst>
          <pc:docMk/>
          <pc:sldMk cId="2744383376" sldId="2711"/>
        </pc:sldMkLst>
      </pc:sldChg>
      <pc:sldChg chg="del">
        <pc:chgData name="Xin Luo" userId="82312ee5779919a4" providerId="LiveId" clId="{85029D1D-292B-0D48-8FE0-79D5F55D9AA9}" dt="2023-07-02T13:55:12.830" v="94" actId="2696"/>
        <pc:sldMkLst>
          <pc:docMk/>
          <pc:sldMk cId="280619949" sldId="2714"/>
        </pc:sldMkLst>
      </pc:sldChg>
      <pc:sldChg chg="del">
        <pc:chgData name="Xin Luo" userId="82312ee5779919a4" providerId="LiveId" clId="{85029D1D-292B-0D48-8FE0-79D5F55D9AA9}" dt="2023-07-02T13:55:12.807" v="85" actId="2696"/>
        <pc:sldMkLst>
          <pc:docMk/>
          <pc:sldMk cId="3852391939" sldId="2715"/>
        </pc:sldMkLst>
      </pc:sldChg>
      <pc:sldChg chg="del">
        <pc:chgData name="Xin Luo" userId="82312ee5779919a4" providerId="LiveId" clId="{85029D1D-292B-0D48-8FE0-79D5F55D9AA9}" dt="2023-07-02T13:55:12.804" v="84" actId="2696"/>
        <pc:sldMkLst>
          <pc:docMk/>
          <pc:sldMk cId="3026715585" sldId="2716"/>
        </pc:sldMkLst>
      </pc:sldChg>
      <pc:sldChg chg="del">
        <pc:chgData name="Xin Luo" userId="82312ee5779919a4" providerId="LiveId" clId="{85029D1D-292B-0D48-8FE0-79D5F55D9AA9}" dt="2023-07-02T13:55:12.825" v="92" actId="2696"/>
        <pc:sldMkLst>
          <pc:docMk/>
          <pc:sldMk cId="4136986794" sldId="2717"/>
        </pc:sldMkLst>
      </pc:sldChg>
      <pc:sldChg chg="del">
        <pc:chgData name="Xin Luo" userId="82312ee5779919a4" providerId="LiveId" clId="{85029D1D-292B-0D48-8FE0-79D5F55D9AA9}" dt="2023-07-02T13:55:12.814" v="88" actId="2696"/>
        <pc:sldMkLst>
          <pc:docMk/>
          <pc:sldMk cId="1778017482" sldId="2718"/>
        </pc:sldMkLst>
      </pc:sldChg>
      <pc:sldChg chg="del">
        <pc:chgData name="Xin Luo" userId="82312ee5779919a4" providerId="LiveId" clId="{85029D1D-292B-0D48-8FE0-79D5F55D9AA9}" dt="2023-07-02T13:55:12.869" v="96" actId="2696"/>
        <pc:sldMkLst>
          <pc:docMk/>
          <pc:sldMk cId="1858913004" sldId="2719"/>
        </pc:sldMkLst>
      </pc:sldChg>
      <pc:sldChg chg="del">
        <pc:chgData name="Xin Luo" userId="82312ee5779919a4" providerId="LiveId" clId="{85029D1D-292B-0D48-8FE0-79D5F55D9AA9}" dt="2023-07-02T13:55:12.801" v="83" actId="2696"/>
        <pc:sldMkLst>
          <pc:docMk/>
          <pc:sldMk cId="3480831675" sldId="2720"/>
        </pc:sldMkLst>
      </pc:sldChg>
      <pc:sldChg chg="del">
        <pc:chgData name="Xin Luo" userId="82312ee5779919a4" providerId="LiveId" clId="{85029D1D-292B-0D48-8FE0-79D5F55D9AA9}" dt="2023-07-02T13:55:12.782" v="75" actId="2696"/>
        <pc:sldMkLst>
          <pc:docMk/>
          <pc:sldMk cId="769179569" sldId="2723"/>
        </pc:sldMkLst>
      </pc:sldChg>
      <pc:sldChg chg="del">
        <pc:chgData name="Xin Luo" userId="82312ee5779919a4" providerId="LiveId" clId="{85029D1D-292B-0D48-8FE0-79D5F55D9AA9}" dt="2023-07-02T13:55:12.812" v="87" actId="2696"/>
        <pc:sldMkLst>
          <pc:docMk/>
          <pc:sldMk cId="57442970" sldId="2725"/>
        </pc:sldMkLst>
      </pc:sldChg>
      <pc:sldChg chg="del">
        <pc:chgData name="Xin Luo" userId="82312ee5779919a4" providerId="LiveId" clId="{85029D1D-292B-0D48-8FE0-79D5F55D9AA9}" dt="2023-07-02T13:55:12.856" v="95" actId="2696"/>
        <pc:sldMkLst>
          <pc:docMk/>
          <pc:sldMk cId="4114066566" sldId="2726"/>
        </pc:sldMkLst>
      </pc:sldChg>
      <pc:sldChg chg="del">
        <pc:chgData name="Xin Luo" userId="82312ee5779919a4" providerId="LiveId" clId="{85029D1D-292B-0D48-8FE0-79D5F55D9AA9}" dt="2023-07-02T13:55:12.798" v="82" actId="2696"/>
        <pc:sldMkLst>
          <pc:docMk/>
          <pc:sldMk cId="1683372320" sldId="2728"/>
        </pc:sldMkLst>
      </pc:sldChg>
      <pc:sldChg chg="del">
        <pc:chgData name="Xin Luo" userId="82312ee5779919a4" providerId="LiveId" clId="{85029D1D-292B-0D48-8FE0-79D5F55D9AA9}" dt="2023-07-02T13:55:12.828" v="93" actId="2696"/>
        <pc:sldMkLst>
          <pc:docMk/>
          <pc:sldMk cId="240261692" sldId="2729"/>
        </pc:sldMkLst>
      </pc:sldChg>
      <pc:sldChg chg="del">
        <pc:chgData name="Xin Luo" userId="82312ee5779919a4" providerId="LiveId" clId="{85029D1D-292B-0D48-8FE0-79D5F55D9AA9}" dt="2023-07-02T13:55:12.778" v="74" actId="2696"/>
        <pc:sldMkLst>
          <pc:docMk/>
          <pc:sldMk cId="736914780" sldId="2730"/>
        </pc:sldMkLst>
      </pc:sldChg>
      <pc:sldChg chg="del">
        <pc:chgData name="Xin Luo" userId="82312ee5779919a4" providerId="LiveId" clId="{85029D1D-292B-0D48-8FE0-79D5F55D9AA9}" dt="2023-07-02T13:55:12.820" v="90" actId="2696"/>
        <pc:sldMkLst>
          <pc:docMk/>
          <pc:sldMk cId="3309691984" sldId="2731"/>
        </pc:sldMkLst>
      </pc:sldChg>
      <pc:sldChg chg="del">
        <pc:chgData name="Xin Luo" userId="82312ee5779919a4" providerId="LiveId" clId="{85029D1D-292B-0D48-8FE0-79D5F55D9AA9}" dt="2023-07-02T13:55:12.817" v="89" actId="2696"/>
        <pc:sldMkLst>
          <pc:docMk/>
          <pc:sldMk cId="1199790559" sldId="2732"/>
        </pc:sldMkLst>
      </pc:sldChg>
      <pc:sldChg chg="del">
        <pc:chgData name="Xin Luo" userId="82312ee5779919a4" providerId="LiveId" clId="{85029D1D-292B-0D48-8FE0-79D5F55D9AA9}" dt="2023-07-02T13:55:12.809" v="86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85029D1D-292B-0D48-8FE0-79D5F55D9AA9}" dt="2023-07-02T13:55:07.077" v="73" actId="20577"/>
        <pc:sldMkLst>
          <pc:docMk/>
          <pc:sldMk cId="2241021106" sldId="2734"/>
        </pc:sldMkLst>
        <pc:spChg chg="mod">
          <ac:chgData name="Xin Luo" userId="82312ee5779919a4" providerId="LiveId" clId="{85029D1D-292B-0D48-8FE0-79D5F55D9AA9}" dt="2023-07-02T13:55:07.077" v="73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7ECF62-1638-4DD4-9C28-B7A1E023F854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279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卫星测高技术存在问题讨论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-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激光高度计信息提取作业讨论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卫星测高原理及应用课程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835696" cy="6858000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/>
              </a:solidFill>
              <a:latin typeface="Calibr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4B9B8D5-4BCC-CDFF-1E13-B005060A8BDF}"/>
              </a:ext>
            </a:extLst>
          </p:cNvPr>
          <p:cNvGrpSpPr/>
          <p:nvPr/>
        </p:nvGrpSpPr>
        <p:grpSpPr>
          <a:xfrm>
            <a:off x="2130680" y="2543116"/>
            <a:ext cx="5221533" cy="592217"/>
            <a:chOff x="2121802" y="2099233"/>
            <a:chExt cx="5221533" cy="592217"/>
          </a:xfrm>
        </p:grpSpPr>
        <p:sp>
          <p:nvSpPr>
            <p:cNvPr id="10" name="椭圆 9"/>
            <p:cNvSpPr/>
            <p:nvPr/>
          </p:nvSpPr>
          <p:spPr>
            <a:xfrm>
              <a:off x="2121802" y="2115450"/>
              <a:ext cx="576000" cy="576000"/>
            </a:xfrm>
            <a:prstGeom prst="ellipse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一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2697802" y="2099233"/>
              <a:ext cx="4645533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课程简介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2ED16A1-79B8-7DB1-1CC1-250B051BAD58}"/>
              </a:ext>
            </a:extLst>
          </p:cNvPr>
          <p:cNvGrpSpPr/>
          <p:nvPr/>
        </p:nvGrpSpPr>
        <p:grpSpPr>
          <a:xfrm>
            <a:off x="2130680" y="3946498"/>
            <a:ext cx="5718900" cy="584775"/>
            <a:chOff x="2121802" y="3502615"/>
            <a:chExt cx="5718900" cy="584775"/>
          </a:xfrm>
        </p:grpSpPr>
        <p:sp>
          <p:nvSpPr>
            <p:cNvPr id="13" name="椭圆 12"/>
            <p:cNvSpPr/>
            <p:nvPr/>
          </p:nvSpPr>
          <p:spPr>
            <a:xfrm>
              <a:off x="2121802" y="3511390"/>
              <a:ext cx="576000" cy="576000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latin typeface="微软雅黑" pitchFamily="34" charset="-122"/>
                  <a:ea typeface="微软雅黑" pitchFamily="34" charset="-122"/>
                </a:rPr>
                <a:t>二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777899" y="3502615"/>
              <a:ext cx="5062803" cy="584775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l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课程要求及</a:t>
              </a:r>
              <a:r>
                <a:rPr lang="zh-CN" altLang="en-CN" sz="3200" b="1" dirty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微软雅黑"/>
                </a:rPr>
                <a:t>考核</a:t>
              </a:r>
              <a:endParaRPr lang="zh-CN" altLang="en-US" sz="32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微软雅黑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300960" y="1262844"/>
            <a:ext cx="16081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5400" b="1" dirty="0">
                <a:solidFill>
                  <a:schemeClr val="accent1"/>
                </a:solidFill>
                <a:latin typeface="Arial"/>
                <a:ea typeface="微软雅黑"/>
              </a:rPr>
              <a:t>目录</a:t>
            </a:r>
            <a:endParaRPr lang="en-US" altLang="zh-CN" sz="5400" b="1" dirty="0">
              <a:solidFill>
                <a:schemeClr val="accent1"/>
              </a:solidFill>
              <a:latin typeface="Arial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9587202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一、课程简介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5FFCA-3371-AF5C-381D-71D984055F5A}"/>
              </a:ext>
            </a:extLst>
          </p:cNvPr>
          <p:cNvSpPr txBox="1"/>
          <p:nvPr/>
        </p:nvSpPr>
        <p:spPr>
          <a:xfrm>
            <a:off x="653230" y="1745741"/>
            <a:ext cx="7706910" cy="454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sz="2800" kern="0" dirty="0">
                <a:solidFill>
                  <a:srgbClr val="000000"/>
                </a:solidFill>
                <a:latin typeface="+mn-ea"/>
                <a:ea typeface="+mn-ea"/>
              </a:rPr>
              <a:t>何为开源？开源节流？开放共享？</a:t>
            </a:r>
            <a:endParaRPr lang="en-US" altLang="zh-CN" sz="2800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en-US" sz="2200" kern="0" dirty="0" err="1">
                <a:solidFill>
                  <a:srgbClr val="000000"/>
                </a:solidFill>
                <a:effectLst/>
                <a:latin typeface="+mn-ea"/>
                <a:ea typeface="+mn-ea"/>
              </a:rPr>
              <a:t>开源的概念在计算机领域广泛提及</a:t>
            </a:r>
            <a:r>
              <a:rPr lang="zh-CN" altLang="en-US" sz="2200" kern="0" dirty="0">
                <a:solidFill>
                  <a:srgbClr val="000000"/>
                </a:solidFill>
                <a:effectLst/>
                <a:latin typeface="+mn-ea"/>
                <a:ea typeface="+mn-ea"/>
              </a:rPr>
              <a:t>。开源</a:t>
            </a:r>
            <a:r>
              <a:rPr lang="en-US" altLang="zh-CN" sz="2200" kern="0" dirty="0">
                <a:solidFill>
                  <a:srgbClr val="000000"/>
                </a:solidFill>
                <a:latin typeface="+mn-ea"/>
                <a:ea typeface="+mn-ea"/>
              </a:rPr>
              <a:t>GIS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  <a:ea typeface="+mn-ea"/>
              </a:rPr>
              <a:t>中的开源的概念也源于计算机领域中的开源。</a:t>
            </a:r>
            <a:endParaRPr lang="en-US" altLang="zh-CN" sz="2200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indent="266700" algn="just">
              <a:lnSpc>
                <a:spcPct val="200000"/>
              </a:lnSpc>
              <a:spcBef>
                <a:spcPts val="1200"/>
              </a:spcBef>
            </a:pPr>
            <a:r>
              <a:rPr lang="zh-CN" altLang="en-US" sz="2200" kern="0" dirty="0">
                <a:solidFill>
                  <a:srgbClr val="000000"/>
                </a:solidFill>
                <a:latin typeface="+mn-ea"/>
                <a:ea typeface="+mn-ea"/>
              </a:rPr>
              <a:t>开源软件中的开源是指</a:t>
            </a:r>
            <a:r>
              <a:rPr lang="zh-CN" altLang="en-US" sz="2200" b="1" u="sng" kern="0" dirty="0">
                <a:solidFill>
                  <a:schemeClr val="bg2"/>
                </a:solidFill>
                <a:latin typeface="+mn-ea"/>
                <a:ea typeface="+mn-ea"/>
              </a:rPr>
              <a:t>开放共享</a:t>
            </a:r>
            <a:r>
              <a:rPr lang="zh-CN" altLang="en-US" sz="2200" kern="0" dirty="0">
                <a:solidFill>
                  <a:srgbClr val="000000"/>
                </a:solidFill>
                <a:latin typeface="+mn-ea"/>
                <a:ea typeface="+mn-ea"/>
              </a:rPr>
              <a:t>。将自己的工作向他人分享，他人在已有的工作基础上进行进一步改进和完善。以节省冗余劳动力，并实现多人的高效协作。</a:t>
            </a:r>
            <a:endParaRPr lang="en-US" altLang="zh-CN" sz="220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 开源</a:t>
            </a:r>
            <a:r>
              <a:rPr lang="en-US" altLang="zh-CN" sz="2800" b="1" dirty="0">
                <a:solidFill>
                  <a:srgbClr val="333333"/>
                </a:solidFill>
                <a:latin typeface="+mn-ea"/>
                <a:ea typeface="+mn-ea"/>
              </a:rPr>
              <a:t>GIS</a:t>
            </a: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课程概述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101804</TotalTime>
  <Words>130</Words>
  <Application>Microsoft Macintosh PowerPoint</Application>
  <PresentationFormat>On-screen Show (4:3)</PresentationFormat>
  <Paragraphs>19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微软雅黑</vt:lpstr>
      <vt:lpstr>黑体</vt:lpstr>
      <vt:lpstr>Arial</vt:lpstr>
      <vt:lpstr>Calibri</vt:lpstr>
      <vt:lpstr>Times New Roman</vt:lpstr>
      <vt:lpstr>Wingdings</vt:lpstr>
      <vt:lpstr>2_Global</vt:lpstr>
      <vt:lpstr>1_Copyright (c) 2007-2010 NordriDesign™ _light</vt:lpstr>
      <vt:lpstr>PowerPoint Presentation</vt:lpstr>
      <vt:lpstr>PowerPoint Presentation</vt:lpstr>
      <vt:lpstr>一、课程简介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12983</cp:revision>
  <dcterms:created xsi:type="dcterms:W3CDTF">2004-07-09T11:40:27Z</dcterms:created>
  <dcterms:modified xsi:type="dcterms:W3CDTF">2023-07-02T13:55:13Z</dcterms:modified>
</cp:coreProperties>
</file>