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 id="2147483667"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9144000"/>
  <p:notesSz cx="7099300" cy="102346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663">
          <p15:clr>
            <a:srgbClr val="A4A3A4"/>
          </p15:clr>
        </p15:guide>
        <p15:guide id="2" orient="horz" pos="1412">
          <p15:clr>
            <a:srgbClr val="A4A3A4"/>
          </p15:clr>
        </p15:guide>
        <p15:guide id="3" pos="181">
          <p15:clr>
            <a:srgbClr val="A4A3A4"/>
          </p15:clr>
        </p15:guide>
        <p15:guide id="4" pos="5556">
          <p15:clr>
            <a:srgbClr val="A4A3A4"/>
          </p15:clr>
        </p15:guide>
        <p15:guide id="5" pos="2903">
          <p15:clr>
            <a:srgbClr val="A4A3A4"/>
          </p15:clr>
        </p15:guide>
        <p15:guide id="6" orient="horz" pos="700">
          <p15:clr>
            <a:srgbClr val="A4A3A4"/>
          </p15:clr>
        </p15:guide>
        <p15:guide id="7" orient="horz" pos="4119">
          <p15:clr>
            <a:srgbClr val="A4A3A4"/>
          </p15:clr>
        </p15:guide>
        <p15:guide id="8" pos="311">
          <p15:clr>
            <a:srgbClr val="A4A3A4"/>
          </p15:clr>
        </p15:guide>
        <p15:guide id="9" pos="5501">
          <p15:clr>
            <a:srgbClr val="A4A3A4"/>
          </p15:clr>
        </p15:guide>
        <p15:guide id="10" orient="horz" pos="462">
          <p15:clr>
            <a:srgbClr val="A4A3A4"/>
          </p15:clr>
        </p15:guide>
        <p15:guide id="11" pos="77">
          <p15:clr>
            <a:srgbClr val="A4A3A4"/>
          </p15:clr>
        </p15:guide>
        <p15:guide id="12" pos="72">
          <p15:clr>
            <a:srgbClr val="A4A3A4"/>
          </p15:clr>
        </p15:guide>
        <p15:guide id="13" orient="horz" pos="2">
          <p15:clr>
            <a:srgbClr val="A4A3A4"/>
          </p15:clr>
        </p15:guide>
        <p15:guide id="14" pos="807">
          <p15:clr>
            <a:srgbClr val="A4A3A4"/>
          </p15:clr>
        </p15:guide>
        <p15:guide id="15" pos="1463">
          <p15:clr>
            <a:srgbClr val="A4A3A4"/>
          </p15:clr>
        </p15:guide>
        <p15:guide id="16" pos="2079">
          <p15:clr>
            <a:srgbClr val="A4A3A4"/>
          </p15:clr>
        </p15:guide>
        <p15:guide id="17" pos="2714">
          <p15:clr>
            <a:srgbClr val="A4A3A4"/>
          </p15:clr>
        </p15:guide>
        <p15:guide id="18" pos="3370">
          <p15:clr>
            <a:srgbClr val="A4A3A4"/>
          </p15:clr>
        </p15:guide>
        <p15:guide id="19" pos="3985">
          <p15:clr>
            <a:srgbClr val="A4A3A4"/>
          </p15:clr>
        </p15:guide>
        <p15:guide id="20" pos="4631">
          <p15:clr>
            <a:srgbClr val="A4A3A4"/>
          </p15:clr>
        </p15:guide>
        <p15:guide id="21" orient="horz" pos="581">
          <p15:clr>
            <a:srgbClr val="A4A3A4"/>
          </p15:clr>
        </p15:guide>
        <p15:guide id="22" orient="horz" pos="3230">
          <p15:clr>
            <a:srgbClr val="A4A3A4"/>
          </p15:clr>
        </p15:guide>
        <p15:guide id="23" orient="horz" pos="1230">
          <p15:clr>
            <a:srgbClr val="A4A3A4"/>
          </p15:clr>
        </p15:guide>
        <p15:guide id="24" orient="horz">
          <p15:clr>
            <a:srgbClr val="A4A3A4"/>
          </p15:clr>
        </p15:guide>
        <p15:guide id="25" orient="horz" pos="1450">
          <p15:clr>
            <a:srgbClr val="A4A3A4"/>
          </p15:clr>
        </p15:guide>
        <p15:guide id="26" pos="281">
          <p15:clr>
            <a:srgbClr val="A4A3A4"/>
          </p15:clr>
        </p15:guide>
        <p15:guide id="27" orient="horz" pos="3095">
          <p15:clr>
            <a:srgbClr val="A4A3A4"/>
          </p15:clr>
        </p15:guide>
        <p15:guide id="28" orient="horz" pos="2372">
          <p15:clr>
            <a:srgbClr val="A4A3A4"/>
          </p15:clr>
        </p15:guide>
        <p15:guide id="29" orient="horz" pos="4159">
          <p15:clr>
            <a:srgbClr val="A4A3A4"/>
          </p15:clr>
        </p15:guide>
        <p15:guide id="30" pos="313">
          <p15:clr>
            <a:srgbClr val="A4A3A4"/>
          </p15:clr>
        </p15:guide>
        <p15:guide id="31" pos="1655">
          <p15:clr>
            <a:srgbClr val="A4A3A4"/>
          </p15:clr>
        </p15:guide>
        <p15:guide id="32" pos="5727">
          <p15:clr>
            <a:srgbClr val="A4A3A4"/>
          </p15:clr>
        </p15:guide>
        <p15:guide id="33" orient="horz" pos="632">
          <p15:clr>
            <a:srgbClr val="A4A3A4"/>
          </p15:clr>
        </p15:guide>
        <p15:guide id="34" orient="horz" pos="1461">
          <p15:clr>
            <a:srgbClr val="A4A3A4"/>
          </p15:clr>
        </p15:guide>
        <p15:guide id="35" orient="horz" pos="2262">
          <p15:clr>
            <a:srgbClr val="A4A3A4"/>
          </p15:clr>
        </p15:guide>
        <p15:guide id="36" orient="horz" pos="3072">
          <p15:clr>
            <a:srgbClr val="A4A3A4"/>
          </p15:clr>
        </p15:guide>
        <p15:guide id="37" pos="765">
          <p15:clr>
            <a:srgbClr val="A4A3A4"/>
          </p15:clr>
        </p15:guide>
        <p15:guide id="38" pos="5580">
          <p15:clr>
            <a:srgbClr val="A4A3A4"/>
          </p15:clr>
        </p15:guide>
        <p15:guide id="39" pos="5039">
          <p15:clr>
            <a:srgbClr val="A4A3A4"/>
          </p15:clr>
        </p15:guide>
        <p15:guide id="40" orient="horz" pos="621">
          <p15:clr>
            <a:srgbClr val="A4A3A4"/>
          </p15:clr>
        </p15:guide>
        <p15:guide id="41" orient="horz" pos="38">
          <p15:clr>
            <a:srgbClr val="A4A3A4"/>
          </p15:clr>
        </p15:guide>
        <p15:guide id="42" orient="horz" pos="4319">
          <p15:clr>
            <a:srgbClr val="A4A3A4"/>
          </p15:clr>
        </p15:guide>
        <p15:guide id="43" orient="horz" pos="39">
          <p15:clr>
            <a:srgbClr val="A4A3A4"/>
          </p15:clr>
        </p15:guide>
        <p15:guide id="44" pos="3367">
          <p15:clr>
            <a:srgbClr val="A4A3A4"/>
          </p15:clr>
        </p15:guide>
        <p15:guide id="45" pos="4655">
          <p15:clr>
            <a:srgbClr val="A4A3A4"/>
          </p15:clr>
        </p15:guide>
        <p15:guide id="46" orient="horz" pos="1">
          <p15:clr>
            <a:srgbClr val="A4A3A4"/>
          </p15:clr>
        </p15:guide>
        <p15:guide id="47" orient="horz" pos="4067">
          <p15:clr>
            <a:srgbClr val="A4A3A4"/>
          </p15:clr>
        </p15:guide>
        <p15:guide id="48" orient="horz" pos="601">
          <p15:clr>
            <a:srgbClr val="A4A3A4"/>
          </p15:clr>
        </p15:guide>
        <p15:guide id="49" pos="149">
          <p15:clr>
            <a:srgbClr val="A4A3A4"/>
          </p15:clr>
        </p15:guide>
        <p15:guide id="50" pos="5589">
          <p15:clr>
            <a:srgbClr val="A4A3A4"/>
          </p15:clr>
        </p15:guide>
        <p15:guide id="51" pos="3227">
          <p15:clr>
            <a:srgbClr val="A4A3A4"/>
          </p15:clr>
        </p15:guide>
      </p15:sldGuideLst>
    </p:ext>
    <p:ext uri="{2D200454-40CA-4A62-9FC3-DE9A4176ACB9}">
      <p15:notesGuideLst>
        <p15:guide id="1" orient="horz" pos="3224">
          <p15:clr>
            <a:srgbClr val="A4A3A4"/>
          </p15:clr>
        </p15:guide>
        <p15:guide id="2" pos="2237">
          <p15:clr>
            <a:srgbClr val="A4A3A4"/>
          </p15:clr>
        </p15:guide>
      </p15:notesGuideLst>
    </p:ext>
    <p:ext uri="GoogleSlidesCustomDataVersion2">
      <go:slidesCustomData xmlns:go="http://customooxmlschemas.google.com/" r:id="rId33" roundtripDataSignature="AMtx7mgG029AzqXp1c5/oFlY/vAhqsg+E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663" orient="horz"/>
        <p:guide pos="1412" orient="horz"/>
        <p:guide pos="181"/>
        <p:guide pos="5556"/>
        <p:guide pos="2903"/>
        <p:guide pos="700" orient="horz"/>
        <p:guide pos="4119" orient="horz"/>
        <p:guide pos="311"/>
        <p:guide pos="5501"/>
        <p:guide pos="462" orient="horz"/>
        <p:guide pos="77"/>
        <p:guide pos="72"/>
        <p:guide pos="2" orient="horz"/>
        <p:guide pos="807"/>
        <p:guide pos="1463"/>
        <p:guide pos="2079"/>
        <p:guide pos="2714"/>
        <p:guide pos="3370"/>
        <p:guide pos="3985"/>
        <p:guide pos="4631"/>
        <p:guide pos="581" orient="horz"/>
        <p:guide pos="3230" orient="horz"/>
        <p:guide pos="1230" orient="horz"/>
        <p:guide orient="horz"/>
        <p:guide pos="1450" orient="horz"/>
        <p:guide pos="281"/>
        <p:guide pos="3095" orient="horz"/>
        <p:guide pos="2372" orient="horz"/>
        <p:guide pos="4159" orient="horz"/>
        <p:guide pos="313"/>
        <p:guide pos="1655"/>
        <p:guide pos="5727"/>
        <p:guide pos="632" orient="horz"/>
        <p:guide pos="1461" orient="horz"/>
        <p:guide pos="2262" orient="horz"/>
        <p:guide pos="3072" orient="horz"/>
        <p:guide pos="765"/>
        <p:guide pos="5580"/>
        <p:guide pos="5039"/>
        <p:guide pos="621" orient="horz"/>
        <p:guide pos="38" orient="horz"/>
        <p:guide pos="4319" orient="horz"/>
        <p:guide pos="39" orient="horz"/>
        <p:guide pos="3367"/>
        <p:guide pos="4655"/>
        <p:guide pos="1" orient="horz"/>
        <p:guide pos="4067" orient="horz"/>
        <p:guide pos="601" orient="horz"/>
        <p:guide pos="149"/>
        <p:guide pos="5589"/>
        <p:guide pos="3227"/>
      </p:guideLst>
    </p:cSldViewPr>
  </p:slideViewPr>
  <p:notesViewPr>
    <p:cSldViewPr snapToGrid="0">
      <p:cViewPr varScale="1">
        <p:scale>
          <a:sx n="100" d="100"/>
          <a:sy n="100" d="100"/>
        </p:scale>
        <p:origin x="0" y="0"/>
      </p:cViewPr>
      <p:guideLst>
        <p:guide pos="3224" orient="horz"/>
        <p:guide pos="2237"/>
      </p:guideLst>
    </p:cSldViewPr>
  </p:notes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customschemas.google.com/relationships/presentationmetadata" Target="metadata"/><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74988" cy="511175"/>
          </a:xfrm>
          <a:prstGeom prst="rect">
            <a:avLst/>
          </a:prstGeom>
          <a:noFill/>
          <a:ln>
            <a:noFill/>
          </a:ln>
        </p:spPr>
        <p:txBody>
          <a:bodyPr anchorCtr="0" anchor="t" bIns="47275" lIns="94550" spcFirstLastPara="1" rIns="94550" wrap="square" tIns="47275">
            <a:noAutofit/>
          </a:bodyPr>
          <a:lstStyle>
            <a:lvl1pPr lvl="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lvl="1"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2pPr>
            <a:lvl3pPr lvl="2"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3pPr>
            <a:lvl4pPr lvl="3"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4pPr>
            <a:lvl5pPr lvl="4"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5pPr>
            <a:lvl6pPr lvl="5"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6pPr>
            <a:lvl7pPr lvl="6"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7pPr>
            <a:lvl8pPr lvl="7"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8pPr>
            <a:lvl9pPr lvl="8"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9pPr>
          </a:lstStyle>
          <a:p/>
        </p:txBody>
      </p:sp>
      <p:sp>
        <p:nvSpPr>
          <p:cNvPr id="4" name="Google Shape;4;n"/>
          <p:cNvSpPr txBox="1"/>
          <p:nvPr>
            <p:ph idx="10" type="dt"/>
          </p:nvPr>
        </p:nvSpPr>
        <p:spPr>
          <a:xfrm>
            <a:off x="4022725" y="0"/>
            <a:ext cx="3074988" cy="511175"/>
          </a:xfrm>
          <a:prstGeom prst="rect">
            <a:avLst/>
          </a:prstGeom>
          <a:noFill/>
          <a:ln>
            <a:noFill/>
          </a:ln>
        </p:spPr>
        <p:txBody>
          <a:bodyPr anchorCtr="0" anchor="t" bIns="47275" lIns="94550" spcFirstLastPara="1" rIns="94550" wrap="square" tIns="47275">
            <a:noAutofit/>
          </a:bodyPr>
          <a:lstStyle>
            <a:lvl1pPr lvl="0" marR="0" rtl="0" algn="r">
              <a:spcBef>
                <a:spcPts val="0"/>
              </a:spcBef>
              <a:spcAft>
                <a:spcPts val="0"/>
              </a:spcAft>
              <a:buSzPts val="1400"/>
              <a:buNone/>
              <a:defRPr b="0" i="0" sz="1100" u="none" cap="none" strike="noStrike">
                <a:solidFill>
                  <a:schemeClr val="dk1"/>
                </a:solidFill>
                <a:latin typeface="Arial"/>
                <a:ea typeface="Arial"/>
                <a:cs typeface="Arial"/>
                <a:sym typeface="Arial"/>
              </a:defRPr>
            </a:lvl1pPr>
            <a:lvl2pPr lvl="1"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2pPr>
            <a:lvl3pPr lvl="2"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3pPr>
            <a:lvl4pPr lvl="3"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4pPr>
            <a:lvl5pPr lvl="4"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5pPr>
            <a:lvl6pPr lvl="5"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6pPr>
            <a:lvl7pPr lvl="6"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7pPr>
            <a:lvl8pPr lvl="7"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8pPr>
            <a:lvl9pPr lvl="8"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9pPr>
          </a:lstStyle>
          <a:p/>
        </p:txBody>
      </p:sp>
      <p:sp>
        <p:nvSpPr>
          <p:cNvPr id="5" name="Google Shape;5;n"/>
          <p:cNvSpPr/>
          <p:nvPr>
            <p:ph idx="3"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lvl1pPr indent="-228600" lvl="0" marL="457200" marR="0" rtl="0" algn="l">
              <a:spcBef>
                <a:spcPts val="36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36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36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36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36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9721850"/>
            <a:ext cx="3074988" cy="511175"/>
          </a:xfrm>
          <a:prstGeom prst="rect">
            <a:avLst/>
          </a:prstGeom>
          <a:noFill/>
          <a:ln>
            <a:noFill/>
          </a:ln>
        </p:spPr>
        <p:txBody>
          <a:bodyPr anchorCtr="0" anchor="b" bIns="47275" lIns="94550" spcFirstLastPara="1" rIns="94550" wrap="square" tIns="47275">
            <a:noAutofit/>
          </a:bodyPr>
          <a:lstStyle>
            <a:lvl1pPr lvl="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lvl="1"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2pPr>
            <a:lvl3pPr lvl="2"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3pPr>
            <a:lvl4pPr lvl="3"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4pPr>
            <a:lvl5pPr lvl="4" marR="0" rtl="0" algn="ctr">
              <a:spcBef>
                <a:spcPts val="120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5pPr>
            <a:lvl6pPr lvl="5"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6pPr>
            <a:lvl7pPr lvl="6"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7pPr>
            <a:lvl8pPr lvl="7"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8pPr>
            <a:lvl9pPr lvl="8" marR="0" rtl="0" algn="l">
              <a:spcBef>
                <a:spcPts val="0"/>
              </a:spcBef>
              <a:spcAft>
                <a:spcPts val="0"/>
              </a:spcAft>
              <a:buSzPts val="1400"/>
              <a:buNone/>
              <a:defRPr b="0" i="0" sz="2400" u="none" cap="none" strike="noStrike">
                <a:solidFill>
                  <a:schemeClr val="dk1"/>
                </a:solidFill>
                <a:latin typeface="Times New Roman"/>
                <a:ea typeface="Times New Roman"/>
                <a:cs typeface="Times New Roman"/>
                <a:sym typeface="Times New Roman"/>
              </a:defRPr>
            </a:lvl9pPr>
          </a:lstStyle>
          <a:p/>
        </p:txBody>
      </p:sp>
      <p:sp>
        <p:nvSpPr>
          <p:cNvPr id="8" name="Google Shape;8;n"/>
          <p:cNvSpPr txBox="1"/>
          <p:nvPr>
            <p:ph idx="12" type="sldNum"/>
          </p:nvPr>
        </p:nvSpPr>
        <p:spPr>
          <a:xfrm>
            <a:off x="4022725" y="9721850"/>
            <a:ext cx="3074988" cy="511175"/>
          </a:xfrm>
          <a:prstGeom prst="rect">
            <a:avLst/>
          </a:prstGeom>
          <a:noFill/>
          <a:ln>
            <a:noFill/>
          </a:ln>
        </p:spPr>
        <p:txBody>
          <a:bodyPr anchorCtr="0" anchor="b" bIns="47275" lIns="94550" spcFirstLastPara="1" rIns="94550" wrap="square" tIns="47275">
            <a:noAutofit/>
          </a:bodyPr>
          <a:lstStyle/>
          <a:p>
            <a:pPr indent="0" lvl="0" marL="0" marR="0" rtl="0" algn="r">
              <a:spcBef>
                <a:spcPts val="0"/>
              </a:spcBef>
              <a:spcAft>
                <a:spcPts val="0"/>
              </a:spcAft>
              <a:buNone/>
            </a:pPr>
            <a:fld id="{00000000-1234-1234-1234-123412341234}" type="slidenum">
              <a:rPr b="0" i="0" lang="zh-CN" sz="1100" u="none" cap="none" strike="noStrike">
                <a:solidFill>
                  <a:schemeClr val="dk1"/>
                </a:solidFill>
                <a:latin typeface="Arial"/>
                <a:ea typeface="Arial"/>
                <a:cs typeface="Arial"/>
                <a:sym typeface="Arial"/>
              </a:rPr>
              <a:t>‹#›</a:t>
            </a:fld>
            <a:endParaRPr b="0" i="0" sz="11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1: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marR="0" rtl="0" algn="l">
              <a:lnSpc>
                <a:spcPct val="100000"/>
              </a:lnSpc>
              <a:spcBef>
                <a:spcPts val="0"/>
              </a:spcBef>
              <a:spcAft>
                <a:spcPts val="0"/>
              </a:spcAft>
              <a:buClr>
                <a:schemeClr val="dk1"/>
              </a:buClr>
              <a:buSzPts val="1200"/>
              <a:buFont typeface="Arial"/>
              <a:buNone/>
            </a:pPr>
            <a:r>
              <a:t/>
            </a:r>
            <a:endParaRPr sz="12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2: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54" name="Google Shape;154;p2: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
        <p:nvSpPr>
          <p:cNvPr id="155" name="Google Shape;155;p2:notes"/>
          <p:cNvSpPr txBox="1"/>
          <p:nvPr>
            <p:ph idx="12" type="sldNum"/>
          </p:nvPr>
        </p:nvSpPr>
        <p:spPr>
          <a:xfrm>
            <a:off x="4022725" y="9721850"/>
            <a:ext cx="3074988" cy="511175"/>
          </a:xfrm>
          <a:prstGeom prst="rect">
            <a:avLst/>
          </a:prstGeom>
          <a:noFill/>
          <a:ln>
            <a:noFill/>
          </a:ln>
        </p:spPr>
        <p:txBody>
          <a:bodyPr anchorCtr="0" anchor="b" bIns="47275" lIns="94550" spcFirstLastPara="1" rIns="94550" wrap="square" tIns="47275">
            <a:noAutofit/>
          </a:bodyPr>
          <a:lstStyle/>
          <a:p>
            <a:pPr indent="0" lvl="0" marL="0" rtl="0" algn="r">
              <a:spcBef>
                <a:spcPts val="0"/>
              </a:spcBef>
              <a:spcAft>
                <a:spcPts val="0"/>
              </a:spcAft>
              <a:buNone/>
            </a:pPr>
            <a:fld id="{00000000-1234-1234-1234-123412341234}" type="slidenum">
              <a:rPr lang="zh-CN">
                <a:solidFill>
                  <a:srgbClr val="000000"/>
                </a:solidFill>
              </a:rPr>
              <a:t>‹#›</a:t>
            </a:fld>
            <a:endParaRPr>
              <a:solidFill>
                <a:srgbClr val="000000"/>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3: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70" name="Google Shape;170;p3: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4: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77" name="Google Shape;177;p4: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5: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93" name="Google Shape;193;p5: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6: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04" name="Google Shape;204;p6: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7: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11" name="Google Shape;211;p7: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8: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18" name="Google Shape;218;p8: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rPr lang="zh-CN"/>
              <a:t>GPS测得高程为椭球高。</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27" name="Google Shape;227;p9: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rPr b="0" i="0" lang="zh-CN">
                <a:solidFill>
                  <a:srgbClr val="000000"/>
                </a:solidFill>
                <a:latin typeface="Arial"/>
                <a:ea typeface="Arial"/>
                <a:cs typeface="Arial"/>
                <a:sym typeface="Arial"/>
              </a:rPr>
              <a:t>我国目前采用的法定高程系统就是</a:t>
            </a:r>
            <a:r>
              <a:rPr b="1" i="0" lang="zh-CN">
                <a:solidFill>
                  <a:srgbClr val="000000"/>
                </a:solidFill>
                <a:latin typeface="Arial"/>
                <a:ea typeface="Arial"/>
                <a:cs typeface="Arial"/>
                <a:sym typeface="Arial"/>
              </a:rPr>
              <a:t>正常高系统</a:t>
            </a:r>
            <a:r>
              <a:rPr b="0" i="0" lang="zh-CN">
                <a:solidFill>
                  <a:srgbClr val="000000"/>
                </a:solidFill>
                <a:latin typeface="Arial"/>
                <a:ea typeface="Arial"/>
                <a:cs typeface="Arial"/>
                <a:sym typeface="Arial"/>
              </a:rPr>
              <a:t>。</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0: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37" name="Google Shape;237;p10: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1: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58" name="Google Shape;258;p11: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2: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99" name="Google Shape;299;p12: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13: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06" name="Google Shape;306;p13: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14: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26" name="Google Shape;326;p14: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15: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46" name="Google Shape;346;p15: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16: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68" name="Google Shape;368;p16: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17: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76" name="Google Shape;376;p17: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18: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83" name="Google Shape;383;p18: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19: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91" name="Google Shape;391;p19: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20: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53" name="Google Shape;453;p20: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21: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61" name="Google Shape;461;p21: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p22: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92" name="Google Shape;492;p22: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23: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500" name="Google Shape;500;p23: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24: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534" name="Google Shape;534;p24: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25: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572" name="Google Shape;572;p25: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p26:notes"/>
          <p:cNvSpPr/>
          <p:nvPr>
            <p:ph idx="2" type="sldImg"/>
          </p:nvPr>
        </p:nvSpPr>
        <p:spPr>
          <a:xfrm>
            <a:off x="993775" y="768350"/>
            <a:ext cx="5116513" cy="3836988"/>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580" name="Google Shape;580;p26:notes"/>
          <p:cNvSpPr txBox="1"/>
          <p:nvPr>
            <p:ph idx="1" type="body"/>
          </p:nvPr>
        </p:nvSpPr>
        <p:spPr>
          <a:xfrm>
            <a:off x="709613" y="4860925"/>
            <a:ext cx="5680075" cy="4605338"/>
          </a:xfrm>
          <a:prstGeom prst="rect">
            <a:avLst/>
          </a:prstGeom>
          <a:noFill/>
          <a:ln>
            <a:noFill/>
          </a:ln>
        </p:spPr>
        <p:txBody>
          <a:bodyPr anchorCtr="0" anchor="t" bIns="47275" lIns="94550" spcFirstLastPara="1" rIns="94550" wrap="square" tIns="4727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幻灯片" showMasterSp="0" type="title">
  <p:cSld name="TITLE">
    <p:bg>
      <p:bgPr>
        <a:solidFill>
          <a:schemeClr val="lt1"/>
        </a:solidFill>
      </p:bgPr>
    </p:bg>
    <p:spTree>
      <p:nvGrpSpPr>
        <p:cNvPr id="14" name="Shape 14"/>
        <p:cNvGrpSpPr/>
        <p:nvPr/>
      </p:nvGrpSpPr>
      <p:grpSpPr>
        <a:xfrm>
          <a:off x="0" y="0"/>
          <a:ext cx="0" cy="0"/>
          <a:chOff x="0" y="0"/>
          <a:chExt cx="0" cy="0"/>
        </a:xfrm>
      </p:grpSpPr>
      <p:sp>
        <p:nvSpPr>
          <p:cNvPr id="15" name="Google Shape;15;p28"/>
          <p:cNvSpPr/>
          <p:nvPr/>
        </p:nvSpPr>
        <p:spPr>
          <a:xfrm>
            <a:off x="0" y="2276475"/>
            <a:ext cx="9144000" cy="2665413"/>
          </a:xfrm>
          <a:prstGeom prst="rect">
            <a:avLst/>
          </a:prstGeom>
          <a:solidFill>
            <a:schemeClr val="accent1"/>
          </a:solidFill>
          <a:ln>
            <a:noFill/>
          </a:ln>
        </p:spPr>
        <p:txBody>
          <a:bodyPr anchorCtr="0" anchor="t" bIns="0" lIns="0" spcFirstLastPara="1" rIns="0" wrap="square" tIns="0">
            <a:spAutoFit/>
          </a:bodyPr>
          <a:lstStyle/>
          <a:p>
            <a:pPr indent="0" lvl="0" marL="0" marR="0" rtl="0" algn="ctr">
              <a:spcBef>
                <a:spcPts val="0"/>
              </a:spcBef>
              <a:spcAft>
                <a:spcPts val="0"/>
              </a:spcAft>
              <a:buNone/>
            </a:pPr>
            <a:r>
              <a:t/>
            </a:r>
            <a:endParaRPr b="0" i="0" sz="2400" u="none" cap="none" strike="noStrike">
              <a:solidFill>
                <a:srgbClr val="FFFFFF"/>
              </a:solidFill>
              <a:latin typeface="Times New Roman"/>
              <a:ea typeface="Times New Roman"/>
              <a:cs typeface="Times New Roman"/>
              <a:sym typeface="Times New Roman"/>
            </a:endParaRPr>
          </a:p>
        </p:txBody>
      </p:sp>
      <p:sp>
        <p:nvSpPr>
          <p:cNvPr id="16" name="Google Shape;16;p28"/>
          <p:cNvSpPr/>
          <p:nvPr/>
        </p:nvSpPr>
        <p:spPr>
          <a:xfrm>
            <a:off x="0" y="2203450"/>
            <a:ext cx="9144000" cy="71438"/>
          </a:xfrm>
          <a:prstGeom prst="rect">
            <a:avLst/>
          </a:prstGeom>
          <a:solidFill>
            <a:srgbClr val="FFC000"/>
          </a:solidFill>
          <a:ln>
            <a:noFill/>
          </a:ln>
        </p:spPr>
        <p:txBody>
          <a:bodyPr anchorCtr="0" anchor="t" bIns="0" lIns="0" spcFirstLastPara="1" rIns="0" wrap="square" tIns="0">
            <a:spAutoFit/>
          </a:bodyPr>
          <a:lstStyle/>
          <a:p>
            <a:pPr indent="0" lvl="0" marL="0" marR="0" rtl="0" algn="ctr">
              <a:spcBef>
                <a:spcPts val="0"/>
              </a:spcBef>
              <a:spcAft>
                <a:spcPts val="0"/>
              </a:spcAft>
              <a:buNone/>
            </a:pPr>
            <a:r>
              <a:t/>
            </a:r>
            <a:endParaRPr b="0" i="0" sz="2400" u="none" cap="none" strike="noStrike">
              <a:solidFill>
                <a:srgbClr val="FFFFFF"/>
              </a:solidFill>
              <a:latin typeface="Times New Roman"/>
              <a:ea typeface="Times New Roman"/>
              <a:cs typeface="Times New Roman"/>
              <a:sym typeface="Times New Roman"/>
            </a:endParaRPr>
          </a:p>
        </p:txBody>
      </p:sp>
      <p:sp>
        <p:nvSpPr>
          <p:cNvPr id="17" name="Google Shape;17;p28"/>
          <p:cNvSpPr/>
          <p:nvPr/>
        </p:nvSpPr>
        <p:spPr>
          <a:xfrm>
            <a:off x="0" y="4870450"/>
            <a:ext cx="9144000" cy="71438"/>
          </a:xfrm>
          <a:prstGeom prst="rect">
            <a:avLst/>
          </a:prstGeom>
          <a:solidFill>
            <a:srgbClr val="FFC000"/>
          </a:solidFill>
          <a:ln>
            <a:noFill/>
          </a:ln>
        </p:spPr>
        <p:txBody>
          <a:bodyPr anchorCtr="0" anchor="t" bIns="0" lIns="0" spcFirstLastPara="1" rIns="0" wrap="square" tIns="0">
            <a:spAutoFit/>
          </a:bodyPr>
          <a:lstStyle/>
          <a:p>
            <a:pPr indent="0" lvl="0" marL="0" marR="0" rtl="0" algn="ctr">
              <a:spcBef>
                <a:spcPts val="0"/>
              </a:spcBef>
              <a:spcAft>
                <a:spcPts val="0"/>
              </a:spcAft>
              <a:buNone/>
            </a:pPr>
            <a:r>
              <a:t/>
            </a:r>
            <a:endParaRPr b="0" i="0" sz="2400" u="none" cap="none" strike="noStrike">
              <a:solidFill>
                <a:srgbClr val="FFFFFF"/>
              </a:solidFill>
              <a:latin typeface="Times New Roman"/>
              <a:ea typeface="Times New Roman"/>
              <a:cs typeface="Times New Roman"/>
              <a:sym typeface="Times New Roman"/>
            </a:endParaRPr>
          </a:p>
        </p:txBody>
      </p:sp>
      <p:sp>
        <p:nvSpPr>
          <p:cNvPr id="18" name="Google Shape;18;p28"/>
          <p:cNvSpPr txBox="1"/>
          <p:nvPr>
            <p:ph type="ctrTitle"/>
          </p:nvPr>
        </p:nvSpPr>
        <p:spPr>
          <a:xfrm>
            <a:off x="1828800" y="1828800"/>
            <a:ext cx="6934200" cy="23622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8"/>
          <p:cNvSpPr txBox="1"/>
          <p:nvPr>
            <p:ph idx="1" type="subTitle"/>
          </p:nvPr>
        </p:nvSpPr>
        <p:spPr>
          <a:xfrm>
            <a:off x="1828800" y="4572000"/>
            <a:ext cx="6934200" cy="1295400"/>
          </a:xfrm>
          <a:prstGeom prst="rect">
            <a:avLst/>
          </a:prstGeom>
          <a:noFill/>
          <a:ln>
            <a:noFill/>
          </a:ln>
        </p:spPr>
        <p:txBody>
          <a:bodyPr anchorCtr="0" anchor="t" bIns="45700" lIns="91425" spcFirstLastPara="1" rIns="91425" wrap="square" tIns="45700">
            <a:noAutofit/>
          </a:bodyPr>
          <a:lstStyle>
            <a:lvl1pPr lvl="0" marR="0" rtl="0" algn="l">
              <a:spcBef>
                <a:spcPts val="560"/>
              </a:spcBef>
              <a:spcAft>
                <a:spcPts val="0"/>
              </a:spcAft>
              <a:buClr>
                <a:schemeClr val="dk1"/>
              </a:buClr>
              <a:buSzPts val="2240"/>
              <a:buFont typeface="Arial"/>
              <a:buNone/>
              <a:defRPr b="0" i="0" sz="2800" u="none" cap="none" strike="noStrike">
                <a:solidFill>
                  <a:schemeClr val="dk1"/>
                </a:solidFill>
                <a:latin typeface="Arial"/>
                <a:ea typeface="Arial"/>
                <a:cs typeface="Arial"/>
                <a:sym typeface="Arial"/>
              </a:defRPr>
            </a:lvl1pPr>
            <a:lvl2pPr lvl="1"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lvl="2"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lvl="3"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lvl="4"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lvl="5"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lvl="6"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lvl="7"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lvl="8"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20" name="Google Shape;2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标题和内容">
  <p:cSld name="3_标题和内容">
    <p:spTree>
      <p:nvGrpSpPr>
        <p:cNvPr id="21" name="Shape 21"/>
        <p:cNvGrpSpPr/>
        <p:nvPr/>
      </p:nvGrpSpPr>
      <p:grpSpPr>
        <a:xfrm>
          <a:off x="0" y="0"/>
          <a:ext cx="0" cy="0"/>
          <a:chOff x="0" y="0"/>
          <a:chExt cx="0" cy="0"/>
        </a:xfrm>
      </p:grpSpPr>
      <p:sp>
        <p:nvSpPr>
          <p:cNvPr id="22" name="Google Shape;22;p29"/>
          <p:cNvSpPr txBox="1"/>
          <p:nvPr>
            <p:ph idx="12" type="sldNum"/>
          </p:nvPr>
        </p:nvSpPr>
        <p:spPr>
          <a:xfrm>
            <a:off x="6982264" y="6467404"/>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88888"/>
                </a:solidFill>
                <a:latin typeface="Arial"/>
                <a:ea typeface="Arial"/>
                <a:cs typeface="Arial"/>
                <a:sym typeface="Arial"/>
              </a:defRPr>
            </a:lvl1pPr>
            <a:lvl2pPr indent="0" lvl="1" marL="0" algn="r">
              <a:spcBef>
                <a:spcPts val="0"/>
              </a:spcBef>
              <a:spcAft>
                <a:spcPts val="0"/>
              </a:spcAft>
              <a:buNone/>
              <a:defRPr b="0" i="0" sz="1200" u="none" cap="none" strike="noStrike">
                <a:solidFill>
                  <a:srgbClr val="888888"/>
                </a:solidFill>
                <a:latin typeface="Arial"/>
                <a:ea typeface="Arial"/>
                <a:cs typeface="Arial"/>
                <a:sym typeface="Arial"/>
              </a:defRPr>
            </a:lvl2pPr>
            <a:lvl3pPr indent="0" lvl="2" marL="0" algn="r">
              <a:spcBef>
                <a:spcPts val="0"/>
              </a:spcBef>
              <a:spcAft>
                <a:spcPts val="0"/>
              </a:spcAft>
              <a:buNone/>
              <a:defRPr b="0" i="0" sz="1200" u="none" cap="none" strike="noStrike">
                <a:solidFill>
                  <a:srgbClr val="888888"/>
                </a:solidFill>
                <a:latin typeface="Arial"/>
                <a:ea typeface="Arial"/>
                <a:cs typeface="Arial"/>
                <a:sym typeface="Arial"/>
              </a:defRPr>
            </a:lvl3pPr>
            <a:lvl4pPr indent="0" lvl="3" marL="0" algn="r">
              <a:spcBef>
                <a:spcPts val="0"/>
              </a:spcBef>
              <a:spcAft>
                <a:spcPts val="0"/>
              </a:spcAft>
              <a:buNone/>
              <a:defRPr b="0" i="0" sz="1200" u="none" cap="none" strike="noStrike">
                <a:solidFill>
                  <a:srgbClr val="888888"/>
                </a:solidFill>
                <a:latin typeface="Arial"/>
                <a:ea typeface="Arial"/>
                <a:cs typeface="Arial"/>
                <a:sym typeface="Arial"/>
              </a:defRPr>
            </a:lvl4pPr>
            <a:lvl5pPr indent="0" lvl="4" marL="0" algn="r">
              <a:spcBef>
                <a:spcPts val="0"/>
              </a:spcBef>
              <a:spcAft>
                <a:spcPts val="0"/>
              </a:spcAft>
              <a:buNone/>
              <a:defRPr b="0" i="0" sz="1200" u="none" cap="none" strike="noStrike">
                <a:solidFill>
                  <a:srgbClr val="888888"/>
                </a:solidFill>
                <a:latin typeface="Arial"/>
                <a:ea typeface="Arial"/>
                <a:cs typeface="Arial"/>
                <a:sym typeface="Arial"/>
              </a:defRPr>
            </a:lvl5pPr>
            <a:lvl6pPr indent="0" lvl="5" marL="0" algn="r">
              <a:spcBef>
                <a:spcPts val="0"/>
              </a:spcBef>
              <a:spcAft>
                <a:spcPts val="0"/>
              </a:spcAft>
              <a:buNone/>
              <a:defRPr b="0" i="0" sz="1200" u="none" cap="none" strike="noStrike">
                <a:solidFill>
                  <a:srgbClr val="888888"/>
                </a:solidFill>
                <a:latin typeface="Arial"/>
                <a:ea typeface="Arial"/>
                <a:cs typeface="Arial"/>
                <a:sym typeface="Arial"/>
              </a:defRPr>
            </a:lvl6pPr>
            <a:lvl7pPr indent="0" lvl="6" marL="0" algn="r">
              <a:spcBef>
                <a:spcPts val="0"/>
              </a:spcBef>
              <a:spcAft>
                <a:spcPts val="0"/>
              </a:spcAft>
              <a:buNone/>
              <a:defRPr b="0" i="0" sz="1200" u="none" cap="none" strike="noStrike">
                <a:solidFill>
                  <a:srgbClr val="888888"/>
                </a:solidFill>
                <a:latin typeface="Arial"/>
                <a:ea typeface="Arial"/>
                <a:cs typeface="Arial"/>
                <a:sym typeface="Arial"/>
              </a:defRPr>
            </a:lvl7pPr>
            <a:lvl8pPr indent="0" lvl="7" marL="0" algn="r">
              <a:spcBef>
                <a:spcPts val="0"/>
              </a:spcBef>
              <a:spcAft>
                <a:spcPts val="0"/>
              </a:spcAft>
              <a:buNone/>
              <a:defRPr b="0" i="0" sz="1200" u="none" cap="none" strike="noStrike">
                <a:solidFill>
                  <a:srgbClr val="888888"/>
                </a:solidFill>
                <a:latin typeface="Arial"/>
                <a:ea typeface="Arial"/>
                <a:cs typeface="Arial"/>
                <a:sym typeface="Arial"/>
              </a:defRPr>
            </a:lvl8pPr>
            <a:lvl9pPr indent="0" lvl="8" marL="0" algn="r">
              <a:spcBef>
                <a:spcPts val="0"/>
              </a:spcBef>
              <a:spcAft>
                <a:spcPts val="0"/>
              </a:spcAft>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r>
              <a:rPr lang="zh-CN"/>
              <a:t>Page </a:t>
            </a:r>
            <a:fld id="{00000000-1234-1234-1234-123412341234}" type="slidenum">
              <a:rPr lang="zh-CN"/>
              <a:t>‹#›</a:t>
            </a:fld>
            <a:endParaRPr/>
          </a:p>
        </p:txBody>
      </p:sp>
      <p:sp>
        <p:nvSpPr>
          <p:cNvPr id="23" name="Google Shape;23;p29"/>
          <p:cNvSpPr/>
          <p:nvPr/>
        </p:nvSpPr>
        <p:spPr>
          <a:xfrm>
            <a:off x="0" y="6395396"/>
            <a:ext cx="9144000" cy="0"/>
          </a:xfrm>
          <a:custGeom>
            <a:rect b="b" l="l" r="r" t="t"/>
            <a:pathLst>
              <a:path extrusionOk="0" h="120000" w="9144000">
                <a:moveTo>
                  <a:pt x="0" y="0"/>
                </a:moveTo>
                <a:lnTo>
                  <a:pt x="9144000" y="0"/>
                </a:lnTo>
              </a:path>
            </a:pathLst>
          </a:custGeom>
          <a:noFill/>
          <a:ln cap="flat" cmpd="sng" w="9525">
            <a:solidFill>
              <a:srgbClr val="FEFEF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rgbClr val="FFFFFF"/>
              </a:solidFill>
              <a:latin typeface="Times New Roman"/>
              <a:ea typeface="Times New Roman"/>
              <a:cs typeface="Times New Roman"/>
              <a:sym typeface="Times New Roman"/>
            </a:endParaRPr>
          </a:p>
        </p:txBody>
      </p:sp>
      <p:sp>
        <p:nvSpPr>
          <p:cNvPr id="24" name="Google Shape;24;p29"/>
          <p:cNvSpPr txBox="1"/>
          <p:nvPr>
            <p:ph type="title"/>
          </p:nvPr>
        </p:nvSpPr>
        <p:spPr>
          <a:xfrm>
            <a:off x="0" y="8526"/>
            <a:ext cx="8024813" cy="792162"/>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内容">
  <p:cSld name="标题和内容">
    <p:spTree>
      <p:nvGrpSpPr>
        <p:cNvPr id="25" name="Shape 25"/>
        <p:cNvGrpSpPr/>
        <p:nvPr/>
      </p:nvGrpSpPr>
      <p:grpSpPr>
        <a:xfrm>
          <a:off x="0" y="0"/>
          <a:ext cx="0" cy="0"/>
          <a:chOff x="0" y="0"/>
          <a:chExt cx="0" cy="0"/>
        </a:xfrm>
      </p:grpSpPr>
      <p:sp>
        <p:nvSpPr>
          <p:cNvPr id="26" name="Google Shape;26;p30"/>
          <p:cNvSpPr txBox="1"/>
          <p:nvPr>
            <p:ph idx="1" type="body"/>
          </p:nvPr>
        </p:nvSpPr>
        <p:spPr>
          <a:xfrm>
            <a:off x="287338" y="981075"/>
            <a:ext cx="7772400" cy="5184775"/>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indent="-355600" lvl="6" marL="32004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indent="-355600" lvl="7" marL="36576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indent="-355600" lvl="8" marL="41148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27" name="Google Shape;27;p30"/>
          <p:cNvSpPr txBox="1"/>
          <p:nvPr>
            <p:ph type="title"/>
          </p:nvPr>
        </p:nvSpPr>
        <p:spPr>
          <a:xfrm>
            <a:off x="182850" y="8526"/>
            <a:ext cx="8024813" cy="792162"/>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sz="1200">
                <a:solidFill>
                  <a:schemeClr val="dk1"/>
                </a:solidFill>
                <a:latin typeface="Times New Roman"/>
                <a:ea typeface="Times New Roman"/>
                <a:cs typeface="Times New Roman"/>
                <a:sym typeface="Times New Roman"/>
              </a:defRPr>
            </a:lvl1pPr>
            <a:lvl2pPr indent="0" lvl="1" marL="0" algn="r">
              <a:spcBef>
                <a:spcPts val="0"/>
              </a:spcBef>
              <a:spcAft>
                <a:spcPts val="0"/>
              </a:spcAft>
              <a:buNone/>
              <a:defRPr sz="1200">
                <a:solidFill>
                  <a:schemeClr val="dk1"/>
                </a:solidFill>
                <a:latin typeface="Times New Roman"/>
                <a:ea typeface="Times New Roman"/>
                <a:cs typeface="Times New Roman"/>
                <a:sym typeface="Times New Roman"/>
              </a:defRPr>
            </a:lvl2pPr>
            <a:lvl3pPr indent="0" lvl="2" marL="0" algn="r">
              <a:spcBef>
                <a:spcPts val="0"/>
              </a:spcBef>
              <a:spcAft>
                <a:spcPts val="0"/>
              </a:spcAft>
              <a:buNone/>
              <a:defRPr sz="1200">
                <a:solidFill>
                  <a:schemeClr val="dk1"/>
                </a:solidFill>
                <a:latin typeface="Times New Roman"/>
                <a:ea typeface="Times New Roman"/>
                <a:cs typeface="Times New Roman"/>
                <a:sym typeface="Times New Roman"/>
              </a:defRPr>
            </a:lvl3pPr>
            <a:lvl4pPr indent="0" lvl="3" marL="0" algn="r">
              <a:spcBef>
                <a:spcPts val="0"/>
              </a:spcBef>
              <a:spcAft>
                <a:spcPts val="0"/>
              </a:spcAft>
              <a:buNone/>
              <a:defRPr sz="1200">
                <a:solidFill>
                  <a:schemeClr val="dk1"/>
                </a:solidFill>
                <a:latin typeface="Times New Roman"/>
                <a:ea typeface="Times New Roman"/>
                <a:cs typeface="Times New Roman"/>
                <a:sym typeface="Times New Roman"/>
              </a:defRPr>
            </a:lvl4pPr>
            <a:lvl5pPr indent="0" lvl="4" marL="0" algn="r">
              <a:spcBef>
                <a:spcPts val="0"/>
              </a:spcBef>
              <a:spcAft>
                <a:spcPts val="0"/>
              </a:spcAft>
              <a:buNone/>
              <a:defRPr sz="1200">
                <a:solidFill>
                  <a:schemeClr val="dk1"/>
                </a:solidFill>
                <a:latin typeface="Times New Roman"/>
                <a:ea typeface="Times New Roman"/>
                <a:cs typeface="Times New Roman"/>
                <a:sym typeface="Times New Roman"/>
              </a:defRPr>
            </a:lvl5pPr>
            <a:lvl6pPr indent="0" lvl="5" marL="0" algn="r">
              <a:spcBef>
                <a:spcPts val="0"/>
              </a:spcBef>
              <a:spcAft>
                <a:spcPts val="0"/>
              </a:spcAft>
              <a:buNone/>
              <a:defRPr sz="1200">
                <a:solidFill>
                  <a:schemeClr val="dk1"/>
                </a:solidFill>
                <a:latin typeface="Times New Roman"/>
                <a:ea typeface="Times New Roman"/>
                <a:cs typeface="Times New Roman"/>
                <a:sym typeface="Times New Roman"/>
              </a:defRPr>
            </a:lvl6pPr>
            <a:lvl7pPr indent="0" lvl="6" marL="0" algn="r">
              <a:spcBef>
                <a:spcPts val="0"/>
              </a:spcBef>
              <a:spcAft>
                <a:spcPts val="0"/>
              </a:spcAft>
              <a:buNone/>
              <a:defRPr sz="1200">
                <a:solidFill>
                  <a:schemeClr val="dk1"/>
                </a:solidFill>
                <a:latin typeface="Times New Roman"/>
                <a:ea typeface="Times New Roman"/>
                <a:cs typeface="Times New Roman"/>
                <a:sym typeface="Times New Roman"/>
              </a:defRPr>
            </a:lvl7pPr>
            <a:lvl8pPr indent="0" lvl="7" marL="0" algn="r">
              <a:spcBef>
                <a:spcPts val="0"/>
              </a:spcBef>
              <a:spcAft>
                <a:spcPts val="0"/>
              </a:spcAft>
              <a:buNone/>
              <a:defRPr sz="1200">
                <a:solidFill>
                  <a:schemeClr val="dk1"/>
                </a:solidFill>
                <a:latin typeface="Times New Roman"/>
                <a:ea typeface="Times New Roman"/>
                <a:cs typeface="Times New Roman"/>
                <a:sym typeface="Times New Roman"/>
              </a:defRPr>
            </a:lvl8pPr>
            <a:lvl9pPr indent="0" lvl="8" marL="0" algn="r">
              <a:spcBef>
                <a:spcPts val="0"/>
              </a:spcBef>
              <a:spcAft>
                <a:spcPts val="0"/>
              </a:spcAft>
              <a:buNone/>
              <a:defRPr sz="1200">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节标题" type="secHead">
  <p:cSld name="SECTION_HEADER">
    <p:spTree>
      <p:nvGrpSpPr>
        <p:cNvPr id="29" name="Shape 29"/>
        <p:cNvGrpSpPr/>
        <p:nvPr/>
      </p:nvGrpSpPr>
      <p:grpSpPr>
        <a:xfrm>
          <a:off x="0" y="0"/>
          <a:ext cx="0" cy="0"/>
          <a:chOff x="0" y="0"/>
          <a:chExt cx="0" cy="0"/>
        </a:xfrm>
      </p:grpSpPr>
      <p:sp>
        <p:nvSpPr>
          <p:cNvPr id="30" name="Google Shape;30;p3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b="1" sz="40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Autofit/>
          </a:bodyPr>
          <a:lstStyle>
            <a:lvl1pPr indent="-228600" lvl="0" marL="457200" marR="0" rtl="0" algn="l">
              <a:spcBef>
                <a:spcPts val="400"/>
              </a:spcBef>
              <a:spcAft>
                <a:spcPts val="0"/>
              </a:spcAft>
              <a:buClr>
                <a:schemeClr val="dk1"/>
              </a:buClr>
              <a:buSzPts val="1600"/>
              <a:buFont typeface="Arial"/>
              <a:buNone/>
              <a:defRPr b="0" i="0" sz="2000" u="none" cap="none" strike="noStrike">
                <a:solidFill>
                  <a:schemeClr val="dk1"/>
                </a:solidFill>
                <a:latin typeface="Arial"/>
                <a:ea typeface="Arial"/>
                <a:cs typeface="Arial"/>
                <a:sym typeface="Arial"/>
              </a:defRPr>
            </a:lvl1pPr>
            <a:lvl2pPr indent="-228600" lvl="1" marL="914400" marR="0" rtl="0" algn="l">
              <a:spcBef>
                <a:spcPts val="360"/>
              </a:spcBef>
              <a:spcAft>
                <a:spcPts val="0"/>
              </a:spcAft>
              <a:buClr>
                <a:srgbClr val="FF0000"/>
              </a:buClr>
              <a:buSzPts val="1350"/>
              <a:buFont typeface="Arial"/>
              <a:buNone/>
              <a:defRPr b="0" i="0" sz="1800" u="none" cap="none" strike="noStrike">
                <a:solidFill>
                  <a:schemeClr val="dk1"/>
                </a:solidFill>
                <a:latin typeface="Arial"/>
                <a:ea typeface="Arial"/>
                <a:cs typeface="Arial"/>
                <a:sym typeface="Arial"/>
              </a:defRPr>
            </a:lvl2pPr>
            <a:lvl3pPr indent="-228600" lvl="2" marL="1371600" marR="0" rtl="0" algn="l">
              <a:spcBef>
                <a:spcPts val="320"/>
              </a:spcBef>
              <a:spcAft>
                <a:spcPts val="0"/>
              </a:spcAft>
              <a:buClr>
                <a:srgbClr val="FF0000"/>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spcBef>
                <a:spcPts val="28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4pPr>
            <a:lvl5pPr indent="-228600" lvl="4" marL="2286000" marR="0" rtl="0" algn="l">
              <a:spcBef>
                <a:spcPts val="280"/>
              </a:spcBef>
              <a:spcAft>
                <a:spcPts val="0"/>
              </a:spcAft>
              <a:buClr>
                <a:schemeClr val="lt2"/>
              </a:buClr>
              <a:buSzPts val="1400"/>
              <a:buFont typeface="Arial"/>
              <a:buNone/>
              <a:defRPr b="0" i="0" sz="1400" u="none" cap="none" strike="noStrike">
                <a:solidFill>
                  <a:schemeClr val="dk1"/>
                </a:solidFill>
                <a:latin typeface="Arial"/>
                <a:ea typeface="Arial"/>
                <a:cs typeface="Arial"/>
                <a:sym typeface="Arial"/>
              </a:defRPr>
            </a:lvl5pPr>
            <a:lvl6pPr indent="-228600" lvl="5" marL="2743200" marR="0" rtl="0" algn="l">
              <a:spcBef>
                <a:spcPts val="280"/>
              </a:spcBef>
              <a:spcAft>
                <a:spcPts val="0"/>
              </a:spcAft>
              <a:buClr>
                <a:schemeClr val="lt2"/>
              </a:buClr>
              <a:buSzPts val="1400"/>
              <a:buFont typeface="Arial"/>
              <a:buNone/>
              <a:defRPr b="0" i="0" sz="1400" u="none" cap="none" strike="noStrike">
                <a:solidFill>
                  <a:schemeClr val="lt1"/>
                </a:solidFill>
                <a:latin typeface="Arial"/>
                <a:ea typeface="Arial"/>
                <a:cs typeface="Arial"/>
                <a:sym typeface="Arial"/>
              </a:defRPr>
            </a:lvl6pPr>
            <a:lvl7pPr indent="-228600" lvl="6" marL="3200400" marR="0" rtl="0" algn="l">
              <a:spcBef>
                <a:spcPts val="280"/>
              </a:spcBef>
              <a:spcAft>
                <a:spcPts val="0"/>
              </a:spcAft>
              <a:buClr>
                <a:schemeClr val="lt2"/>
              </a:buClr>
              <a:buSzPts val="1400"/>
              <a:buFont typeface="Arial"/>
              <a:buNone/>
              <a:defRPr b="0" i="0" sz="1400" u="none" cap="none" strike="noStrike">
                <a:solidFill>
                  <a:schemeClr val="lt1"/>
                </a:solidFill>
                <a:latin typeface="Arial"/>
                <a:ea typeface="Arial"/>
                <a:cs typeface="Arial"/>
                <a:sym typeface="Arial"/>
              </a:defRPr>
            </a:lvl7pPr>
            <a:lvl8pPr indent="-228600" lvl="7" marL="3657600" marR="0" rtl="0" algn="l">
              <a:spcBef>
                <a:spcPts val="280"/>
              </a:spcBef>
              <a:spcAft>
                <a:spcPts val="0"/>
              </a:spcAft>
              <a:buClr>
                <a:schemeClr val="lt2"/>
              </a:buClr>
              <a:buSzPts val="1400"/>
              <a:buFont typeface="Arial"/>
              <a:buNone/>
              <a:defRPr b="0" i="0" sz="1400" u="none" cap="none" strike="noStrike">
                <a:solidFill>
                  <a:schemeClr val="lt1"/>
                </a:solidFill>
                <a:latin typeface="Arial"/>
                <a:ea typeface="Arial"/>
                <a:cs typeface="Arial"/>
                <a:sym typeface="Arial"/>
              </a:defRPr>
            </a:lvl8pPr>
            <a:lvl9pPr indent="-228600" lvl="8" marL="4114800" marR="0" rtl="0" algn="l">
              <a:spcBef>
                <a:spcPts val="280"/>
              </a:spcBef>
              <a:spcAft>
                <a:spcPts val="0"/>
              </a:spcAft>
              <a:buClr>
                <a:schemeClr val="lt2"/>
              </a:buClr>
              <a:buSzPts val="1400"/>
              <a:buFont typeface="Arial"/>
              <a:buNone/>
              <a:defRPr b="0" i="0" sz="1400" u="none" cap="none" strike="noStrike">
                <a:solidFill>
                  <a:schemeClr val="lt1"/>
                </a:solidFill>
                <a:latin typeface="Arial"/>
                <a:ea typeface="Arial"/>
                <a:cs typeface="Arial"/>
                <a:sym typeface="Arial"/>
              </a:defRPr>
            </a:lvl9pPr>
          </a:lstStyle>
          <a:p/>
        </p:txBody>
      </p:sp>
      <p:sp>
        <p:nvSpPr>
          <p:cNvPr id="32" name="Google Shape;32;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两栏内容">
  <p:cSld name="两栏内容">
    <p:spTree>
      <p:nvGrpSpPr>
        <p:cNvPr id="33" name="Shape 33"/>
        <p:cNvGrpSpPr/>
        <p:nvPr/>
      </p:nvGrpSpPr>
      <p:grpSpPr>
        <a:xfrm>
          <a:off x="0" y="0"/>
          <a:ext cx="0" cy="0"/>
          <a:chOff x="0" y="0"/>
          <a:chExt cx="0" cy="0"/>
        </a:xfrm>
      </p:grpSpPr>
      <p:sp>
        <p:nvSpPr>
          <p:cNvPr id="34" name="Google Shape;34;p32"/>
          <p:cNvSpPr txBox="1"/>
          <p:nvPr>
            <p:ph idx="1" type="body"/>
          </p:nvPr>
        </p:nvSpPr>
        <p:spPr>
          <a:xfrm>
            <a:off x="685800" y="981075"/>
            <a:ext cx="3810000" cy="5184775"/>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spcBef>
                <a:spcPts val="36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360"/>
              </a:spcBef>
              <a:spcAft>
                <a:spcPts val="0"/>
              </a:spcAft>
              <a:buClr>
                <a:schemeClr val="lt2"/>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6pPr>
            <a:lvl7pPr indent="-342900" lvl="6" marL="32004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7pPr>
            <a:lvl8pPr indent="-342900" lvl="7" marL="36576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8pPr>
            <a:lvl9pPr indent="-342900" lvl="8" marL="41148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9pPr>
          </a:lstStyle>
          <a:p/>
        </p:txBody>
      </p:sp>
      <p:sp>
        <p:nvSpPr>
          <p:cNvPr id="35" name="Google Shape;35;p32"/>
          <p:cNvSpPr txBox="1"/>
          <p:nvPr>
            <p:ph idx="2" type="body"/>
          </p:nvPr>
        </p:nvSpPr>
        <p:spPr>
          <a:xfrm>
            <a:off x="4648200" y="981075"/>
            <a:ext cx="3810000" cy="5184775"/>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spcBef>
                <a:spcPts val="36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spcBef>
                <a:spcPts val="360"/>
              </a:spcBef>
              <a:spcAft>
                <a:spcPts val="0"/>
              </a:spcAft>
              <a:buClr>
                <a:schemeClr val="lt2"/>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6pPr>
            <a:lvl7pPr indent="-342900" lvl="6" marL="32004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7pPr>
            <a:lvl8pPr indent="-342900" lvl="7" marL="36576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8pPr>
            <a:lvl9pPr indent="-342900" lvl="8" marL="4114800" marR="0" rtl="0" algn="l">
              <a:spcBef>
                <a:spcPts val="360"/>
              </a:spcBef>
              <a:spcAft>
                <a:spcPts val="0"/>
              </a:spcAft>
              <a:buClr>
                <a:schemeClr val="lt2"/>
              </a:buClr>
              <a:buSzPts val="1800"/>
              <a:buFont typeface="Arial"/>
              <a:buChar char="–"/>
              <a:defRPr b="0" i="0" sz="1800" u="none" cap="none" strike="noStrike">
                <a:solidFill>
                  <a:schemeClr val="lt1"/>
                </a:solidFill>
                <a:latin typeface="Arial"/>
                <a:ea typeface="Arial"/>
                <a:cs typeface="Arial"/>
                <a:sym typeface="Arial"/>
              </a:defRPr>
            </a:lvl9pPr>
          </a:lstStyle>
          <a:p/>
        </p:txBody>
      </p:sp>
      <p:sp>
        <p:nvSpPr>
          <p:cNvPr id="36" name="Google Shape;36;p32"/>
          <p:cNvSpPr txBox="1"/>
          <p:nvPr>
            <p:ph type="title"/>
          </p:nvPr>
        </p:nvSpPr>
        <p:spPr>
          <a:xfrm>
            <a:off x="182850" y="8526"/>
            <a:ext cx="8024813" cy="792162"/>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较" type="twoTxTwoObj">
  <p:cSld name="TWO_OBJECTS_WITH_TEXT">
    <p:spTree>
      <p:nvGrpSpPr>
        <p:cNvPr id="38" name="Shape 38"/>
        <p:cNvGrpSpPr/>
        <p:nvPr/>
      </p:nvGrpSpPr>
      <p:grpSpPr>
        <a:xfrm>
          <a:off x="0" y="0"/>
          <a:ext cx="0" cy="0"/>
          <a:chOff x="0" y="0"/>
          <a:chExt cx="0" cy="0"/>
        </a:xfrm>
      </p:grpSpPr>
      <p:sp>
        <p:nvSpPr>
          <p:cNvPr id="39" name="Google Shape;39;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3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Autofit/>
          </a:bodyPr>
          <a:lstStyle>
            <a:lvl1pPr indent="-228600" lvl="0" marL="457200" marR="0" rtl="0" algn="l">
              <a:spcBef>
                <a:spcPts val="480"/>
              </a:spcBef>
              <a:spcAft>
                <a:spcPts val="0"/>
              </a:spcAft>
              <a:buClr>
                <a:schemeClr val="dk1"/>
              </a:buClr>
              <a:buSzPts val="1920"/>
              <a:buFont typeface="Arial"/>
              <a:buNone/>
              <a:defRPr b="1" i="0" sz="2400" u="none" cap="none" strike="noStrike">
                <a:solidFill>
                  <a:schemeClr val="dk1"/>
                </a:solidFill>
                <a:latin typeface="Arial"/>
                <a:ea typeface="Arial"/>
                <a:cs typeface="Arial"/>
                <a:sym typeface="Arial"/>
              </a:defRPr>
            </a:lvl1pPr>
            <a:lvl2pPr indent="-228600" lvl="1" marL="914400" marR="0" rtl="0" algn="l">
              <a:spcBef>
                <a:spcPts val="400"/>
              </a:spcBef>
              <a:spcAft>
                <a:spcPts val="0"/>
              </a:spcAft>
              <a:buClr>
                <a:srgbClr val="FF0000"/>
              </a:buClr>
              <a:buSzPts val="1500"/>
              <a:buFont typeface="Arial"/>
              <a:buNone/>
              <a:defRPr b="1" i="0" sz="2000" u="none" cap="none" strike="noStrike">
                <a:solidFill>
                  <a:schemeClr val="dk1"/>
                </a:solidFill>
                <a:latin typeface="Arial"/>
                <a:ea typeface="Arial"/>
                <a:cs typeface="Arial"/>
                <a:sym typeface="Arial"/>
              </a:defRPr>
            </a:lvl2pPr>
            <a:lvl3pPr indent="-228600" lvl="2" marL="1371600" marR="0" rtl="0" algn="l">
              <a:spcBef>
                <a:spcPts val="360"/>
              </a:spcBef>
              <a:spcAft>
                <a:spcPts val="0"/>
              </a:spcAft>
              <a:buClr>
                <a:srgbClr val="FF0000"/>
              </a:buClr>
              <a:buSzPts val="1800"/>
              <a:buFont typeface="Arial"/>
              <a:buNone/>
              <a:defRPr b="1" i="0" sz="1800" u="none" cap="none" strike="noStrike">
                <a:solidFill>
                  <a:schemeClr val="dk1"/>
                </a:solidFill>
                <a:latin typeface="Arial"/>
                <a:ea typeface="Arial"/>
                <a:cs typeface="Arial"/>
                <a:sym typeface="Arial"/>
              </a:defRPr>
            </a:lvl3pPr>
            <a:lvl4pPr indent="-228600" lvl="3" marL="1828800" marR="0" rtl="0" algn="l">
              <a:spcBef>
                <a:spcPts val="320"/>
              </a:spcBef>
              <a:spcAft>
                <a:spcPts val="0"/>
              </a:spcAft>
              <a:buClr>
                <a:schemeClr val="dk1"/>
              </a:buClr>
              <a:buSzPts val="1600"/>
              <a:buFont typeface="Arial"/>
              <a:buNone/>
              <a:defRPr b="1" i="0" sz="1600" u="none" cap="none" strike="noStrike">
                <a:solidFill>
                  <a:schemeClr val="dk1"/>
                </a:solidFill>
                <a:latin typeface="Arial"/>
                <a:ea typeface="Arial"/>
                <a:cs typeface="Arial"/>
                <a:sym typeface="Arial"/>
              </a:defRPr>
            </a:lvl4pPr>
            <a:lvl5pPr indent="-228600" lvl="4" marL="2286000" marR="0" rtl="0" algn="l">
              <a:spcBef>
                <a:spcPts val="320"/>
              </a:spcBef>
              <a:spcAft>
                <a:spcPts val="0"/>
              </a:spcAft>
              <a:buClr>
                <a:schemeClr val="lt2"/>
              </a:buClr>
              <a:buSzPts val="1600"/>
              <a:buFont typeface="Arial"/>
              <a:buNone/>
              <a:defRPr b="1" i="0" sz="1600" u="none" cap="none" strike="noStrike">
                <a:solidFill>
                  <a:schemeClr val="dk1"/>
                </a:solidFill>
                <a:latin typeface="Arial"/>
                <a:ea typeface="Arial"/>
                <a:cs typeface="Arial"/>
                <a:sym typeface="Arial"/>
              </a:defRPr>
            </a:lvl5pPr>
            <a:lvl6pPr indent="-228600" lvl="5" marL="27432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6pPr>
            <a:lvl7pPr indent="-228600" lvl="6" marL="32004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7pPr>
            <a:lvl8pPr indent="-228600" lvl="7" marL="36576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8pPr>
            <a:lvl9pPr indent="-228600" lvl="8" marL="41148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9pPr>
          </a:lstStyle>
          <a:p/>
        </p:txBody>
      </p:sp>
      <p:sp>
        <p:nvSpPr>
          <p:cNvPr id="41" name="Google Shape;41;p3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Autofit/>
          </a:bodyPr>
          <a:lstStyle>
            <a:lvl1pPr indent="-350520" lvl="0" marL="457200" marR="0" rtl="0" algn="l">
              <a:spcBef>
                <a:spcPts val="480"/>
              </a:spcBef>
              <a:spcAft>
                <a:spcPts val="0"/>
              </a:spcAft>
              <a:buClr>
                <a:schemeClr val="dk1"/>
              </a:buClr>
              <a:buSzPts val="1920"/>
              <a:buFont typeface="Arial"/>
              <a:buChar char="•"/>
              <a:defRPr b="0" i="0" sz="2400" u="none" cap="none" strike="noStrike">
                <a:solidFill>
                  <a:schemeClr val="dk1"/>
                </a:solidFill>
                <a:latin typeface="Arial"/>
                <a:ea typeface="Arial"/>
                <a:cs typeface="Arial"/>
                <a:sym typeface="Arial"/>
              </a:defRPr>
            </a:lvl1pPr>
            <a:lvl2pPr indent="-323850" lvl="1" marL="914400" marR="0" rtl="0" algn="l">
              <a:spcBef>
                <a:spcPts val="400"/>
              </a:spcBef>
              <a:spcAft>
                <a:spcPts val="0"/>
              </a:spcAft>
              <a:buClr>
                <a:srgbClr val="FF0000"/>
              </a:buClr>
              <a:buSzPts val="1500"/>
              <a:buFont typeface="Arial"/>
              <a:buChar char="–"/>
              <a:defRPr b="0" i="0" sz="2000" u="none" cap="none" strike="noStrike">
                <a:solidFill>
                  <a:schemeClr val="dk1"/>
                </a:solidFill>
                <a:latin typeface="Arial"/>
                <a:ea typeface="Arial"/>
                <a:cs typeface="Arial"/>
                <a:sym typeface="Arial"/>
              </a:defRPr>
            </a:lvl2pPr>
            <a:lvl3pPr indent="-342900" lvl="2" marL="1371600" marR="0" rtl="0" algn="l">
              <a:spcBef>
                <a:spcPts val="360"/>
              </a:spcBef>
              <a:spcAft>
                <a:spcPts val="0"/>
              </a:spcAft>
              <a:buClr>
                <a:srgbClr val="FF0000"/>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spcBef>
                <a:spcPts val="32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spcBef>
                <a:spcPts val="320"/>
              </a:spcBef>
              <a:spcAft>
                <a:spcPts val="0"/>
              </a:spcAft>
              <a:buClr>
                <a:schemeClr val="lt2"/>
              </a:buClr>
              <a:buSzPts val="1600"/>
              <a:buFont typeface="Arial"/>
              <a:buChar char="»"/>
              <a:defRPr b="0" i="0" sz="1600" u="none" cap="none" strike="noStrike">
                <a:solidFill>
                  <a:schemeClr val="dk1"/>
                </a:solidFill>
                <a:latin typeface="Arial"/>
                <a:ea typeface="Arial"/>
                <a:cs typeface="Arial"/>
                <a:sym typeface="Arial"/>
              </a:defRPr>
            </a:lvl5pPr>
            <a:lvl6pPr indent="-330200" lvl="5" marL="27432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6pPr>
            <a:lvl7pPr indent="-330200" lvl="6" marL="32004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7pPr>
            <a:lvl8pPr indent="-330200" lvl="7" marL="36576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8pPr>
            <a:lvl9pPr indent="-330200" lvl="8" marL="41148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9pPr>
          </a:lstStyle>
          <a:p/>
        </p:txBody>
      </p:sp>
      <p:sp>
        <p:nvSpPr>
          <p:cNvPr id="42" name="Google Shape;42;p3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Autofit/>
          </a:bodyPr>
          <a:lstStyle>
            <a:lvl1pPr indent="-228600" lvl="0" marL="457200" marR="0" rtl="0" algn="l">
              <a:spcBef>
                <a:spcPts val="480"/>
              </a:spcBef>
              <a:spcAft>
                <a:spcPts val="0"/>
              </a:spcAft>
              <a:buClr>
                <a:schemeClr val="dk1"/>
              </a:buClr>
              <a:buSzPts val="1920"/>
              <a:buFont typeface="Arial"/>
              <a:buNone/>
              <a:defRPr b="1" i="0" sz="2400" u="none" cap="none" strike="noStrike">
                <a:solidFill>
                  <a:schemeClr val="dk1"/>
                </a:solidFill>
                <a:latin typeface="Arial"/>
                <a:ea typeface="Arial"/>
                <a:cs typeface="Arial"/>
                <a:sym typeface="Arial"/>
              </a:defRPr>
            </a:lvl1pPr>
            <a:lvl2pPr indent="-228600" lvl="1" marL="914400" marR="0" rtl="0" algn="l">
              <a:spcBef>
                <a:spcPts val="400"/>
              </a:spcBef>
              <a:spcAft>
                <a:spcPts val="0"/>
              </a:spcAft>
              <a:buClr>
                <a:srgbClr val="FF0000"/>
              </a:buClr>
              <a:buSzPts val="1500"/>
              <a:buFont typeface="Arial"/>
              <a:buNone/>
              <a:defRPr b="1" i="0" sz="2000" u="none" cap="none" strike="noStrike">
                <a:solidFill>
                  <a:schemeClr val="dk1"/>
                </a:solidFill>
                <a:latin typeface="Arial"/>
                <a:ea typeface="Arial"/>
                <a:cs typeface="Arial"/>
                <a:sym typeface="Arial"/>
              </a:defRPr>
            </a:lvl2pPr>
            <a:lvl3pPr indent="-228600" lvl="2" marL="1371600" marR="0" rtl="0" algn="l">
              <a:spcBef>
                <a:spcPts val="360"/>
              </a:spcBef>
              <a:spcAft>
                <a:spcPts val="0"/>
              </a:spcAft>
              <a:buClr>
                <a:srgbClr val="FF0000"/>
              </a:buClr>
              <a:buSzPts val="1800"/>
              <a:buFont typeface="Arial"/>
              <a:buNone/>
              <a:defRPr b="1" i="0" sz="1800" u="none" cap="none" strike="noStrike">
                <a:solidFill>
                  <a:schemeClr val="dk1"/>
                </a:solidFill>
                <a:latin typeface="Arial"/>
                <a:ea typeface="Arial"/>
                <a:cs typeface="Arial"/>
                <a:sym typeface="Arial"/>
              </a:defRPr>
            </a:lvl3pPr>
            <a:lvl4pPr indent="-228600" lvl="3" marL="1828800" marR="0" rtl="0" algn="l">
              <a:spcBef>
                <a:spcPts val="320"/>
              </a:spcBef>
              <a:spcAft>
                <a:spcPts val="0"/>
              </a:spcAft>
              <a:buClr>
                <a:schemeClr val="dk1"/>
              </a:buClr>
              <a:buSzPts val="1600"/>
              <a:buFont typeface="Arial"/>
              <a:buNone/>
              <a:defRPr b="1" i="0" sz="1600" u="none" cap="none" strike="noStrike">
                <a:solidFill>
                  <a:schemeClr val="dk1"/>
                </a:solidFill>
                <a:latin typeface="Arial"/>
                <a:ea typeface="Arial"/>
                <a:cs typeface="Arial"/>
                <a:sym typeface="Arial"/>
              </a:defRPr>
            </a:lvl4pPr>
            <a:lvl5pPr indent="-228600" lvl="4" marL="2286000" marR="0" rtl="0" algn="l">
              <a:spcBef>
                <a:spcPts val="320"/>
              </a:spcBef>
              <a:spcAft>
                <a:spcPts val="0"/>
              </a:spcAft>
              <a:buClr>
                <a:schemeClr val="lt2"/>
              </a:buClr>
              <a:buSzPts val="1600"/>
              <a:buFont typeface="Arial"/>
              <a:buNone/>
              <a:defRPr b="1" i="0" sz="1600" u="none" cap="none" strike="noStrike">
                <a:solidFill>
                  <a:schemeClr val="dk1"/>
                </a:solidFill>
                <a:latin typeface="Arial"/>
                <a:ea typeface="Arial"/>
                <a:cs typeface="Arial"/>
                <a:sym typeface="Arial"/>
              </a:defRPr>
            </a:lvl5pPr>
            <a:lvl6pPr indent="-228600" lvl="5" marL="27432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6pPr>
            <a:lvl7pPr indent="-228600" lvl="6" marL="32004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7pPr>
            <a:lvl8pPr indent="-228600" lvl="7" marL="36576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8pPr>
            <a:lvl9pPr indent="-228600" lvl="8" marL="4114800" marR="0" rtl="0" algn="l">
              <a:spcBef>
                <a:spcPts val="320"/>
              </a:spcBef>
              <a:spcAft>
                <a:spcPts val="0"/>
              </a:spcAft>
              <a:buClr>
                <a:schemeClr val="lt2"/>
              </a:buClr>
              <a:buSzPts val="1600"/>
              <a:buFont typeface="Arial"/>
              <a:buNone/>
              <a:defRPr b="1" i="0" sz="1600" u="none" cap="none" strike="noStrike">
                <a:solidFill>
                  <a:schemeClr val="lt1"/>
                </a:solidFill>
                <a:latin typeface="Arial"/>
                <a:ea typeface="Arial"/>
                <a:cs typeface="Arial"/>
                <a:sym typeface="Arial"/>
              </a:defRPr>
            </a:lvl9pPr>
          </a:lstStyle>
          <a:p/>
        </p:txBody>
      </p:sp>
      <p:sp>
        <p:nvSpPr>
          <p:cNvPr id="43" name="Google Shape;43;p3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Autofit/>
          </a:bodyPr>
          <a:lstStyle>
            <a:lvl1pPr indent="-350520" lvl="0" marL="457200" marR="0" rtl="0" algn="l">
              <a:spcBef>
                <a:spcPts val="480"/>
              </a:spcBef>
              <a:spcAft>
                <a:spcPts val="0"/>
              </a:spcAft>
              <a:buClr>
                <a:schemeClr val="dk1"/>
              </a:buClr>
              <a:buSzPts val="1920"/>
              <a:buFont typeface="Arial"/>
              <a:buChar char="•"/>
              <a:defRPr b="0" i="0" sz="2400" u="none" cap="none" strike="noStrike">
                <a:solidFill>
                  <a:schemeClr val="dk1"/>
                </a:solidFill>
                <a:latin typeface="Arial"/>
                <a:ea typeface="Arial"/>
                <a:cs typeface="Arial"/>
                <a:sym typeface="Arial"/>
              </a:defRPr>
            </a:lvl1pPr>
            <a:lvl2pPr indent="-323850" lvl="1" marL="914400" marR="0" rtl="0" algn="l">
              <a:spcBef>
                <a:spcPts val="400"/>
              </a:spcBef>
              <a:spcAft>
                <a:spcPts val="0"/>
              </a:spcAft>
              <a:buClr>
                <a:srgbClr val="FF0000"/>
              </a:buClr>
              <a:buSzPts val="1500"/>
              <a:buFont typeface="Arial"/>
              <a:buChar char="–"/>
              <a:defRPr b="0" i="0" sz="2000" u="none" cap="none" strike="noStrike">
                <a:solidFill>
                  <a:schemeClr val="dk1"/>
                </a:solidFill>
                <a:latin typeface="Arial"/>
                <a:ea typeface="Arial"/>
                <a:cs typeface="Arial"/>
                <a:sym typeface="Arial"/>
              </a:defRPr>
            </a:lvl2pPr>
            <a:lvl3pPr indent="-342900" lvl="2" marL="1371600" marR="0" rtl="0" algn="l">
              <a:spcBef>
                <a:spcPts val="360"/>
              </a:spcBef>
              <a:spcAft>
                <a:spcPts val="0"/>
              </a:spcAft>
              <a:buClr>
                <a:srgbClr val="FF0000"/>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spcBef>
                <a:spcPts val="32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spcBef>
                <a:spcPts val="320"/>
              </a:spcBef>
              <a:spcAft>
                <a:spcPts val="0"/>
              </a:spcAft>
              <a:buClr>
                <a:schemeClr val="lt2"/>
              </a:buClr>
              <a:buSzPts val="1600"/>
              <a:buFont typeface="Arial"/>
              <a:buChar char="»"/>
              <a:defRPr b="0" i="0" sz="1600" u="none" cap="none" strike="noStrike">
                <a:solidFill>
                  <a:schemeClr val="dk1"/>
                </a:solidFill>
                <a:latin typeface="Arial"/>
                <a:ea typeface="Arial"/>
                <a:cs typeface="Arial"/>
                <a:sym typeface="Arial"/>
              </a:defRPr>
            </a:lvl5pPr>
            <a:lvl6pPr indent="-330200" lvl="5" marL="27432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6pPr>
            <a:lvl7pPr indent="-330200" lvl="6" marL="32004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7pPr>
            <a:lvl8pPr indent="-330200" lvl="7" marL="36576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8pPr>
            <a:lvl9pPr indent="-330200" lvl="8" marL="4114800" marR="0" rtl="0" algn="l">
              <a:spcBef>
                <a:spcPts val="320"/>
              </a:spcBef>
              <a:spcAft>
                <a:spcPts val="0"/>
              </a:spcAft>
              <a:buClr>
                <a:schemeClr val="lt2"/>
              </a:buClr>
              <a:buSzPts val="1600"/>
              <a:buFont typeface="Arial"/>
              <a:buChar char="–"/>
              <a:defRPr b="0" i="0" sz="1600" u="none" cap="none" strike="noStrike">
                <a:solidFill>
                  <a:schemeClr val="lt1"/>
                </a:solidFill>
                <a:latin typeface="Arial"/>
                <a:ea typeface="Arial"/>
                <a:cs typeface="Arial"/>
                <a:sym typeface="Arial"/>
              </a:defRPr>
            </a:lvl9pPr>
          </a:lstStyle>
          <a:p/>
        </p:txBody>
      </p:sp>
      <p:sp>
        <p:nvSpPr>
          <p:cNvPr id="44" name="Google Shape;44;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仅标题" type="titleOnly">
  <p:cSld name="TITLE_ONLY">
    <p:spTree>
      <p:nvGrpSpPr>
        <p:cNvPr id="45" name="Shape 45"/>
        <p:cNvGrpSpPr/>
        <p:nvPr/>
      </p:nvGrpSpPr>
      <p:grpSpPr>
        <a:xfrm>
          <a:off x="0" y="0"/>
          <a:ext cx="0" cy="0"/>
          <a:chOff x="0" y="0"/>
          <a:chExt cx="0" cy="0"/>
        </a:xfrm>
      </p:grpSpPr>
      <p:sp>
        <p:nvSpPr>
          <p:cNvPr id="46" name="Google Shape;46;p34"/>
          <p:cNvSpPr txBox="1"/>
          <p:nvPr>
            <p:ph type="title"/>
          </p:nvPr>
        </p:nvSpPr>
        <p:spPr>
          <a:xfrm>
            <a:off x="182850" y="8526"/>
            <a:ext cx="8024813" cy="792162"/>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48" name="Shape 48"/>
        <p:cNvGrpSpPr/>
        <p:nvPr/>
      </p:nvGrpSpPr>
      <p:grpSpPr>
        <a:xfrm>
          <a:off x="0" y="0"/>
          <a:ext cx="0" cy="0"/>
          <a:chOff x="0" y="0"/>
          <a:chExt cx="0" cy="0"/>
        </a:xfrm>
      </p:grpSpPr>
      <p:sp>
        <p:nvSpPr>
          <p:cNvPr id="49" name="Google Shape;49;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与标题" type="objTx">
  <p:cSld name="OBJECT_WITH_CAPTION_TEXT">
    <p:spTree>
      <p:nvGrpSpPr>
        <p:cNvPr id="50" name="Shape 50"/>
        <p:cNvGrpSpPr/>
        <p:nvPr/>
      </p:nvGrpSpPr>
      <p:grpSpPr>
        <a:xfrm>
          <a:off x="0" y="0"/>
          <a:ext cx="0" cy="0"/>
          <a:chOff x="0" y="0"/>
          <a:chExt cx="0" cy="0"/>
        </a:xfrm>
      </p:grpSpPr>
      <p:sp>
        <p:nvSpPr>
          <p:cNvPr id="51" name="Google Shape;51;p36"/>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6"/>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Autofit/>
          </a:bodyPr>
          <a:lstStyle>
            <a:lvl1pPr indent="-391160" lvl="0" marL="457200" marR="0" rtl="0" algn="l">
              <a:spcBef>
                <a:spcPts val="640"/>
              </a:spcBef>
              <a:spcAft>
                <a:spcPts val="0"/>
              </a:spcAft>
              <a:buClr>
                <a:schemeClr val="dk1"/>
              </a:buClr>
              <a:buSzPts val="2560"/>
              <a:buFont typeface="Arial"/>
              <a:buChar char="•"/>
              <a:defRPr b="0" i="0" sz="3200" u="none" cap="none" strike="noStrike">
                <a:solidFill>
                  <a:schemeClr val="dk1"/>
                </a:solidFill>
                <a:latin typeface="Arial"/>
                <a:ea typeface="Arial"/>
                <a:cs typeface="Arial"/>
                <a:sym typeface="Arial"/>
              </a:defRPr>
            </a:lvl1pPr>
            <a:lvl2pPr indent="-361950" lvl="1" marL="914400" marR="0" rtl="0" algn="l">
              <a:spcBef>
                <a:spcPts val="560"/>
              </a:spcBef>
              <a:spcAft>
                <a:spcPts val="0"/>
              </a:spcAft>
              <a:buClr>
                <a:srgbClr val="FF0000"/>
              </a:buClr>
              <a:buSzPts val="2100"/>
              <a:buFont typeface="Arial"/>
              <a:buChar char="–"/>
              <a:defRPr b="0" i="0" sz="2800" u="none" cap="none" strike="noStrike">
                <a:solidFill>
                  <a:schemeClr val="dk1"/>
                </a:solidFill>
                <a:latin typeface="Arial"/>
                <a:ea typeface="Arial"/>
                <a:cs typeface="Arial"/>
                <a:sym typeface="Arial"/>
              </a:defRPr>
            </a:lvl2pPr>
            <a:lvl3pPr indent="-381000" lvl="2" marL="1371600" marR="0" rtl="0" algn="l">
              <a:spcBef>
                <a:spcPts val="480"/>
              </a:spcBef>
              <a:spcAft>
                <a:spcPts val="0"/>
              </a:spcAft>
              <a:buClr>
                <a:srgbClr val="FF0000"/>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indent="-355600" lvl="6" marL="32004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indent="-355600" lvl="7" marL="36576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indent="-355600" lvl="8" marL="41148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53" name="Google Shape;53;p36"/>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80"/>
              </a:spcBef>
              <a:spcAft>
                <a:spcPts val="0"/>
              </a:spcAft>
              <a:buClr>
                <a:schemeClr val="dk1"/>
              </a:buClr>
              <a:buSzPts val="1120"/>
              <a:buFont typeface="Arial"/>
              <a:buNone/>
              <a:defRPr b="0" i="0" sz="1400" u="none" cap="none" strike="noStrike">
                <a:solidFill>
                  <a:schemeClr val="dk1"/>
                </a:solidFill>
                <a:latin typeface="Arial"/>
                <a:ea typeface="Arial"/>
                <a:cs typeface="Arial"/>
                <a:sym typeface="Arial"/>
              </a:defRPr>
            </a:lvl1pPr>
            <a:lvl2pPr indent="-228600" lvl="1" marL="914400" marR="0" rtl="0" algn="l">
              <a:spcBef>
                <a:spcPts val="240"/>
              </a:spcBef>
              <a:spcAft>
                <a:spcPts val="0"/>
              </a:spcAft>
              <a:buClr>
                <a:srgbClr val="FF0000"/>
              </a:buClr>
              <a:buSzPts val="900"/>
              <a:buFont typeface="Arial"/>
              <a:buNone/>
              <a:defRPr b="0" i="0" sz="1200" u="none" cap="none" strike="noStrike">
                <a:solidFill>
                  <a:schemeClr val="dk1"/>
                </a:solidFill>
                <a:latin typeface="Arial"/>
                <a:ea typeface="Arial"/>
                <a:cs typeface="Arial"/>
                <a:sym typeface="Arial"/>
              </a:defRPr>
            </a:lvl2pPr>
            <a:lvl3pPr indent="-228600" lvl="2" marL="1371600" marR="0" rtl="0" algn="l">
              <a:spcBef>
                <a:spcPts val="200"/>
              </a:spcBef>
              <a:spcAft>
                <a:spcPts val="0"/>
              </a:spcAft>
              <a:buClr>
                <a:srgbClr val="FF0000"/>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spcBef>
                <a:spcPts val="180"/>
              </a:spcBef>
              <a:spcAft>
                <a:spcPts val="0"/>
              </a:spcAft>
              <a:buClr>
                <a:schemeClr val="dk1"/>
              </a:buClr>
              <a:buSzPts val="900"/>
              <a:buFont typeface="Arial"/>
              <a:buNone/>
              <a:defRPr b="0" i="0" sz="900" u="none" cap="none" strike="noStrike">
                <a:solidFill>
                  <a:schemeClr val="dk1"/>
                </a:solidFill>
                <a:latin typeface="Arial"/>
                <a:ea typeface="Arial"/>
                <a:cs typeface="Arial"/>
                <a:sym typeface="Arial"/>
              </a:defRPr>
            </a:lvl4pPr>
            <a:lvl5pPr indent="-228600" lvl="4" marL="2286000" marR="0" rtl="0" algn="l">
              <a:spcBef>
                <a:spcPts val="180"/>
              </a:spcBef>
              <a:spcAft>
                <a:spcPts val="0"/>
              </a:spcAft>
              <a:buClr>
                <a:schemeClr val="lt2"/>
              </a:buClr>
              <a:buSzPts val="900"/>
              <a:buFont typeface="Arial"/>
              <a:buNone/>
              <a:defRPr b="0" i="0" sz="900" u="none" cap="none" strike="noStrike">
                <a:solidFill>
                  <a:schemeClr val="dk1"/>
                </a:solidFill>
                <a:latin typeface="Arial"/>
                <a:ea typeface="Arial"/>
                <a:cs typeface="Arial"/>
                <a:sym typeface="Arial"/>
              </a:defRPr>
            </a:lvl5pPr>
            <a:lvl6pPr indent="-228600" lvl="5" marL="27432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6pPr>
            <a:lvl7pPr indent="-228600" lvl="6" marL="32004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7pPr>
            <a:lvl8pPr indent="-228600" lvl="7" marL="36576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8pPr>
            <a:lvl9pPr indent="-228600" lvl="8" marL="41148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9pPr>
          </a:lstStyle>
          <a:p/>
        </p:txBody>
      </p:sp>
      <p:sp>
        <p:nvSpPr>
          <p:cNvPr id="54" name="Google Shape;54;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图片与标题" type="picTx">
  <p:cSld name="PICTURE_WITH_CAPTION_TEXT">
    <p:spTree>
      <p:nvGrpSpPr>
        <p:cNvPr id="55" name="Shape 55"/>
        <p:cNvGrpSpPr/>
        <p:nvPr/>
      </p:nvGrpSpPr>
      <p:grpSpPr>
        <a:xfrm>
          <a:off x="0" y="0"/>
          <a:ext cx="0" cy="0"/>
          <a:chOff x="0" y="0"/>
          <a:chExt cx="0" cy="0"/>
        </a:xfrm>
      </p:grpSpPr>
      <p:sp>
        <p:nvSpPr>
          <p:cNvPr id="56" name="Google Shape;56;p37"/>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37"/>
          <p:cNvSpPr/>
          <p:nvPr>
            <p:ph idx="2" type="pic"/>
          </p:nvPr>
        </p:nvSpPr>
        <p:spPr>
          <a:xfrm>
            <a:off x="1792288" y="612775"/>
            <a:ext cx="5486400" cy="4114800"/>
          </a:xfrm>
          <a:prstGeom prst="rect">
            <a:avLst/>
          </a:prstGeom>
          <a:noFill/>
          <a:ln>
            <a:noFill/>
          </a:ln>
        </p:spPr>
      </p:sp>
      <p:sp>
        <p:nvSpPr>
          <p:cNvPr id="58" name="Google Shape;58;p37"/>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80"/>
              </a:spcBef>
              <a:spcAft>
                <a:spcPts val="0"/>
              </a:spcAft>
              <a:buClr>
                <a:schemeClr val="dk1"/>
              </a:buClr>
              <a:buSzPts val="1120"/>
              <a:buFont typeface="Arial"/>
              <a:buNone/>
              <a:defRPr b="0" i="0" sz="1400" u="none" cap="none" strike="noStrike">
                <a:solidFill>
                  <a:schemeClr val="dk1"/>
                </a:solidFill>
                <a:latin typeface="Arial"/>
                <a:ea typeface="Arial"/>
                <a:cs typeface="Arial"/>
                <a:sym typeface="Arial"/>
              </a:defRPr>
            </a:lvl1pPr>
            <a:lvl2pPr indent="-228600" lvl="1" marL="914400" marR="0" rtl="0" algn="l">
              <a:spcBef>
                <a:spcPts val="240"/>
              </a:spcBef>
              <a:spcAft>
                <a:spcPts val="0"/>
              </a:spcAft>
              <a:buClr>
                <a:srgbClr val="FF0000"/>
              </a:buClr>
              <a:buSzPts val="900"/>
              <a:buFont typeface="Arial"/>
              <a:buNone/>
              <a:defRPr b="0" i="0" sz="1200" u="none" cap="none" strike="noStrike">
                <a:solidFill>
                  <a:schemeClr val="dk1"/>
                </a:solidFill>
                <a:latin typeface="Arial"/>
                <a:ea typeface="Arial"/>
                <a:cs typeface="Arial"/>
                <a:sym typeface="Arial"/>
              </a:defRPr>
            </a:lvl2pPr>
            <a:lvl3pPr indent="-228600" lvl="2" marL="1371600" marR="0" rtl="0" algn="l">
              <a:spcBef>
                <a:spcPts val="200"/>
              </a:spcBef>
              <a:spcAft>
                <a:spcPts val="0"/>
              </a:spcAft>
              <a:buClr>
                <a:srgbClr val="FF0000"/>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spcBef>
                <a:spcPts val="180"/>
              </a:spcBef>
              <a:spcAft>
                <a:spcPts val="0"/>
              </a:spcAft>
              <a:buClr>
                <a:schemeClr val="dk1"/>
              </a:buClr>
              <a:buSzPts val="900"/>
              <a:buFont typeface="Arial"/>
              <a:buNone/>
              <a:defRPr b="0" i="0" sz="900" u="none" cap="none" strike="noStrike">
                <a:solidFill>
                  <a:schemeClr val="dk1"/>
                </a:solidFill>
                <a:latin typeface="Arial"/>
                <a:ea typeface="Arial"/>
                <a:cs typeface="Arial"/>
                <a:sym typeface="Arial"/>
              </a:defRPr>
            </a:lvl4pPr>
            <a:lvl5pPr indent="-228600" lvl="4" marL="2286000" marR="0" rtl="0" algn="l">
              <a:spcBef>
                <a:spcPts val="180"/>
              </a:spcBef>
              <a:spcAft>
                <a:spcPts val="0"/>
              </a:spcAft>
              <a:buClr>
                <a:schemeClr val="lt2"/>
              </a:buClr>
              <a:buSzPts val="900"/>
              <a:buFont typeface="Arial"/>
              <a:buNone/>
              <a:defRPr b="0" i="0" sz="900" u="none" cap="none" strike="noStrike">
                <a:solidFill>
                  <a:schemeClr val="dk1"/>
                </a:solidFill>
                <a:latin typeface="Arial"/>
                <a:ea typeface="Arial"/>
                <a:cs typeface="Arial"/>
                <a:sym typeface="Arial"/>
              </a:defRPr>
            </a:lvl5pPr>
            <a:lvl6pPr indent="-228600" lvl="5" marL="27432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6pPr>
            <a:lvl7pPr indent="-228600" lvl="6" marL="32004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7pPr>
            <a:lvl8pPr indent="-228600" lvl="7" marL="36576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8pPr>
            <a:lvl9pPr indent="-228600" lvl="8" marL="4114800" marR="0" rtl="0" algn="l">
              <a:spcBef>
                <a:spcPts val="180"/>
              </a:spcBef>
              <a:spcAft>
                <a:spcPts val="0"/>
              </a:spcAft>
              <a:buClr>
                <a:schemeClr val="lt2"/>
              </a:buClr>
              <a:buSzPts val="900"/>
              <a:buFont typeface="Arial"/>
              <a:buNone/>
              <a:defRPr b="0" i="0" sz="900" u="none" cap="none" strike="noStrike">
                <a:solidFill>
                  <a:schemeClr val="lt1"/>
                </a:solidFill>
                <a:latin typeface="Arial"/>
                <a:ea typeface="Arial"/>
                <a:cs typeface="Arial"/>
                <a:sym typeface="Arial"/>
              </a:defRPr>
            </a:lvl9pPr>
          </a:lstStyle>
          <a:p/>
        </p:txBody>
      </p:sp>
      <p:sp>
        <p:nvSpPr>
          <p:cNvPr id="59" name="Google Shape;59;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竖排文字" type="vertTx">
  <p:cSld name="VERTICAL_TEXT">
    <p:spTree>
      <p:nvGrpSpPr>
        <p:cNvPr id="60" name="Shape 60"/>
        <p:cNvGrpSpPr/>
        <p:nvPr/>
      </p:nvGrpSpPr>
      <p:grpSpPr>
        <a:xfrm>
          <a:off x="0" y="0"/>
          <a:ext cx="0" cy="0"/>
          <a:chOff x="0" y="0"/>
          <a:chExt cx="0" cy="0"/>
        </a:xfrm>
      </p:grpSpPr>
      <p:sp>
        <p:nvSpPr>
          <p:cNvPr id="61" name="Google Shape;61;p38"/>
          <p:cNvSpPr txBox="1"/>
          <p:nvPr>
            <p:ph type="title"/>
          </p:nvPr>
        </p:nvSpPr>
        <p:spPr>
          <a:xfrm>
            <a:off x="182850" y="8526"/>
            <a:ext cx="8024813" cy="792162"/>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38"/>
          <p:cNvSpPr txBox="1"/>
          <p:nvPr>
            <p:ph idx="1" type="body"/>
          </p:nvPr>
        </p:nvSpPr>
        <p:spPr>
          <a:xfrm rot="5400000">
            <a:off x="1581151" y="-312737"/>
            <a:ext cx="5184775" cy="7772400"/>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indent="-355600" lvl="6" marL="32004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indent="-355600" lvl="7" marL="36576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indent="-355600" lvl="8" marL="41148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63" name="Google Shape;63;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垂直排列标题与文本" type="vertTitleAndTx">
  <p:cSld name="VERTICAL_TITLE_AND_VERTICAL_TEXT">
    <p:spTree>
      <p:nvGrpSpPr>
        <p:cNvPr id="64" name="Shape 64"/>
        <p:cNvGrpSpPr/>
        <p:nvPr/>
      </p:nvGrpSpPr>
      <p:grpSpPr>
        <a:xfrm>
          <a:off x="0" y="0"/>
          <a:ext cx="0" cy="0"/>
          <a:chOff x="0" y="0"/>
          <a:chExt cx="0" cy="0"/>
        </a:xfrm>
      </p:grpSpPr>
      <p:sp>
        <p:nvSpPr>
          <p:cNvPr id="65" name="Google Shape;65;p39"/>
          <p:cNvSpPr txBox="1"/>
          <p:nvPr>
            <p:ph type="title"/>
          </p:nvPr>
        </p:nvSpPr>
        <p:spPr>
          <a:xfrm rot="5400000">
            <a:off x="4904581" y="1926431"/>
            <a:ext cx="6192838" cy="22860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9"/>
          <p:cNvSpPr txBox="1"/>
          <p:nvPr>
            <p:ph idx="1" type="body"/>
          </p:nvPr>
        </p:nvSpPr>
        <p:spPr>
          <a:xfrm rot="5400000">
            <a:off x="256381" y="-283369"/>
            <a:ext cx="6192838" cy="6705600"/>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indent="-355600" lvl="6" marL="32004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indent="-355600" lvl="7" marL="36576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indent="-355600" lvl="8" marL="41148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67" name="Google Shape;67;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 type="objOnly">
  <p:cSld name="OBJECT_ONLY">
    <p:spTree>
      <p:nvGrpSpPr>
        <p:cNvPr id="68" name="Shape 68"/>
        <p:cNvGrpSpPr/>
        <p:nvPr/>
      </p:nvGrpSpPr>
      <p:grpSpPr>
        <a:xfrm>
          <a:off x="0" y="0"/>
          <a:ext cx="0" cy="0"/>
          <a:chOff x="0" y="0"/>
          <a:chExt cx="0" cy="0"/>
        </a:xfrm>
      </p:grpSpPr>
      <p:sp>
        <p:nvSpPr>
          <p:cNvPr id="69" name="Google Shape;69;p40"/>
          <p:cNvSpPr txBox="1"/>
          <p:nvPr>
            <p:ph idx="1" type="body"/>
          </p:nvPr>
        </p:nvSpPr>
        <p:spPr>
          <a:xfrm>
            <a:off x="0" y="-26988"/>
            <a:ext cx="9144000" cy="6192838"/>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indent="-355600" lvl="6" marL="32004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indent="-355600" lvl="7" marL="36576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indent="-355600" lvl="8" marL="41148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70" name="Google Shape;70;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表格" type="tbl">
  <p:cSld name="TABLE">
    <p:spTree>
      <p:nvGrpSpPr>
        <p:cNvPr id="71" name="Shape 71"/>
        <p:cNvGrpSpPr/>
        <p:nvPr/>
      </p:nvGrpSpPr>
      <p:grpSpPr>
        <a:xfrm>
          <a:off x="0" y="0"/>
          <a:ext cx="0" cy="0"/>
          <a:chOff x="0" y="0"/>
          <a:chExt cx="0" cy="0"/>
        </a:xfrm>
      </p:grpSpPr>
      <p:sp>
        <p:nvSpPr>
          <p:cNvPr id="72" name="Google Shape;72;p41"/>
          <p:cNvSpPr txBox="1"/>
          <p:nvPr>
            <p:ph type="title"/>
          </p:nvPr>
        </p:nvSpPr>
        <p:spPr>
          <a:xfrm>
            <a:off x="0" y="-26988"/>
            <a:ext cx="9144000" cy="79216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41"/>
          <p:cNvSpPr/>
          <p:nvPr>
            <p:ph idx="2" type="tbl"/>
          </p:nvPr>
        </p:nvSpPr>
        <p:spPr>
          <a:xfrm>
            <a:off x="685800" y="981075"/>
            <a:ext cx="7772400" cy="51847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lt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lt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lt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lt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lt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lt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lt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lt1"/>
                </a:solidFill>
                <a:latin typeface="Arial"/>
                <a:ea typeface="Arial"/>
                <a:cs typeface="Arial"/>
                <a:sym typeface="Arial"/>
              </a:defRPr>
            </a:lvl9pPr>
          </a:lstStyle>
          <a:p/>
        </p:txBody>
      </p:sp>
      <p:sp>
        <p:nvSpPr>
          <p:cNvPr id="74" name="Google Shape;74;p4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文本与内容" type="txAndObj">
  <p:cSld name="TEXT_AND_OBJECT">
    <p:spTree>
      <p:nvGrpSpPr>
        <p:cNvPr id="75" name="Shape 75"/>
        <p:cNvGrpSpPr/>
        <p:nvPr/>
      </p:nvGrpSpPr>
      <p:grpSpPr>
        <a:xfrm>
          <a:off x="0" y="0"/>
          <a:ext cx="0" cy="0"/>
          <a:chOff x="0" y="0"/>
          <a:chExt cx="0" cy="0"/>
        </a:xfrm>
      </p:grpSpPr>
      <p:sp>
        <p:nvSpPr>
          <p:cNvPr id="76" name="Google Shape;76;p42"/>
          <p:cNvSpPr txBox="1"/>
          <p:nvPr>
            <p:ph type="title"/>
          </p:nvPr>
        </p:nvSpPr>
        <p:spPr>
          <a:xfrm>
            <a:off x="0" y="-26988"/>
            <a:ext cx="9144000" cy="792163"/>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42"/>
          <p:cNvSpPr txBox="1"/>
          <p:nvPr>
            <p:ph idx="1" type="body"/>
          </p:nvPr>
        </p:nvSpPr>
        <p:spPr>
          <a:xfrm>
            <a:off x="685800" y="981075"/>
            <a:ext cx="3810000" cy="5184775"/>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indent="-355600" lvl="6" marL="32004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indent="-355600" lvl="7" marL="36576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indent="-355600" lvl="8" marL="41148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78" name="Google Shape;78;p42"/>
          <p:cNvSpPr txBox="1"/>
          <p:nvPr>
            <p:ph idx="2" type="body"/>
          </p:nvPr>
        </p:nvSpPr>
        <p:spPr>
          <a:xfrm>
            <a:off x="4648200" y="981075"/>
            <a:ext cx="3810000" cy="5184775"/>
          </a:xfrm>
          <a:prstGeom prst="rect">
            <a:avLst/>
          </a:prstGeom>
          <a:noFill/>
          <a:ln>
            <a:noFill/>
          </a:ln>
        </p:spPr>
        <p:txBody>
          <a:bodyPr anchorCtr="0" anchor="t" bIns="45700" lIns="91425" spcFirstLastPara="1" rIns="91425" wrap="square" tIns="45700">
            <a:noAutofit/>
          </a:bodyPr>
          <a:lstStyle>
            <a:lvl1pPr indent="-370840" lvl="0" marL="457200" marR="0" rtl="0" algn="l">
              <a:spcBef>
                <a:spcPts val="560"/>
              </a:spcBef>
              <a:spcAft>
                <a:spcPts val="0"/>
              </a:spcAft>
              <a:buClr>
                <a:schemeClr val="dk1"/>
              </a:buClr>
              <a:buSzPts val="2240"/>
              <a:buFont typeface="Arial"/>
              <a:buChar char="•"/>
              <a:defRPr b="0" i="0" sz="2800" u="none" cap="none" strike="noStrike">
                <a:solidFill>
                  <a:schemeClr val="dk1"/>
                </a:solidFill>
                <a:latin typeface="Arial"/>
                <a:ea typeface="Arial"/>
                <a:cs typeface="Arial"/>
                <a:sym typeface="Arial"/>
              </a:defRPr>
            </a:lvl1pPr>
            <a:lvl2pPr indent="-342900" lvl="1" marL="914400" marR="0" rtl="0" algn="l">
              <a:spcBef>
                <a:spcPts val="480"/>
              </a:spcBef>
              <a:spcAft>
                <a:spcPts val="0"/>
              </a:spcAft>
              <a:buClr>
                <a:srgbClr val="FF0000"/>
              </a:buClr>
              <a:buSzPts val="1800"/>
              <a:buFont typeface="Arial"/>
              <a:buChar char="–"/>
              <a:defRPr b="0" i="0" sz="2400" u="none" cap="none" strike="noStrike">
                <a:solidFill>
                  <a:schemeClr val="dk1"/>
                </a:solidFill>
                <a:latin typeface="Arial"/>
                <a:ea typeface="Arial"/>
                <a:cs typeface="Arial"/>
                <a:sym typeface="Arial"/>
              </a:defRPr>
            </a:lvl2pPr>
            <a:lvl3pPr indent="-355600" lvl="2" marL="1371600" marR="0" rtl="0" algn="l">
              <a:spcBef>
                <a:spcPts val="400"/>
              </a:spcBef>
              <a:spcAft>
                <a:spcPts val="0"/>
              </a:spcAft>
              <a:buClr>
                <a:srgbClr val="FF0000"/>
              </a:buClr>
              <a:buSzPts val="2000"/>
              <a:buFont typeface="Arial"/>
              <a:buChar char="•"/>
              <a:defRPr b="0" i="0" sz="2000" u="none" cap="none" strike="noStrike">
                <a:solidFill>
                  <a:schemeClr val="dk1"/>
                </a:solidFill>
                <a:latin typeface="Arial"/>
                <a:ea typeface="Arial"/>
                <a:cs typeface="Arial"/>
                <a:sym typeface="Arial"/>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spcBef>
                <a:spcPts val="400"/>
              </a:spcBef>
              <a:spcAft>
                <a:spcPts val="0"/>
              </a:spcAft>
              <a:buClr>
                <a:schemeClr val="lt2"/>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6pPr>
            <a:lvl7pPr indent="-355600" lvl="6" marL="32004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7pPr>
            <a:lvl8pPr indent="-355600" lvl="7" marL="36576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8pPr>
            <a:lvl9pPr indent="-355600" lvl="8" marL="4114800" marR="0" rtl="0" algn="l">
              <a:spcBef>
                <a:spcPts val="400"/>
              </a:spcBef>
              <a:spcAft>
                <a:spcPts val="0"/>
              </a:spcAft>
              <a:buClr>
                <a:schemeClr val="lt2"/>
              </a:buClr>
              <a:buSzPts val="2000"/>
              <a:buFont typeface="Arial"/>
              <a:buChar char="–"/>
              <a:defRPr b="0" i="0" sz="2000" u="none" cap="none" strike="noStrike">
                <a:solidFill>
                  <a:schemeClr val="lt1"/>
                </a:solidFill>
                <a:latin typeface="Arial"/>
                <a:ea typeface="Arial"/>
                <a:cs typeface="Arial"/>
                <a:sym typeface="Arial"/>
              </a:defRPr>
            </a:lvl9pPr>
          </a:lstStyle>
          <a:p/>
        </p:txBody>
      </p:sp>
      <p:sp>
        <p:nvSpPr>
          <p:cNvPr id="79" name="Google Shape;79;p4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a:lvl1pPr>
            <a:lvl2pPr indent="0" lvl="1" marL="0" algn="r">
              <a:spcBef>
                <a:spcPts val="0"/>
              </a:spcBef>
              <a:spcAft>
                <a:spcPts val="0"/>
              </a:spcAft>
              <a:buNone/>
              <a:defRPr/>
            </a:lvl2pPr>
            <a:lvl3pPr indent="0" lvl="2" marL="0" algn="r">
              <a:spcBef>
                <a:spcPts val="0"/>
              </a:spcBef>
              <a:spcAft>
                <a:spcPts val="0"/>
              </a:spcAft>
              <a:buNone/>
              <a:defRPr/>
            </a:lvl3pPr>
            <a:lvl4pPr indent="0" lvl="3" marL="0" algn="r">
              <a:spcBef>
                <a:spcPts val="0"/>
              </a:spcBef>
              <a:spcAft>
                <a:spcPts val="0"/>
              </a:spcAft>
              <a:buNone/>
              <a:defRPr/>
            </a:lvl4pPr>
            <a:lvl5pPr indent="0" lvl="4" marL="0" algn="r">
              <a:spcBef>
                <a:spcPts val="0"/>
              </a:spcBef>
              <a:spcAft>
                <a:spcPts val="0"/>
              </a:spcAft>
              <a:buNone/>
              <a:defRPr/>
            </a:lvl5pPr>
            <a:lvl6pPr indent="0" lvl="5" marL="0" algn="r">
              <a:spcBef>
                <a:spcPts val="0"/>
              </a:spcBef>
              <a:spcAft>
                <a:spcPts val="0"/>
              </a:spcAft>
              <a:buNone/>
              <a:defRPr/>
            </a:lvl6pPr>
            <a:lvl7pPr indent="0" lvl="6" marL="0" algn="r">
              <a:spcBef>
                <a:spcPts val="0"/>
              </a:spcBef>
              <a:spcAft>
                <a:spcPts val="0"/>
              </a:spcAft>
              <a:buNone/>
              <a:defRPr/>
            </a:lvl7pPr>
            <a:lvl8pPr indent="0" lvl="7" marL="0" algn="r">
              <a:spcBef>
                <a:spcPts val="0"/>
              </a:spcBef>
              <a:spcAft>
                <a:spcPts val="0"/>
              </a:spcAft>
              <a:buNone/>
              <a:defRPr/>
            </a:lvl8pPr>
            <a:lvl9pPr indent="0" lvl="8" marL="0" algn="r">
              <a:spcBef>
                <a:spcPts val="0"/>
              </a:spcBef>
              <a:spcAft>
                <a:spcPts val="0"/>
              </a:spcAft>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标题和内容">
  <p:cSld name="5_标题和内容">
    <p:spTree>
      <p:nvGrpSpPr>
        <p:cNvPr id="80" name="Shape 80"/>
        <p:cNvGrpSpPr/>
        <p:nvPr/>
      </p:nvGrpSpPr>
      <p:grpSpPr>
        <a:xfrm>
          <a:off x="0" y="0"/>
          <a:ext cx="0" cy="0"/>
          <a:chOff x="0" y="0"/>
          <a:chExt cx="0" cy="0"/>
        </a:xfrm>
      </p:grpSpPr>
      <p:pic>
        <p:nvPicPr>
          <p:cNvPr descr="D:\5万更新包奖PPT\张嘉\PPT用图\2.整饰相关\整饰 周老师改\5 31整饰-1副本.jpg" id="81" name="Google Shape;81;p43"/>
          <p:cNvPicPr preferRelativeResize="0"/>
          <p:nvPr/>
        </p:nvPicPr>
        <p:blipFill rotWithShape="1">
          <a:blip r:embed="rId2">
            <a:alphaModFix/>
          </a:blip>
          <a:srcRect b="0" l="0" r="0" t="0"/>
          <a:stretch/>
        </p:blipFill>
        <p:spPr>
          <a:xfrm>
            <a:off x="0" y="-1"/>
            <a:ext cx="9144000" cy="6858001"/>
          </a:xfrm>
          <a:prstGeom prst="rect">
            <a:avLst/>
          </a:prstGeom>
          <a:noFill/>
          <a:ln>
            <a:noFill/>
          </a:ln>
        </p:spPr>
      </p:pic>
      <p:sp>
        <p:nvSpPr>
          <p:cNvPr id="82" name="Google Shape;82;p43"/>
          <p:cNvSpPr txBox="1"/>
          <p:nvPr>
            <p:ph type="title"/>
          </p:nvPr>
        </p:nvSpPr>
        <p:spPr>
          <a:xfrm>
            <a:off x="0" y="0"/>
            <a:ext cx="9144000" cy="1071546"/>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b="1" sz="3600">
                <a:solidFill>
                  <a:schemeClr val="dk2"/>
                </a:solidFill>
                <a:latin typeface="Microsoft Yahei"/>
                <a:ea typeface="Microsoft Yahei"/>
                <a:cs typeface="Microsoft Yahei"/>
                <a:sym typeface="Microsoft Yahei"/>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标题和内容">
  <p:cSld name="1_标题和内容">
    <p:bg>
      <p:bgPr>
        <a:gradFill>
          <a:gsLst>
            <a:gs pos="0">
              <a:srgbClr val="1E1EFF"/>
            </a:gs>
            <a:gs pos="100000">
              <a:srgbClr val="0000C1"/>
            </a:gs>
          </a:gsLst>
          <a:path path="circle">
            <a:fillToRect b="50%" l="50%" r="50%" t="50%"/>
          </a:path>
          <a:tileRect/>
        </a:gradFill>
      </p:bgPr>
    </p:bg>
    <p:spTree>
      <p:nvGrpSpPr>
        <p:cNvPr id="83" name="Shape 83"/>
        <p:cNvGrpSpPr/>
        <p:nvPr/>
      </p:nvGrpSpPr>
      <p:grpSpPr>
        <a:xfrm>
          <a:off x="0" y="0"/>
          <a:ext cx="0" cy="0"/>
          <a:chOff x="0" y="0"/>
          <a:chExt cx="0" cy="0"/>
        </a:xfrm>
      </p:grpSpPr>
      <p:sp>
        <p:nvSpPr>
          <p:cNvPr id="84" name="Google Shape;84;p44"/>
          <p:cNvSpPr txBox="1"/>
          <p:nvPr>
            <p:ph idx="10" type="dt"/>
          </p:nvPr>
        </p:nvSpPr>
        <p:spPr>
          <a:xfrm>
            <a:off x="457200" y="6356350"/>
            <a:ext cx="2133600" cy="365125"/>
          </a:xfrm>
          <a:prstGeom prst="rect">
            <a:avLst/>
          </a:prstGeom>
          <a:noFill/>
          <a:ln>
            <a:noFill/>
          </a:ln>
        </p:spPr>
        <p:txBody>
          <a:bodyPr anchorCtr="0" anchor="t" bIns="45700" lIns="91425" spcFirstLastPara="1" rIns="91425" wrap="square" tIns="45700">
            <a:noAutofit/>
          </a:bodyPr>
          <a:lstStyle>
            <a:lvl1pPr lvl="0" marR="0" rtl="0" algn="ctr">
              <a:spcBef>
                <a:spcPts val="1200"/>
              </a:spcBef>
              <a:spcAft>
                <a:spcPts val="0"/>
              </a:spcAft>
              <a:buSzPts val="1400"/>
              <a:buNone/>
              <a:defRPr sz="2400">
                <a:solidFill>
                  <a:schemeClr val="lt1"/>
                </a:solidFill>
                <a:latin typeface="Times New Roman"/>
                <a:ea typeface="Times New Roman"/>
                <a:cs typeface="Times New Roman"/>
                <a:sym typeface="Times New Roman"/>
              </a:defRPr>
            </a:lvl1pPr>
            <a:lvl2pPr lvl="1"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2pPr>
            <a:lvl3pPr lvl="2"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3pPr>
            <a:lvl4pPr lvl="3"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4pPr>
            <a:lvl5pPr lvl="4"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5pPr>
            <a:lvl6pPr lvl="5"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6pPr>
            <a:lvl7pPr lvl="6"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7pPr>
            <a:lvl8pPr lvl="7"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8pPr>
            <a:lvl9pPr lvl="8"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9pPr>
          </a:lstStyle>
          <a:p/>
        </p:txBody>
      </p:sp>
      <p:sp>
        <p:nvSpPr>
          <p:cNvPr id="85" name="Google Shape;85;p44"/>
          <p:cNvSpPr txBox="1"/>
          <p:nvPr>
            <p:ph idx="11" type="ftr"/>
          </p:nvPr>
        </p:nvSpPr>
        <p:spPr>
          <a:xfrm>
            <a:off x="3124200" y="6356350"/>
            <a:ext cx="2895600" cy="365125"/>
          </a:xfrm>
          <a:prstGeom prst="rect">
            <a:avLst/>
          </a:prstGeom>
          <a:noFill/>
          <a:ln>
            <a:noFill/>
          </a:ln>
        </p:spPr>
        <p:txBody>
          <a:bodyPr anchorCtr="0" anchor="t" bIns="45700" lIns="91425" spcFirstLastPara="1" rIns="91425" wrap="square" tIns="45700">
            <a:noAutofit/>
          </a:bodyPr>
          <a:lstStyle>
            <a:lvl1pPr lvl="0" marR="0" rtl="0" algn="ctr">
              <a:spcBef>
                <a:spcPts val="1200"/>
              </a:spcBef>
              <a:spcAft>
                <a:spcPts val="0"/>
              </a:spcAft>
              <a:buSzPts val="1400"/>
              <a:buNone/>
              <a:defRPr sz="2400">
                <a:solidFill>
                  <a:schemeClr val="lt1"/>
                </a:solidFill>
                <a:latin typeface="Times New Roman"/>
                <a:ea typeface="Times New Roman"/>
                <a:cs typeface="Times New Roman"/>
                <a:sym typeface="Times New Roman"/>
              </a:defRPr>
            </a:lvl1pPr>
            <a:lvl2pPr lvl="1"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2pPr>
            <a:lvl3pPr lvl="2"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3pPr>
            <a:lvl4pPr lvl="3"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4pPr>
            <a:lvl5pPr lvl="4"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5pPr>
            <a:lvl6pPr lvl="5"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6pPr>
            <a:lvl7pPr lvl="6"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7pPr>
            <a:lvl8pPr lvl="7"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8pPr>
            <a:lvl9pPr lvl="8"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9pPr>
          </a:lstStyle>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标题和内容">
  <p:cSld name="2_标题和内容">
    <p:spTree>
      <p:nvGrpSpPr>
        <p:cNvPr id="86" name="Shape 86"/>
        <p:cNvGrpSpPr/>
        <p:nvPr/>
      </p:nvGrpSpPr>
      <p:grpSpPr>
        <a:xfrm>
          <a:off x="0" y="0"/>
          <a:ext cx="0" cy="0"/>
          <a:chOff x="0" y="0"/>
          <a:chExt cx="0" cy="0"/>
        </a:xfrm>
      </p:grpSpPr>
      <p:sp>
        <p:nvSpPr>
          <p:cNvPr id="87" name="Google Shape;87;p45"/>
          <p:cNvSpPr txBox="1"/>
          <p:nvPr>
            <p:ph idx="10" type="dt"/>
          </p:nvPr>
        </p:nvSpPr>
        <p:spPr>
          <a:xfrm>
            <a:off x="457200" y="6356350"/>
            <a:ext cx="2133600" cy="365125"/>
          </a:xfrm>
          <a:prstGeom prst="rect">
            <a:avLst/>
          </a:prstGeom>
          <a:noFill/>
          <a:ln>
            <a:noFill/>
          </a:ln>
        </p:spPr>
        <p:txBody>
          <a:bodyPr anchorCtr="0" anchor="t" bIns="45700" lIns="91425" spcFirstLastPara="1" rIns="91425" wrap="square" tIns="45700">
            <a:noAutofit/>
          </a:bodyPr>
          <a:lstStyle>
            <a:lvl1pPr lvl="0" marR="0" rtl="0" algn="ctr">
              <a:spcBef>
                <a:spcPts val="1200"/>
              </a:spcBef>
              <a:spcAft>
                <a:spcPts val="0"/>
              </a:spcAft>
              <a:buSzPts val="1400"/>
              <a:buNone/>
              <a:defRPr sz="2400">
                <a:solidFill>
                  <a:schemeClr val="lt1"/>
                </a:solidFill>
                <a:latin typeface="Times New Roman"/>
                <a:ea typeface="Times New Roman"/>
                <a:cs typeface="Times New Roman"/>
                <a:sym typeface="Times New Roman"/>
              </a:defRPr>
            </a:lvl1pPr>
            <a:lvl2pPr lvl="1"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2pPr>
            <a:lvl3pPr lvl="2"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3pPr>
            <a:lvl4pPr lvl="3"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4pPr>
            <a:lvl5pPr lvl="4"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5pPr>
            <a:lvl6pPr lvl="5"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6pPr>
            <a:lvl7pPr lvl="6"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7pPr>
            <a:lvl8pPr lvl="7"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8pPr>
            <a:lvl9pPr lvl="8"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9pPr>
          </a:lstStyle>
          <a:p/>
        </p:txBody>
      </p:sp>
      <p:sp>
        <p:nvSpPr>
          <p:cNvPr id="88" name="Google Shape;88;p45"/>
          <p:cNvSpPr txBox="1"/>
          <p:nvPr>
            <p:ph idx="11" type="ftr"/>
          </p:nvPr>
        </p:nvSpPr>
        <p:spPr>
          <a:xfrm>
            <a:off x="3124200" y="6356350"/>
            <a:ext cx="2895600" cy="365125"/>
          </a:xfrm>
          <a:prstGeom prst="rect">
            <a:avLst/>
          </a:prstGeom>
          <a:noFill/>
          <a:ln>
            <a:noFill/>
          </a:ln>
        </p:spPr>
        <p:txBody>
          <a:bodyPr anchorCtr="0" anchor="t" bIns="45700" lIns="91425" spcFirstLastPara="1" rIns="91425" wrap="square" tIns="45700">
            <a:noAutofit/>
          </a:bodyPr>
          <a:lstStyle>
            <a:lvl1pPr lvl="0" marR="0" rtl="0" algn="ctr">
              <a:spcBef>
                <a:spcPts val="1200"/>
              </a:spcBef>
              <a:spcAft>
                <a:spcPts val="0"/>
              </a:spcAft>
              <a:buSzPts val="1400"/>
              <a:buNone/>
              <a:defRPr sz="2400">
                <a:solidFill>
                  <a:schemeClr val="lt1"/>
                </a:solidFill>
                <a:latin typeface="Times New Roman"/>
                <a:ea typeface="Times New Roman"/>
                <a:cs typeface="Times New Roman"/>
                <a:sym typeface="Times New Roman"/>
              </a:defRPr>
            </a:lvl1pPr>
            <a:lvl2pPr lvl="1"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2pPr>
            <a:lvl3pPr lvl="2"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3pPr>
            <a:lvl4pPr lvl="3"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4pPr>
            <a:lvl5pPr lvl="4" marR="0" rtl="0" algn="ctr">
              <a:spcBef>
                <a:spcPts val="120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5pPr>
            <a:lvl6pPr lvl="5"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6pPr>
            <a:lvl7pPr lvl="6"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7pPr>
            <a:lvl8pPr lvl="7"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8pPr>
            <a:lvl9pPr lvl="8" marR="0" rtl="0" algn="l">
              <a:spcBef>
                <a:spcPts val="0"/>
              </a:spcBef>
              <a:spcAft>
                <a:spcPts val="0"/>
              </a:spcAft>
              <a:buSzPts val="1400"/>
              <a:buNone/>
              <a:defRPr b="0" i="0" sz="2400" u="none" cap="none" strike="noStrike">
                <a:solidFill>
                  <a:schemeClr val="lt1"/>
                </a:solidFill>
                <a:latin typeface="Times New Roman"/>
                <a:ea typeface="Times New Roman"/>
                <a:cs typeface="Times New Roman"/>
                <a:sym typeface="Times New Roman"/>
              </a:defRPr>
            </a:lvl9pPr>
          </a:lstStyle>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幻灯片" type="title">
  <p:cSld name="TITLE">
    <p:spTree>
      <p:nvGrpSpPr>
        <p:cNvPr id="94" name="Shape 94"/>
        <p:cNvGrpSpPr/>
        <p:nvPr/>
      </p:nvGrpSpPr>
      <p:grpSpPr>
        <a:xfrm>
          <a:off x="0" y="0"/>
          <a:ext cx="0" cy="0"/>
          <a:chOff x="0" y="0"/>
          <a:chExt cx="0" cy="0"/>
        </a:xfrm>
      </p:grpSpPr>
      <p:sp>
        <p:nvSpPr>
          <p:cNvPr id="95" name="Google Shape;95;p47"/>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96" name="Google Shape;96;p47"/>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spAutoFit/>
          </a:bodyPr>
          <a:lstStyle>
            <a:lvl1pPr lvl="0" algn="ctr">
              <a:lnSpc>
                <a:spcPct val="120000"/>
              </a:lnSpc>
              <a:spcBef>
                <a:spcPts val="1400"/>
              </a:spcBef>
              <a:spcAft>
                <a:spcPts val="0"/>
              </a:spcAft>
              <a:buSzPts val="2240"/>
              <a:buNone/>
              <a:defRPr/>
            </a:lvl1pPr>
            <a:lvl2pPr lvl="1" algn="ctr">
              <a:lnSpc>
                <a:spcPct val="120000"/>
              </a:lnSpc>
              <a:spcBef>
                <a:spcPts val="480"/>
              </a:spcBef>
              <a:spcAft>
                <a:spcPts val="0"/>
              </a:spcAft>
              <a:buSzPts val="1920"/>
              <a:buNone/>
              <a:defRPr/>
            </a:lvl2pPr>
            <a:lvl3pPr lvl="2" algn="ctr">
              <a:lnSpc>
                <a:spcPct val="120000"/>
              </a:lnSpc>
              <a:spcBef>
                <a:spcPts val="400"/>
              </a:spcBef>
              <a:spcAft>
                <a:spcPts val="0"/>
              </a:spcAft>
              <a:buSzPts val="1600"/>
              <a:buNone/>
              <a:defRPr/>
            </a:lvl3pPr>
            <a:lvl4pPr lvl="3" algn="ctr">
              <a:lnSpc>
                <a:spcPct val="120000"/>
              </a:lnSpc>
              <a:spcBef>
                <a:spcPts val="400"/>
              </a:spcBef>
              <a:spcAft>
                <a:spcPts val="0"/>
              </a:spcAft>
              <a:buSzPts val="1600"/>
              <a:buNone/>
              <a:defRPr/>
            </a:lvl4pPr>
            <a:lvl5pPr lvl="4" algn="ctr">
              <a:lnSpc>
                <a:spcPct val="120000"/>
              </a:lnSpc>
              <a:spcBef>
                <a:spcPts val="320"/>
              </a:spcBef>
              <a:spcAft>
                <a:spcPts val="0"/>
              </a:spcAft>
              <a:buSzPts val="1280"/>
              <a:buNone/>
              <a:defRPr/>
            </a:lvl5pPr>
            <a:lvl6pPr lvl="5" algn="ctr">
              <a:lnSpc>
                <a:spcPct val="120000"/>
              </a:lnSpc>
              <a:spcBef>
                <a:spcPts val="320"/>
              </a:spcBef>
              <a:spcAft>
                <a:spcPts val="0"/>
              </a:spcAft>
              <a:buSzPts val="1280"/>
              <a:buNone/>
              <a:defRPr/>
            </a:lvl6pPr>
            <a:lvl7pPr lvl="6" algn="ctr">
              <a:lnSpc>
                <a:spcPct val="120000"/>
              </a:lnSpc>
              <a:spcBef>
                <a:spcPts val="320"/>
              </a:spcBef>
              <a:spcAft>
                <a:spcPts val="0"/>
              </a:spcAft>
              <a:buSzPts val="1280"/>
              <a:buNone/>
              <a:defRPr/>
            </a:lvl7pPr>
            <a:lvl8pPr lvl="7" algn="ctr">
              <a:lnSpc>
                <a:spcPct val="120000"/>
              </a:lnSpc>
              <a:spcBef>
                <a:spcPts val="320"/>
              </a:spcBef>
              <a:spcAft>
                <a:spcPts val="0"/>
              </a:spcAft>
              <a:buSzPts val="1280"/>
              <a:buNone/>
              <a:defRPr/>
            </a:lvl8pPr>
            <a:lvl9pPr lvl="8" algn="ctr">
              <a:lnSpc>
                <a:spcPct val="120000"/>
              </a:lnSpc>
              <a:spcBef>
                <a:spcPts val="320"/>
              </a:spcBef>
              <a:spcAft>
                <a:spcPts val="0"/>
              </a:spcAft>
              <a:buSzPts val="1280"/>
              <a:buNone/>
              <a:defRPr/>
            </a:lvl9pPr>
          </a:lstStyle>
          <a:p/>
        </p:txBody>
      </p:sp>
      <p:sp>
        <p:nvSpPr>
          <p:cNvPr id="97" name="Google Shape;97;p47"/>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内容" type="obj">
  <p:cSld name="OBJECT">
    <p:spTree>
      <p:nvGrpSpPr>
        <p:cNvPr id="98" name="Shape 98"/>
        <p:cNvGrpSpPr/>
        <p:nvPr/>
      </p:nvGrpSpPr>
      <p:grpSpPr>
        <a:xfrm>
          <a:off x="0" y="0"/>
          <a:ext cx="0" cy="0"/>
          <a:chOff x="0" y="0"/>
          <a:chExt cx="0" cy="0"/>
        </a:xfrm>
      </p:grpSpPr>
      <p:sp>
        <p:nvSpPr>
          <p:cNvPr id="99" name="Google Shape;99;p48"/>
          <p:cNvSpPr txBox="1"/>
          <p:nvPr>
            <p:ph type="title"/>
          </p:nvPr>
        </p:nvSpPr>
        <p:spPr>
          <a:xfrm>
            <a:off x="0" y="115888"/>
            <a:ext cx="8675688" cy="649287"/>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00" name="Google Shape;100;p48"/>
          <p:cNvSpPr txBox="1"/>
          <p:nvPr>
            <p:ph idx="1" type="body"/>
          </p:nvPr>
        </p:nvSpPr>
        <p:spPr>
          <a:xfrm>
            <a:off x="325438" y="1087438"/>
            <a:ext cx="8207375" cy="2270125"/>
          </a:xfrm>
          <a:prstGeom prst="rect">
            <a:avLst/>
          </a:prstGeom>
          <a:noFill/>
          <a:ln>
            <a:noFill/>
          </a:ln>
        </p:spPr>
        <p:txBody>
          <a:bodyPr anchorCtr="0" anchor="t" bIns="45700" lIns="91425" spcFirstLastPara="1" rIns="91425" wrap="square" tIns="45700">
            <a:spAutoFit/>
          </a:bodyPr>
          <a:lstStyle>
            <a:lvl1pPr indent="-320040" lvl="0" marL="457200" algn="l">
              <a:lnSpc>
                <a:spcPct val="120000"/>
              </a:lnSpc>
              <a:spcBef>
                <a:spcPts val="900"/>
              </a:spcBef>
              <a:spcAft>
                <a:spcPts val="0"/>
              </a:spcAft>
              <a:buSzPts val="1440"/>
              <a:buChar char="■"/>
              <a:defRPr/>
            </a:lvl1pPr>
            <a:lvl2pPr indent="-320040" lvl="1" marL="914400" algn="l">
              <a:lnSpc>
                <a:spcPct val="120000"/>
              </a:lnSpc>
              <a:spcBef>
                <a:spcPts val="360"/>
              </a:spcBef>
              <a:spcAft>
                <a:spcPts val="0"/>
              </a:spcAft>
              <a:buSzPts val="1440"/>
              <a:buChar char="■"/>
              <a:defRPr/>
            </a:lvl2pPr>
            <a:lvl3pPr indent="-320039" lvl="2" marL="1371600" algn="l">
              <a:lnSpc>
                <a:spcPct val="120000"/>
              </a:lnSpc>
              <a:spcBef>
                <a:spcPts val="360"/>
              </a:spcBef>
              <a:spcAft>
                <a:spcPts val="0"/>
              </a:spcAft>
              <a:buSzPts val="1440"/>
              <a:buChar char="■"/>
              <a:defRPr/>
            </a:lvl3pPr>
            <a:lvl4pPr indent="-320039" lvl="3" marL="1828800" algn="l">
              <a:lnSpc>
                <a:spcPct val="120000"/>
              </a:lnSpc>
              <a:spcBef>
                <a:spcPts val="360"/>
              </a:spcBef>
              <a:spcAft>
                <a:spcPts val="0"/>
              </a:spcAft>
              <a:buSzPts val="1440"/>
              <a:buChar char="■"/>
              <a:defRPr/>
            </a:lvl4pPr>
            <a:lvl5pPr indent="-320039" lvl="4" marL="2286000" algn="l">
              <a:lnSpc>
                <a:spcPct val="120000"/>
              </a:lnSpc>
              <a:spcBef>
                <a:spcPts val="360"/>
              </a:spcBef>
              <a:spcAft>
                <a:spcPts val="0"/>
              </a:spcAft>
              <a:buSzPts val="1440"/>
              <a:buChar char="■"/>
              <a:defRPr/>
            </a:lvl5pPr>
            <a:lvl6pPr indent="-320039" lvl="5" marL="2743200" algn="l">
              <a:lnSpc>
                <a:spcPct val="120000"/>
              </a:lnSpc>
              <a:spcBef>
                <a:spcPts val="360"/>
              </a:spcBef>
              <a:spcAft>
                <a:spcPts val="0"/>
              </a:spcAft>
              <a:buSzPts val="1440"/>
              <a:buChar char="■"/>
              <a:defRPr/>
            </a:lvl6pPr>
            <a:lvl7pPr indent="-320039" lvl="6" marL="3200400" algn="l">
              <a:lnSpc>
                <a:spcPct val="120000"/>
              </a:lnSpc>
              <a:spcBef>
                <a:spcPts val="360"/>
              </a:spcBef>
              <a:spcAft>
                <a:spcPts val="0"/>
              </a:spcAft>
              <a:buSzPts val="1440"/>
              <a:buChar char="■"/>
              <a:defRPr/>
            </a:lvl7pPr>
            <a:lvl8pPr indent="-320040" lvl="7" marL="3657600" algn="l">
              <a:lnSpc>
                <a:spcPct val="120000"/>
              </a:lnSpc>
              <a:spcBef>
                <a:spcPts val="360"/>
              </a:spcBef>
              <a:spcAft>
                <a:spcPts val="0"/>
              </a:spcAft>
              <a:buSzPts val="1440"/>
              <a:buChar char="■"/>
              <a:defRPr/>
            </a:lvl8pPr>
            <a:lvl9pPr indent="-320040" lvl="8" marL="4114800" algn="l">
              <a:lnSpc>
                <a:spcPct val="120000"/>
              </a:lnSpc>
              <a:spcBef>
                <a:spcPts val="360"/>
              </a:spcBef>
              <a:spcAft>
                <a:spcPts val="0"/>
              </a:spcAft>
              <a:buSzPts val="1440"/>
              <a:buChar char="■"/>
              <a:defRPr/>
            </a:lvl9pPr>
          </a:lstStyle>
          <a:p/>
        </p:txBody>
      </p:sp>
      <p:sp>
        <p:nvSpPr>
          <p:cNvPr id="101" name="Google Shape;101;p48"/>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节标题" type="secHead">
  <p:cSld name="SECTION_HEADER">
    <p:spTree>
      <p:nvGrpSpPr>
        <p:cNvPr id="102" name="Shape 102"/>
        <p:cNvGrpSpPr/>
        <p:nvPr/>
      </p:nvGrpSpPr>
      <p:grpSpPr>
        <a:xfrm>
          <a:off x="0" y="0"/>
          <a:ext cx="0" cy="0"/>
          <a:chOff x="0" y="0"/>
          <a:chExt cx="0" cy="0"/>
        </a:xfrm>
      </p:grpSpPr>
      <p:sp>
        <p:nvSpPr>
          <p:cNvPr id="103" name="Google Shape;103;p49"/>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04" name="Google Shape;104;p49"/>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spAutoFit/>
          </a:bodyPr>
          <a:lstStyle>
            <a:lvl1pPr indent="-228600" lvl="0" marL="457200" algn="l">
              <a:lnSpc>
                <a:spcPct val="120000"/>
              </a:lnSpc>
              <a:spcBef>
                <a:spcPts val="1000"/>
              </a:spcBef>
              <a:spcAft>
                <a:spcPts val="0"/>
              </a:spcAft>
              <a:buSzPts val="1600"/>
              <a:buNone/>
              <a:defRPr sz="2000"/>
            </a:lvl1pPr>
            <a:lvl2pPr indent="-228600" lvl="1" marL="914400" algn="l">
              <a:lnSpc>
                <a:spcPct val="120000"/>
              </a:lnSpc>
              <a:spcBef>
                <a:spcPts val="360"/>
              </a:spcBef>
              <a:spcAft>
                <a:spcPts val="0"/>
              </a:spcAft>
              <a:buSzPts val="1440"/>
              <a:buNone/>
              <a:defRPr sz="1800"/>
            </a:lvl2pPr>
            <a:lvl3pPr indent="-228600" lvl="2" marL="1371600" algn="l">
              <a:lnSpc>
                <a:spcPct val="120000"/>
              </a:lnSpc>
              <a:spcBef>
                <a:spcPts val="320"/>
              </a:spcBef>
              <a:spcAft>
                <a:spcPts val="0"/>
              </a:spcAft>
              <a:buSzPts val="1280"/>
              <a:buNone/>
              <a:defRPr sz="1600"/>
            </a:lvl3pPr>
            <a:lvl4pPr indent="-228600" lvl="3" marL="1828800" algn="l">
              <a:lnSpc>
                <a:spcPct val="120000"/>
              </a:lnSpc>
              <a:spcBef>
                <a:spcPts val="280"/>
              </a:spcBef>
              <a:spcAft>
                <a:spcPts val="0"/>
              </a:spcAft>
              <a:buSzPts val="1120"/>
              <a:buNone/>
              <a:defRPr sz="1400"/>
            </a:lvl4pPr>
            <a:lvl5pPr indent="-228600" lvl="4" marL="2286000" algn="l">
              <a:lnSpc>
                <a:spcPct val="120000"/>
              </a:lnSpc>
              <a:spcBef>
                <a:spcPts val="280"/>
              </a:spcBef>
              <a:spcAft>
                <a:spcPts val="0"/>
              </a:spcAft>
              <a:buSzPts val="1120"/>
              <a:buNone/>
              <a:defRPr sz="1400"/>
            </a:lvl5pPr>
            <a:lvl6pPr indent="-228600" lvl="5" marL="2743200" algn="l">
              <a:lnSpc>
                <a:spcPct val="120000"/>
              </a:lnSpc>
              <a:spcBef>
                <a:spcPts val="280"/>
              </a:spcBef>
              <a:spcAft>
                <a:spcPts val="0"/>
              </a:spcAft>
              <a:buSzPts val="1120"/>
              <a:buNone/>
              <a:defRPr sz="1400"/>
            </a:lvl6pPr>
            <a:lvl7pPr indent="-228600" lvl="6" marL="3200400" algn="l">
              <a:lnSpc>
                <a:spcPct val="120000"/>
              </a:lnSpc>
              <a:spcBef>
                <a:spcPts val="280"/>
              </a:spcBef>
              <a:spcAft>
                <a:spcPts val="0"/>
              </a:spcAft>
              <a:buSzPts val="1120"/>
              <a:buNone/>
              <a:defRPr sz="1400"/>
            </a:lvl7pPr>
            <a:lvl8pPr indent="-228600" lvl="7" marL="3657600" algn="l">
              <a:lnSpc>
                <a:spcPct val="120000"/>
              </a:lnSpc>
              <a:spcBef>
                <a:spcPts val="280"/>
              </a:spcBef>
              <a:spcAft>
                <a:spcPts val="0"/>
              </a:spcAft>
              <a:buSzPts val="1120"/>
              <a:buNone/>
              <a:defRPr sz="1400"/>
            </a:lvl8pPr>
            <a:lvl9pPr indent="-228600" lvl="8" marL="4114800" algn="l">
              <a:lnSpc>
                <a:spcPct val="120000"/>
              </a:lnSpc>
              <a:spcBef>
                <a:spcPts val="280"/>
              </a:spcBef>
              <a:spcAft>
                <a:spcPts val="0"/>
              </a:spcAft>
              <a:buSzPts val="1120"/>
              <a:buNone/>
              <a:defRPr sz="1400"/>
            </a:lvl9pPr>
          </a:lstStyle>
          <a:p/>
        </p:txBody>
      </p:sp>
      <p:sp>
        <p:nvSpPr>
          <p:cNvPr id="105" name="Google Shape;105;p49"/>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两栏内容" type="twoObj">
  <p:cSld name="TWO_OBJECTS">
    <p:spTree>
      <p:nvGrpSpPr>
        <p:cNvPr id="106" name="Shape 106"/>
        <p:cNvGrpSpPr/>
        <p:nvPr/>
      </p:nvGrpSpPr>
      <p:grpSpPr>
        <a:xfrm>
          <a:off x="0" y="0"/>
          <a:ext cx="0" cy="0"/>
          <a:chOff x="0" y="0"/>
          <a:chExt cx="0" cy="0"/>
        </a:xfrm>
      </p:grpSpPr>
      <p:sp>
        <p:nvSpPr>
          <p:cNvPr id="107" name="Google Shape;107;p50"/>
          <p:cNvSpPr txBox="1"/>
          <p:nvPr>
            <p:ph type="title"/>
          </p:nvPr>
        </p:nvSpPr>
        <p:spPr>
          <a:xfrm>
            <a:off x="0" y="115888"/>
            <a:ext cx="8675688" cy="649287"/>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08" name="Google Shape;108;p50"/>
          <p:cNvSpPr txBox="1"/>
          <p:nvPr>
            <p:ph idx="1" type="body"/>
          </p:nvPr>
        </p:nvSpPr>
        <p:spPr>
          <a:xfrm>
            <a:off x="325438" y="1087438"/>
            <a:ext cx="4027487" cy="2270125"/>
          </a:xfrm>
          <a:prstGeom prst="rect">
            <a:avLst/>
          </a:prstGeom>
          <a:noFill/>
          <a:ln>
            <a:noFill/>
          </a:ln>
        </p:spPr>
        <p:txBody>
          <a:bodyPr anchorCtr="0" anchor="t" bIns="45700" lIns="91425" spcFirstLastPara="1" rIns="91425" wrap="square" tIns="45700">
            <a:spAutoFit/>
          </a:bodyPr>
          <a:lstStyle>
            <a:lvl1pPr indent="-370840" lvl="0" marL="457200" algn="l">
              <a:lnSpc>
                <a:spcPct val="120000"/>
              </a:lnSpc>
              <a:spcBef>
                <a:spcPts val="1400"/>
              </a:spcBef>
              <a:spcAft>
                <a:spcPts val="0"/>
              </a:spcAft>
              <a:buSzPts val="2240"/>
              <a:buChar char="■"/>
              <a:defRPr sz="2800"/>
            </a:lvl1pPr>
            <a:lvl2pPr indent="-350519" lvl="1" marL="914400" algn="l">
              <a:lnSpc>
                <a:spcPct val="120000"/>
              </a:lnSpc>
              <a:spcBef>
                <a:spcPts val="480"/>
              </a:spcBef>
              <a:spcAft>
                <a:spcPts val="0"/>
              </a:spcAft>
              <a:buSzPts val="1920"/>
              <a:buChar char="■"/>
              <a:defRPr sz="2400"/>
            </a:lvl2pPr>
            <a:lvl3pPr indent="-330200" lvl="2" marL="1371600" algn="l">
              <a:lnSpc>
                <a:spcPct val="120000"/>
              </a:lnSpc>
              <a:spcBef>
                <a:spcPts val="400"/>
              </a:spcBef>
              <a:spcAft>
                <a:spcPts val="0"/>
              </a:spcAft>
              <a:buSzPts val="1600"/>
              <a:buChar char="■"/>
              <a:defRPr sz="2000"/>
            </a:lvl3pPr>
            <a:lvl4pPr indent="-320039" lvl="3" marL="1828800" algn="l">
              <a:lnSpc>
                <a:spcPct val="120000"/>
              </a:lnSpc>
              <a:spcBef>
                <a:spcPts val="360"/>
              </a:spcBef>
              <a:spcAft>
                <a:spcPts val="0"/>
              </a:spcAft>
              <a:buSzPts val="1440"/>
              <a:buChar char="■"/>
              <a:defRPr sz="1800"/>
            </a:lvl4pPr>
            <a:lvl5pPr indent="-320039" lvl="4" marL="2286000" algn="l">
              <a:lnSpc>
                <a:spcPct val="120000"/>
              </a:lnSpc>
              <a:spcBef>
                <a:spcPts val="360"/>
              </a:spcBef>
              <a:spcAft>
                <a:spcPts val="0"/>
              </a:spcAft>
              <a:buSzPts val="1440"/>
              <a:buChar char="■"/>
              <a:defRPr sz="1800"/>
            </a:lvl5pPr>
            <a:lvl6pPr indent="-320039" lvl="5" marL="2743200" algn="l">
              <a:lnSpc>
                <a:spcPct val="120000"/>
              </a:lnSpc>
              <a:spcBef>
                <a:spcPts val="360"/>
              </a:spcBef>
              <a:spcAft>
                <a:spcPts val="0"/>
              </a:spcAft>
              <a:buSzPts val="1440"/>
              <a:buChar char="■"/>
              <a:defRPr sz="1800"/>
            </a:lvl6pPr>
            <a:lvl7pPr indent="-320039" lvl="6" marL="3200400" algn="l">
              <a:lnSpc>
                <a:spcPct val="120000"/>
              </a:lnSpc>
              <a:spcBef>
                <a:spcPts val="360"/>
              </a:spcBef>
              <a:spcAft>
                <a:spcPts val="0"/>
              </a:spcAft>
              <a:buSzPts val="1440"/>
              <a:buChar char="■"/>
              <a:defRPr sz="1800"/>
            </a:lvl7pPr>
            <a:lvl8pPr indent="-320040" lvl="7" marL="3657600" algn="l">
              <a:lnSpc>
                <a:spcPct val="120000"/>
              </a:lnSpc>
              <a:spcBef>
                <a:spcPts val="360"/>
              </a:spcBef>
              <a:spcAft>
                <a:spcPts val="0"/>
              </a:spcAft>
              <a:buSzPts val="1440"/>
              <a:buChar char="■"/>
              <a:defRPr sz="1800"/>
            </a:lvl8pPr>
            <a:lvl9pPr indent="-320040" lvl="8" marL="4114800" algn="l">
              <a:lnSpc>
                <a:spcPct val="120000"/>
              </a:lnSpc>
              <a:spcBef>
                <a:spcPts val="360"/>
              </a:spcBef>
              <a:spcAft>
                <a:spcPts val="0"/>
              </a:spcAft>
              <a:buSzPts val="1440"/>
              <a:buChar char="■"/>
              <a:defRPr sz="1800"/>
            </a:lvl9pPr>
          </a:lstStyle>
          <a:p/>
        </p:txBody>
      </p:sp>
      <p:sp>
        <p:nvSpPr>
          <p:cNvPr id="109" name="Google Shape;109;p50"/>
          <p:cNvSpPr txBox="1"/>
          <p:nvPr>
            <p:ph idx="2" type="body"/>
          </p:nvPr>
        </p:nvSpPr>
        <p:spPr>
          <a:xfrm>
            <a:off x="4505325" y="1087438"/>
            <a:ext cx="4027488" cy="2270125"/>
          </a:xfrm>
          <a:prstGeom prst="rect">
            <a:avLst/>
          </a:prstGeom>
          <a:noFill/>
          <a:ln>
            <a:noFill/>
          </a:ln>
        </p:spPr>
        <p:txBody>
          <a:bodyPr anchorCtr="0" anchor="t" bIns="45700" lIns="91425" spcFirstLastPara="1" rIns="91425" wrap="square" tIns="45700">
            <a:spAutoFit/>
          </a:bodyPr>
          <a:lstStyle>
            <a:lvl1pPr indent="-370840" lvl="0" marL="457200" algn="l">
              <a:lnSpc>
                <a:spcPct val="120000"/>
              </a:lnSpc>
              <a:spcBef>
                <a:spcPts val="1400"/>
              </a:spcBef>
              <a:spcAft>
                <a:spcPts val="0"/>
              </a:spcAft>
              <a:buSzPts val="2240"/>
              <a:buChar char="■"/>
              <a:defRPr sz="2800"/>
            </a:lvl1pPr>
            <a:lvl2pPr indent="-350519" lvl="1" marL="914400" algn="l">
              <a:lnSpc>
                <a:spcPct val="120000"/>
              </a:lnSpc>
              <a:spcBef>
                <a:spcPts val="480"/>
              </a:spcBef>
              <a:spcAft>
                <a:spcPts val="0"/>
              </a:spcAft>
              <a:buSzPts val="1920"/>
              <a:buChar char="■"/>
              <a:defRPr sz="2400"/>
            </a:lvl2pPr>
            <a:lvl3pPr indent="-330200" lvl="2" marL="1371600" algn="l">
              <a:lnSpc>
                <a:spcPct val="120000"/>
              </a:lnSpc>
              <a:spcBef>
                <a:spcPts val="400"/>
              </a:spcBef>
              <a:spcAft>
                <a:spcPts val="0"/>
              </a:spcAft>
              <a:buSzPts val="1600"/>
              <a:buChar char="■"/>
              <a:defRPr sz="2000"/>
            </a:lvl3pPr>
            <a:lvl4pPr indent="-320039" lvl="3" marL="1828800" algn="l">
              <a:lnSpc>
                <a:spcPct val="120000"/>
              </a:lnSpc>
              <a:spcBef>
                <a:spcPts val="360"/>
              </a:spcBef>
              <a:spcAft>
                <a:spcPts val="0"/>
              </a:spcAft>
              <a:buSzPts val="1440"/>
              <a:buChar char="■"/>
              <a:defRPr sz="1800"/>
            </a:lvl4pPr>
            <a:lvl5pPr indent="-320039" lvl="4" marL="2286000" algn="l">
              <a:lnSpc>
                <a:spcPct val="120000"/>
              </a:lnSpc>
              <a:spcBef>
                <a:spcPts val="360"/>
              </a:spcBef>
              <a:spcAft>
                <a:spcPts val="0"/>
              </a:spcAft>
              <a:buSzPts val="1440"/>
              <a:buChar char="■"/>
              <a:defRPr sz="1800"/>
            </a:lvl5pPr>
            <a:lvl6pPr indent="-320039" lvl="5" marL="2743200" algn="l">
              <a:lnSpc>
                <a:spcPct val="120000"/>
              </a:lnSpc>
              <a:spcBef>
                <a:spcPts val="360"/>
              </a:spcBef>
              <a:spcAft>
                <a:spcPts val="0"/>
              </a:spcAft>
              <a:buSzPts val="1440"/>
              <a:buChar char="■"/>
              <a:defRPr sz="1800"/>
            </a:lvl6pPr>
            <a:lvl7pPr indent="-320039" lvl="6" marL="3200400" algn="l">
              <a:lnSpc>
                <a:spcPct val="120000"/>
              </a:lnSpc>
              <a:spcBef>
                <a:spcPts val="360"/>
              </a:spcBef>
              <a:spcAft>
                <a:spcPts val="0"/>
              </a:spcAft>
              <a:buSzPts val="1440"/>
              <a:buChar char="■"/>
              <a:defRPr sz="1800"/>
            </a:lvl7pPr>
            <a:lvl8pPr indent="-320040" lvl="7" marL="3657600" algn="l">
              <a:lnSpc>
                <a:spcPct val="120000"/>
              </a:lnSpc>
              <a:spcBef>
                <a:spcPts val="360"/>
              </a:spcBef>
              <a:spcAft>
                <a:spcPts val="0"/>
              </a:spcAft>
              <a:buSzPts val="1440"/>
              <a:buChar char="■"/>
              <a:defRPr sz="1800"/>
            </a:lvl8pPr>
            <a:lvl9pPr indent="-320040" lvl="8" marL="4114800" algn="l">
              <a:lnSpc>
                <a:spcPct val="120000"/>
              </a:lnSpc>
              <a:spcBef>
                <a:spcPts val="360"/>
              </a:spcBef>
              <a:spcAft>
                <a:spcPts val="0"/>
              </a:spcAft>
              <a:buSzPts val="1440"/>
              <a:buChar char="■"/>
              <a:defRPr sz="1800"/>
            </a:lvl9pPr>
          </a:lstStyle>
          <a:p/>
        </p:txBody>
      </p:sp>
      <p:sp>
        <p:nvSpPr>
          <p:cNvPr id="110" name="Google Shape;110;p50"/>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较" type="twoTxTwoObj">
  <p:cSld name="TWO_OBJECTS_WITH_TEXT">
    <p:spTree>
      <p:nvGrpSpPr>
        <p:cNvPr id="111" name="Shape 111"/>
        <p:cNvGrpSpPr/>
        <p:nvPr/>
      </p:nvGrpSpPr>
      <p:grpSpPr>
        <a:xfrm>
          <a:off x="0" y="0"/>
          <a:ext cx="0" cy="0"/>
          <a:chOff x="0" y="0"/>
          <a:chExt cx="0" cy="0"/>
        </a:xfrm>
      </p:grpSpPr>
      <p:sp>
        <p:nvSpPr>
          <p:cNvPr id="112" name="Google Shape;112;p5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13" name="Google Shape;113;p51"/>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spAutoFit/>
          </a:bodyPr>
          <a:lstStyle>
            <a:lvl1pPr indent="-228600" lvl="0" marL="457200" algn="l">
              <a:lnSpc>
                <a:spcPct val="120000"/>
              </a:lnSpc>
              <a:spcBef>
                <a:spcPts val="1200"/>
              </a:spcBef>
              <a:spcAft>
                <a:spcPts val="0"/>
              </a:spcAft>
              <a:buSzPts val="1920"/>
              <a:buNone/>
              <a:defRPr b="1" sz="2400"/>
            </a:lvl1pPr>
            <a:lvl2pPr indent="-228600" lvl="1" marL="914400" algn="l">
              <a:lnSpc>
                <a:spcPct val="120000"/>
              </a:lnSpc>
              <a:spcBef>
                <a:spcPts val="400"/>
              </a:spcBef>
              <a:spcAft>
                <a:spcPts val="0"/>
              </a:spcAft>
              <a:buSzPts val="1600"/>
              <a:buNone/>
              <a:defRPr b="1" sz="2000"/>
            </a:lvl2pPr>
            <a:lvl3pPr indent="-228600" lvl="2" marL="1371600" algn="l">
              <a:lnSpc>
                <a:spcPct val="120000"/>
              </a:lnSpc>
              <a:spcBef>
                <a:spcPts val="360"/>
              </a:spcBef>
              <a:spcAft>
                <a:spcPts val="0"/>
              </a:spcAft>
              <a:buSzPts val="1440"/>
              <a:buNone/>
              <a:defRPr b="1" sz="1800"/>
            </a:lvl3pPr>
            <a:lvl4pPr indent="-228600" lvl="3" marL="1828800" algn="l">
              <a:lnSpc>
                <a:spcPct val="120000"/>
              </a:lnSpc>
              <a:spcBef>
                <a:spcPts val="320"/>
              </a:spcBef>
              <a:spcAft>
                <a:spcPts val="0"/>
              </a:spcAft>
              <a:buSzPts val="1280"/>
              <a:buNone/>
              <a:defRPr b="1" sz="1600"/>
            </a:lvl4pPr>
            <a:lvl5pPr indent="-228600" lvl="4" marL="2286000" algn="l">
              <a:lnSpc>
                <a:spcPct val="120000"/>
              </a:lnSpc>
              <a:spcBef>
                <a:spcPts val="320"/>
              </a:spcBef>
              <a:spcAft>
                <a:spcPts val="0"/>
              </a:spcAft>
              <a:buSzPts val="1280"/>
              <a:buNone/>
              <a:defRPr b="1" sz="1600"/>
            </a:lvl5pPr>
            <a:lvl6pPr indent="-228600" lvl="5" marL="2743200" algn="l">
              <a:lnSpc>
                <a:spcPct val="120000"/>
              </a:lnSpc>
              <a:spcBef>
                <a:spcPts val="320"/>
              </a:spcBef>
              <a:spcAft>
                <a:spcPts val="0"/>
              </a:spcAft>
              <a:buSzPts val="1280"/>
              <a:buNone/>
              <a:defRPr b="1" sz="1600"/>
            </a:lvl6pPr>
            <a:lvl7pPr indent="-228600" lvl="6" marL="3200400" algn="l">
              <a:lnSpc>
                <a:spcPct val="120000"/>
              </a:lnSpc>
              <a:spcBef>
                <a:spcPts val="320"/>
              </a:spcBef>
              <a:spcAft>
                <a:spcPts val="0"/>
              </a:spcAft>
              <a:buSzPts val="1280"/>
              <a:buNone/>
              <a:defRPr b="1" sz="1600"/>
            </a:lvl7pPr>
            <a:lvl8pPr indent="-228600" lvl="7" marL="3657600" algn="l">
              <a:lnSpc>
                <a:spcPct val="120000"/>
              </a:lnSpc>
              <a:spcBef>
                <a:spcPts val="320"/>
              </a:spcBef>
              <a:spcAft>
                <a:spcPts val="0"/>
              </a:spcAft>
              <a:buSzPts val="1280"/>
              <a:buNone/>
              <a:defRPr b="1" sz="1600"/>
            </a:lvl8pPr>
            <a:lvl9pPr indent="-228600" lvl="8" marL="4114800" algn="l">
              <a:lnSpc>
                <a:spcPct val="120000"/>
              </a:lnSpc>
              <a:spcBef>
                <a:spcPts val="320"/>
              </a:spcBef>
              <a:spcAft>
                <a:spcPts val="0"/>
              </a:spcAft>
              <a:buSzPts val="1280"/>
              <a:buNone/>
              <a:defRPr b="1" sz="1600"/>
            </a:lvl9pPr>
          </a:lstStyle>
          <a:p/>
        </p:txBody>
      </p:sp>
      <p:sp>
        <p:nvSpPr>
          <p:cNvPr id="114" name="Google Shape;114;p51"/>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spAutoFit/>
          </a:bodyPr>
          <a:lstStyle>
            <a:lvl1pPr indent="-350520" lvl="0" marL="457200" algn="l">
              <a:lnSpc>
                <a:spcPct val="120000"/>
              </a:lnSpc>
              <a:spcBef>
                <a:spcPts val="1200"/>
              </a:spcBef>
              <a:spcAft>
                <a:spcPts val="0"/>
              </a:spcAft>
              <a:buSzPts val="1920"/>
              <a:buChar char="■"/>
              <a:defRPr sz="2400"/>
            </a:lvl1pPr>
            <a:lvl2pPr indent="-330200" lvl="1" marL="914400" algn="l">
              <a:lnSpc>
                <a:spcPct val="120000"/>
              </a:lnSpc>
              <a:spcBef>
                <a:spcPts val="400"/>
              </a:spcBef>
              <a:spcAft>
                <a:spcPts val="0"/>
              </a:spcAft>
              <a:buSzPts val="1600"/>
              <a:buChar char="■"/>
              <a:defRPr sz="2000"/>
            </a:lvl2pPr>
            <a:lvl3pPr indent="-320039" lvl="2" marL="1371600" algn="l">
              <a:lnSpc>
                <a:spcPct val="120000"/>
              </a:lnSpc>
              <a:spcBef>
                <a:spcPts val="360"/>
              </a:spcBef>
              <a:spcAft>
                <a:spcPts val="0"/>
              </a:spcAft>
              <a:buSzPts val="1440"/>
              <a:buChar char="■"/>
              <a:defRPr sz="1800"/>
            </a:lvl3pPr>
            <a:lvl4pPr indent="-309880" lvl="3" marL="1828800" algn="l">
              <a:lnSpc>
                <a:spcPct val="120000"/>
              </a:lnSpc>
              <a:spcBef>
                <a:spcPts val="320"/>
              </a:spcBef>
              <a:spcAft>
                <a:spcPts val="0"/>
              </a:spcAft>
              <a:buSzPts val="1280"/>
              <a:buChar char="■"/>
              <a:defRPr sz="1600"/>
            </a:lvl4pPr>
            <a:lvl5pPr indent="-309879" lvl="4" marL="2286000" algn="l">
              <a:lnSpc>
                <a:spcPct val="120000"/>
              </a:lnSpc>
              <a:spcBef>
                <a:spcPts val="320"/>
              </a:spcBef>
              <a:spcAft>
                <a:spcPts val="0"/>
              </a:spcAft>
              <a:buSzPts val="1280"/>
              <a:buChar char="■"/>
              <a:defRPr sz="1600"/>
            </a:lvl5pPr>
            <a:lvl6pPr indent="-309879" lvl="5" marL="2743200" algn="l">
              <a:lnSpc>
                <a:spcPct val="120000"/>
              </a:lnSpc>
              <a:spcBef>
                <a:spcPts val="320"/>
              </a:spcBef>
              <a:spcAft>
                <a:spcPts val="0"/>
              </a:spcAft>
              <a:buSzPts val="1280"/>
              <a:buChar char="■"/>
              <a:defRPr sz="1600"/>
            </a:lvl6pPr>
            <a:lvl7pPr indent="-309879" lvl="6" marL="3200400" algn="l">
              <a:lnSpc>
                <a:spcPct val="120000"/>
              </a:lnSpc>
              <a:spcBef>
                <a:spcPts val="320"/>
              </a:spcBef>
              <a:spcAft>
                <a:spcPts val="0"/>
              </a:spcAft>
              <a:buSzPts val="1280"/>
              <a:buChar char="■"/>
              <a:defRPr sz="1600"/>
            </a:lvl7pPr>
            <a:lvl8pPr indent="-309879" lvl="7" marL="3657600" algn="l">
              <a:lnSpc>
                <a:spcPct val="120000"/>
              </a:lnSpc>
              <a:spcBef>
                <a:spcPts val="320"/>
              </a:spcBef>
              <a:spcAft>
                <a:spcPts val="0"/>
              </a:spcAft>
              <a:buSzPts val="1280"/>
              <a:buChar char="■"/>
              <a:defRPr sz="1600"/>
            </a:lvl8pPr>
            <a:lvl9pPr indent="-309879" lvl="8" marL="4114800" algn="l">
              <a:lnSpc>
                <a:spcPct val="120000"/>
              </a:lnSpc>
              <a:spcBef>
                <a:spcPts val="320"/>
              </a:spcBef>
              <a:spcAft>
                <a:spcPts val="0"/>
              </a:spcAft>
              <a:buSzPts val="1280"/>
              <a:buChar char="■"/>
              <a:defRPr sz="1600"/>
            </a:lvl9pPr>
          </a:lstStyle>
          <a:p/>
        </p:txBody>
      </p:sp>
      <p:sp>
        <p:nvSpPr>
          <p:cNvPr id="115" name="Google Shape;115;p51"/>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spAutoFit/>
          </a:bodyPr>
          <a:lstStyle>
            <a:lvl1pPr indent="-228600" lvl="0" marL="457200" algn="l">
              <a:lnSpc>
                <a:spcPct val="120000"/>
              </a:lnSpc>
              <a:spcBef>
                <a:spcPts val="1200"/>
              </a:spcBef>
              <a:spcAft>
                <a:spcPts val="0"/>
              </a:spcAft>
              <a:buSzPts val="1920"/>
              <a:buNone/>
              <a:defRPr b="1" sz="2400"/>
            </a:lvl1pPr>
            <a:lvl2pPr indent="-228600" lvl="1" marL="914400" algn="l">
              <a:lnSpc>
                <a:spcPct val="120000"/>
              </a:lnSpc>
              <a:spcBef>
                <a:spcPts val="400"/>
              </a:spcBef>
              <a:spcAft>
                <a:spcPts val="0"/>
              </a:spcAft>
              <a:buSzPts val="1600"/>
              <a:buNone/>
              <a:defRPr b="1" sz="2000"/>
            </a:lvl2pPr>
            <a:lvl3pPr indent="-228600" lvl="2" marL="1371600" algn="l">
              <a:lnSpc>
                <a:spcPct val="120000"/>
              </a:lnSpc>
              <a:spcBef>
                <a:spcPts val="360"/>
              </a:spcBef>
              <a:spcAft>
                <a:spcPts val="0"/>
              </a:spcAft>
              <a:buSzPts val="1440"/>
              <a:buNone/>
              <a:defRPr b="1" sz="1800"/>
            </a:lvl3pPr>
            <a:lvl4pPr indent="-228600" lvl="3" marL="1828800" algn="l">
              <a:lnSpc>
                <a:spcPct val="120000"/>
              </a:lnSpc>
              <a:spcBef>
                <a:spcPts val="320"/>
              </a:spcBef>
              <a:spcAft>
                <a:spcPts val="0"/>
              </a:spcAft>
              <a:buSzPts val="1280"/>
              <a:buNone/>
              <a:defRPr b="1" sz="1600"/>
            </a:lvl4pPr>
            <a:lvl5pPr indent="-228600" lvl="4" marL="2286000" algn="l">
              <a:lnSpc>
                <a:spcPct val="120000"/>
              </a:lnSpc>
              <a:spcBef>
                <a:spcPts val="320"/>
              </a:spcBef>
              <a:spcAft>
                <a:spcPts val="0"/>
              </a:spcAft>
              <a:buSzPts val="1280"/>
              <a:buNone/>
              <a:defRPr b="1" sz="1600"/>
            </a:lvl5pPr>
            <a:lvl6pPr indent="-228600" lvl="5" marL="2743200" algn="l">
              <a:lnSpc>
                <a:spcPct val="120000"/>
              </a:lnSpc>
              <a:spcBef>
                <a:spcPts val="320"/>
              </a:spcBef>
              <a:spcAft>
                <a:spcPts val="0"/>
              </a:spcAft>
              <a:buSzPts val="1280"/>
              <a:buNone/>
              <a:defRPr b="1" sz="1600"/>
            </a:lvl6pPr>
            <a:lvl7pPr indent="-228600" lvl="6" marL="3200400" algn="l">
              <a:lnSpc>
                <a:spcPct val="120000"/>
              </a:lnSpc>
              <a:spcBef>
                <a:spcPts val="320"/>
              </a:spcBef>
              <a:spcAft>
                <a:spcPts val="0"/>
              </a:spcAft>
              <a:buSzPts val="1280"/>
              <a:buNone/>
              <a:defRPr b="1" sz="1600"/>
            </a:lvl7pPr>
            <a:lvl8pPr indent="-228600" lvl="7" marL="3657600" algn="l">
              <a:lnSpc>
                <a:spcPct val="120000"/>
              </a:lnSpc>
              <a:spcBef>
                <a:spcPts val="320"/>
              </a:spcBef>
              <a:spcAft>
                <a:spcPts val="0"/>
              </a:spcAft>
              <a:buSzPts val="1280"/>
              <a:buNone/>
              <a:defRPr b="1" sz="1600"/>
            </a:lvl8pPr>
            <a:lvl9pPr indent="-228600" lvl="8" marL="4114800" algn="l">
              <a:lnSpc>
                <a:spcPct val="120000"/>
              </a:lnSpc>
              <a:spcBef>
                <a:spcPts val="320"/>
              </a:spcBef>
              <a:spcAft>
                <a:spcPts val="0"/>
              </a:spcAft>
              <a:buSzPts val="1280"/>
              <a:buNone/>
              <a:defRPr b="1" sz="1600"/>
            </a:lvl9pPr>
          </a:lstStyle>
          <a:p/>
        </p:txBody>
      </p:sp>
      <p:sp>
        <p:nvSpPr>
          <p:cNvPr id="116" name="Google Shape;116;p51"/>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spAutoFit/>
          </a:bodyPr>
          <a:lstStyle>
            <a:lvl1pPr indent="-350520" lvl="0" marL="457200" algn="l">
              <a:lnSpc>
                <a:spcPct val="120000"/>
              </a:lnSpc>
              <a:spcBef>
                <a:spcPts val="1200"/>
              </a:spcBef>
              <a:spcAft>
                <a:spcPts val="0"/>
              </a:spcAft>
              <a:buSzPts val="1920"/>
              <a:buChar char="■"/>
              <a:defRPr sz="2400"/>
            </a:lvl1pPr>
            <a:lvl2pPr indent="-330200" lvl="1" marL="914400" algn="l">
              <a:lnSpc>
                <a:spcPct val="120000"/>
              </a:lnSpc>
              <a:spcBef>
                <a:spcPts val="400"/>
              </a:spcBef>
              <a:spcAft>
                <a:spcPts val="0"/>
              </a:spcAft>
              <a:buSzPts val="1600"/>
              <a:buChar char="■"/>
              <a:defRPr sz="2000"/>
            </a:lvl2pPr>
            <a:lvl3pPr indent="-320039" lvl="2" marL="1371600" algn="l">
              <a:lnSpc>
                <a:spcPct val="120000"/>
              </a:lnSpc>
              <a:spcBef>
                <a:spcPts val="360"/>
              </a:spcBef>
              <a:spcAft>
                <a:spcPts val="0"/>
              </a:spcAft>
              <a:buSzPts val="1440"/>
              <a:buChar char="■"/>
              <a:defRPr sz="1800"/>
            </a:lvl3pPr>
            <a:lvl4pPr indent="-309880" lvl="3" marL="1828800" algn="l">
              <a:lnSpc>
                <a:spcPct val="120000"/>
              </a:lnSpc>
              <a:spcBef>
                <a:spcPts val="320"/>
              </a:spcBef>
              <a:spcAft>
                <a:spcPts val="0"/>
              </a:spcAft>
              <a:buSzPts val="1280"/>
              <a:buChar char="■"/>
              <a:defRPr sz="1600"/>
            </a:lvl4pPr>
            <a:lvl5pPr indent="-309879" lvl="4" marL="2286000" algn="l">
              <a:lnSpc>
                <a:spcPct val="120000"/>
              </a:lnSpc>
              <a:spcBef>
                <a:spcPts val="320"/>
              </a:spcBef>
              <a:spcAft>
                <a:spcPts val="0"/>
              </a:spcAft>
              <a:buSzPts val="1280"/>
              <a:buChar char="■"/>
              <a:defRPr sz="1600"/>
            </a:lvl5pPr>
            <a:lvl6pPr indent="-309879" lvl="5" marL="2743200" algn="l">
              <a:lnSpc>
                <a:spcPct val="120000"/>
              </a:lnSpc>
              <a:spcBef>
                <a:spcPts val="320"/>
              </a:spcBef>
              <a:spcAft>
                <a:spcPts val="0"/>
              </a:spcAft>
              <a:buSzPts val="1280"/>
              <a:buChar char="■"/>
              <a:defRPr sz="1600"/>
            </a:lvl6pPr>
            <a:lvl7pPr indent="-309879" lvl="6" marL="3200400" algn="l">
              <a:lnSpc>
                <a:spcPct val="120000"/>
              </a:lnSpc>
              <a:spcBef>
                <a:spcPts val="320"/>
              </a:spcBef>
              <a:spcAft>
                <a:spcPts val="0"/>
              </a:spcAft>
              <a:buSzPts val="1280"/>
              <a:buChar char="■"/>
              <a:defRPr sz="1600"/>
            </a:lvl7pPr>
            <a:lvl8pPr indent="-309879" lvl="7" marL="3657600" algn="l">
              <a:lnSpc>
                <a:spcPct val="120000"/>
              </a:lnSpc>
              <a:spcBef>
                <a:spcPts val="320"/>
              </a:spcBef>
              <a:spcAft>
                <a:spcPts val="0"/>
              </a:spcAft>
              <a:buSzPts val="1280"/>
              <a:buChar char="■"/>
              <a:defRPr sz="1600"/>
            </a:lvl8pPr>
            <a:lvl9pPr indent="-309879" lvl="8" marL="4114800" algn="l">
              <a:lnSpc>
                <a:spcPct val="120000"/>
              </a:lnSpc>
              <a:spcBef>
                <a:spcPts val="320"/>
              </a:spcBef>
              <a:spcAft>
                <a:spcPts val="0"/>
              </a:spcAft>
              <a:buSzPts val="1280"/>
              <a:buChar char="■"/>
              <a:defRPr sz="1600"/>
            </a:lvl9pPr>
          </a:lstStyle>
          <a:p/>
        </p:txBody>
      </p:sp>
      <p:sp>
        <p:nvSpPr>
          <p:cNvPr id="117" name="Google Shape;117;p51"/>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仅标题" type="titleOnly">
  <p:cSld name="TITLE_ONLY">
    <p:spTree>
      <p:nvGrpSpPr>
        <p:cNvPr id="118" name="Shape 118"/>
        <p:cNvGrpSpPr/>
        <p:nvPr/>
      </p:nvGrpSpPr>
      <p:grpSpPr>
        <a:xfrm>
          <a:off x="0" y="0"/>
          <a:ext cx="0" cy="0"/>
          <a:chOff x="0" y="0"/>
          <a:chExt cx="0" cy="0"/>
        </a:xfrm>
      </p:grpSpPr>
      <p:sp>
        <p:nvSpPr>
          <p:cNvPr id="119" name="Google Shape;119;p52"/>
          <p:cNvSpPr txBox="1"/>
          <p:nvPr>
            <p:ph type="title"/>
          </p:nvPr>
        </p:nvSpPr>
        <p:spPr>
          <a:xfrm>
            <a:off x="0" y="115888"/>
            <a:ext cx="8675688" cy="649287"/>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20" name="Google Shape;120;p52"/>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121" name="Shape 121"/>
        <p:cNvGrpSpPr/>
        <p:nvPr/>
      </p:nvGrpSpPr>
      <p:grpSpPr>
        <a:xfrm>
          <a:off x="0" y="0"/>
          <a:ext cx="0" cy="0"/>
          <a:chOff x="0" y="0"/>
          <a:chExt cx="0" cy="0"/>
        </a:xfrm>
      </p:grpSpPr>
      <p:sp>
        <p:nvSpPr>
          <p:cNvPr id="122" name="Google Shape;122;p53"/>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与标题" type="objTx">
  <p:cSld name="OBJECT_WITH_CAPTION_TEXT">
    <p:spTree>
      <p:nvGrpSpPr>
        <p:cNvPr id="123" name="Shape 123"/>
        <p:cNvGrpSpPr/>
        <p:nvPr/>
      </p:nvGrpSpPr>
      <p:grpSpPr>
        <a:xfrm>
          <a:off x="0" y="0"/>
          <a:ext cx="0" cy="0"/>
          <a:chOff x="0" y="0"/>
          <a:chExt cx="0" cy="0"/>
        </a:xfrm>
      </p:grpSpPr>
      <p:sp>
        <p:nvSpPr>
          <p:cNvPr id="124" name="Google Shape;124;p54"/>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25" name="Google Shape;125;p54"/>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spAutoFit/>
          </a:bodyPr>
          <a:lstStyle>
            <a:lvl1pPr indent="-391160" lvl="0" marL="457200" algn="l">
              <a:lnSpc>
                <a:spcPct val="120000"/>
              </a:lnSpc>
              <a:spcBef>
                <a:spcPts val="1600"/>
              </a:spcBef>
              <a:spcAft>
                <a:spcPts val="0"/>
              </a:spcAft>
              <a:buSzPts val="2560"/>
              <a:buChar char="■"/>
              <a:defRPr sz="3200"/>
            </a:lvl1pPr>
            <a:lvl2pPr indent="-370840" lvl="1" marL="914400" algn="l">
              <a:lnSpc>
                <a:spcPct val="120000"/>
              </a:lnSpc>
              <a:spcBef>
                <a:spcPts val="560"/>
              </a:spcBef>
              <a:spcAft>
                <a:spcPts val="0"/>
              </a:spcAft>
              <a:buSzPts val="2240"/>
              <a:buChar char="■"/>
              <a:defRPr sz="2800"/>
            </a:lvl2pPr>
            <a:lvl3pPr indent="-350519" lvl="2" marL="1371600" algn="l">
              <a:lnSpc>
                <a:spcPct val="120000"/>
              </a:lnSpc>
              <a:spcBef>
                <a:spcPts val="480"/>
              </a:spcBef>
              <a:spcAft>
                <a:spcPts val="0"/>
              </a:spcAft>
              <a:buSzPts val="1920"/>
              <a:buChar char="■"/>
              <a:defRPr sz="2400"/>
            </a:lvl3pPr>
            <a:lvl4pPr indent="-330200" lvl="3" marL="1828800" algn="l">
              <a:lnSpc>
                <a:spcPct val="120000"/>
              </a:lnSpc>
              <a:spcBef>
                <a:spcPts val="400"/>
              </a:spcBef>
              <a:spcAft>
                <a:spcPts val="0"/>
              </a:spcAft>
              <a:buSzPts val="1600"/>
              <a:buChar char="■"/>
              <a:defRPr sz="2000"/>
            </a:lvl4pPr>
            <a:lvl5pPr indent="-330200" lvl="4" marL="2286000" algn="l">
              <a:lnSpc>
                <a:spcPct val="120000"/>
              </a:lnSpc>
              <a:spcBef>
                <a:spcPts val="400"/>
              </a:spcBef>
              <a:spcAft>
                <a:spcPts val="0"/>
              </a:spcAft>
              <a:buSzPts val="1600"/>
              <a:buChar char="■"/>
              <a:defRPr sz="2000"/>
            </a:lvl5pPr>
            <a:lvl6pPr indent="-330200" lvl="5" marL="2743200" algn="l">
              <a:lnSpc>
                <a:spcPct val="120000"/>
              </a:lnSpc>
              <a:spcBef>
                <a:spcPts val="400"/>
              </a:spcBef>
              <a:spcAft>
                <a:spcPts val="0"/>
              </a:spcAft>
              <a:buSzPts val="1600"/>
              <a:buChar char="■"/>
              <a:defRPr sz="2000"/>
            </a:lvl6pPr>
            <a:lvl7pPr indent="-330200" lvl="6" marL="3200400" algn="l">
              <a:lnSpc>
                <a:spcPct val="120000"/>
              </a:lnSpc>
              <a:spcBef>
                <a:spcPts val="400"/>
              </a:spcBef>
              <a:spcAft>
                <a:spcPts val="0"/>
              </a:spcAft>
              <a:buSzPts val="1600"/>
              <a:buChar char="■"/>
              <a:defRPr sz="2000"/>
            </a:lvl7pPr>
            <a:lvl8pPr indent="-330200" lvl="7" marL="3657600" algn="l">
              <a:lnSpc>
                <a:spcPct val="120000"/>
              </a:lnSpc>
              <a:spcBef>
                <a:spcPts val="400"/>
              </a:spcBef>
              <a:spcAft>
                <a:spcPts val="0"/>
              </a:spcAft>
              <a:buSzPts val="1600"/>
              <a:buChar char="■"/>
              <a:defRPr sz="2000"/>
            </a:lvl8pPr>
            <a:lvl9pPr indent="-330200" lvl="8" marL="4114800" algn="l">
              <a:lnSpc>
                <a:spcPct val="120000"/>
              </a:lnSpc>
              <a:spcBef>
                <a:spcPts val="400"/>
              </a:spcBef>
              <a:spcAft>
                <a:spcPts val="0"/>
              </a:spcAft>
              <a:buSzPts val="1600"/>
              <a:buChar char="■"/>
              <a:defRPr sz="2000"/>
            </a:lvl9pPr>
          </a:lstStyle>
          <a:p/>
        </p:txBody>
      </p:sp>
      <p:sp>
        <p:nvSpPr>
          <p:cNvPr id="126" name="Google Shape;126;p54"/>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spAutoFit/>
          </a:bodyPr>
          <a:lstStyle>
            <a:lvl1pPr indent="-228600" lvl="0" marL="457200" algn="l">
              <a:lnSpc>
                <a:spcPct val="120000"/>
              </a:lnSpc>
              <a:spcBef>
                <a:spcPts val="700"/>
              </a:spcBef>
              <a:spcAft>
                <a:spcPts val="0"/>
              </a:spcAft>
              <a:buSzPts val="1120"/>
              <a:buNone/>
              <a:defRPr sz="1400"/>
            </a:lvl1pPr>
            <a:lvl2pPr indent="-228600" lvl="1" marL="914400" algn="l">
              <a:lnSpc>
                <a:spcPct val="120000"/>
              </a:lnSpc>
              <a:spcBef>
                <a:spcPts val="240"/>
              </a:spcBef>
              <a:spcAft>
                <a:spcPts val="0"/>
              </a:spcAft>
              <a:buSzPts val="960"/>
              <a:buNone/>
              <a:defRPr sz="1200"/>
            </a:lvl2pPr>
            <a:lvl3pPr indent="-228600" lvl="2" marL="1371600" algn="l">
              <a:lnSpc>
                <a:spcPct val="120000"/>
              </a:lnSpc>
              <a:spcBef>
                <a:spcPts val="200"/>
              </a:spcBef>
              <a:spcAft>
                <a:spcPts val="0"/>
              </a:spcAft>
              <a:buSzPts val="800"/>
              <a:buNone/>
              <a:defRPr sz="1000"/>
            </a:lvl3pPr>
            <a:lvl4pPr indent="-228600" lvl="3" marL="1828800" algn="l">
              <a:lnSpc>
                <a:spcPct val="120000"/>
              </a:lnSpc>
              <a:spcBef>
                <a:spcPts val="180"/>
              </a:spcBef>
              <a:spcAft>
                <a:spcPts val="0"/>
              </a:spcAft>
              <a:buSzPts val="720"/>
              <a:buNone/>
              <a:defRPr sz="900"/>
            </a:lvl4pPr>
            <a:lvl5pPr indent="-228600" lvl="4" marL="2286000" algn="l">
              <a:lnSpc>
                <a:spcPct val="120000"/>
              </a:lnSpc>
              <a:spcBef>
                <a:spcPts val="180"/>
              </a:spcBef>
              <a:spcAft>
                <a:spcPts val="0"/>
              </a:spcAft>
              <a:buSzPts val="720"/>
              <a:buNone/>
              <a:defRPr sz="900"/>
            </a:lvl5pPr>
            <a:lvl6pPr indent="-228600" lvl="5" marL="2743200" algn="l">
              <a:lnSpc>
                <a:spcPct val="120000"/>
              </a:lnSpc>
              <a:spcBef>
                <a:spcPts val="180"/>
              </a:spcBef>
              <a:spcAft>
                <a:spcPts val="0"/>
              </a:spcAft>
              <a:buSzPts val="720"/>
              <a:buNone/>
              <a:defRPr sz="900"/>
            </a:lvl6pPr>
            <a:lvl7pPr indent="-228600" lvl="6" marL="3200400" algn="l">
              <a:lnSpc>
                <a:spcPct val="120000"/>
              </a:lnSpc>
              <a:spcBef>
                <a:spcPts val="180"/>
              </a:spcBef>
              <a:spcAft>
                <a:spcPts val="0"/>
              </a:spcAft>
              <a:buSzPts val="720"/>
              <a:buNone/>
              <a:defRPr sz="900"/>
            </a:lvl7pPr>
            <a:lvl8pPr indent="-228600" lvl="7" marL="3657600" algn="l">
              <a:lnSpc>
                <a:spcPct val="120000"/>
              </a:lnSpc>
              <a:spcBef>
                <a:spcPts val="180"/>
              </a:spcBef>
              <a:spcAft>
                <a:spcPts val="0"/>
              </a:spcAft>
              <a:buSzPts val="720"/>
              <a:buNone/>
              <a:defRPr sz="900"/>
            </a:lvl8pPr>
            <a:lvl9pPr indent="-228600" lvl="8" marL="4114800" algn="l">
              <a:lnSpc>
                <a:spcPct val="120000"/>
              </a:lnSpc>
              <a:spcBef>
                <a:spcPts val="180"/>
              </a:spcBef>
              <a:spcAft>
                <a:spcPts val="0"/>
              </a:spcAft>
              <a:buSzPts val="720"/>
              <a:buNone/>
              <a:defRPr sz="900"/>
            </a:lvl9pPr>
          </a:lstStyle>
          <a:p/>
        </p:txBody>
      </p:sp>
      <p:sp>
        <p:nvSpPr>
          <p:cNvPr id="127" name="Google Shape;127;p54"/>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图片与标题" type="picTx">
  <p:cSld name="PICTURE_WITH_CAPTION_TEXT">
    <p:spTree>
      <p:nvGrpSpPr>
        <p:cNvPr id="128" name="Shape 128"/>
        <p:cNvGrpSpPr/>
        <p:nvPr/>
      </p:nvGrpSpPr>
      <p:grpSpPr>
        <a:xfrm>
          <a:off x="0" y="0"/>
          <a:ext cx="0" cy="0"/>
          <a:chOff x="0" y="0"/>
          <a:chExt cx="0" cy="0"/>
        </a:xfrm>
      </p:grpSpPr>
      <p:sp>
        <p:nvSpPr>
          <p:cNvPr id="129" name="Google Shape;129;p55"/>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30" name="Google Shape;130;p55"/>
          <p:cNvSpPr/>
          <p:nvPr>
            <p:ph idx="2" type="pic"/>
          </p:nvPr>
        </p:nvSpPr>
        <p:spPr>
          <a:xfrm>
            <a:off x="1792288" y="612775"/>
            <a:ext cx="5486400" cy="4114800"/>
          </a:xfrm>
          <a:prstGeom prst="rect">
            <a:avLst/>
          </a:prstGeom>
          <a:noFill/>
          <a:ln>
            <a:noFill/>
          </a:ln>
        </p:spPr>
      </p:sp>
      <p:sp>
        <p:nvSpPr>
          <p:cNvPr id="131" name="Google Shape;131;p55"/>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spAutoFit/>
          </a:bodyPr>
          <a:lstStyle>
            <a:lvl1pPr indent="-228600" lvl="0" marL="457200" algn="l">
              <a:lnSpc>
                <a:spcPct val="120000"/>
              </a:lnSpc>
              <a:spcBef>
                <a:spcPts val="700"/>
              </a:spcBef>
              <a:spcAft>
                <a:spcPts val="0"/>
              </a:spcAft>
              <a:buSzPts val="1120"/>
              <a:buNone/>
              <a:defRPr sz="1400"/>
            </a:lvl1pPr>
            <a:lvl2pPr indent="-228600" lvl="1" marL="914400" algn="l">
              <a:lnSpc>
                <a:spcPct val="120000"/>
              </a:lnSpc>
              <a:spcBef>
                <a:spcPts val="240"/>
              </a:spcBef>
              <a:spcAft>
                <a:spcPts val="0"/>
              </a:spcAft>
              <a:buSzPts val="960"/>
              <a:buNone/>
              <a:defRPr sz="1200"/>
            </a:lvl2pPr>
            <a:lvl3pPr indent="-228600" lvl="2" marL="1371600" algn="l">
              <a:lnSpc>
                <a:spcPct val="120000"/>
              </a:lnSpc>
              <a:spcBef>
                <a:spcPts val="200"/>
              </a:spcBef>
              <a:spcAft>
                <a:spcPts val="0"/>
              </a:spcAft>
              <a:buSzPts val="800"/>
              <a:buNone/>
              <a:defRPr sz="1000"/>
            </a:lvl3pPr>
            <a:lvl4pPr indent="-228600" lvl="3" marL="1828800" algn="l">
              <a:lnSpc>
                <a:spcPct val="120000"/>
              </a:lnSpc>
              <a:spcBef>
                <a:spcPts val="180"/>
              </a:spcBef>
              <a:spcAft>
                <a:spcPts val="0"/>
              </a:spcAft>
              <a:buSzPts val="720"/>
              <a:buNone/>
              <a:defRPr sz="900"/>
            </a:lvl4pPr>
            <a:lvl5pPr indent="-228600" lvl="4" marL="2286000" algn="l">
              <a:lnSpc>
                <a:spcPct val="120000"/>
              </a:lnSpc>
              <a:spcBef>
                <a:spcPts val="180"/>
              </a:spcBef>
              <a:spcAft>
                <a:spcPts val="0"/>
              </a:spcAft>
              <a:buSzPts val="720"/>
              <a:buNone/>
              <a:defRPr sz="900"/>
            </a:lvl5pPr>
            <a:lvl6pPr indent="-228600" lvl="5" marL="2743200" algn="l">
              <a:lnSpc>
                <a:spcPct val="120000"/>
              </a:lnSpc>
              <a:spcBef>
                <a:spcPts val="180"/>
              </a:spcBef>
              <a:spcAft>
                <a:spcPts val="0"/>
              </a:spcAft>
              <a:buSzPts val="720"/>
              <a:buNone/>
              <a:defRPr sz="900"/>
            </a:lvl6pPr>
            <a:lvl7pPr indent="-228600" lvl="6" marL="3200400" algn="l">
              <a:lnSpc>
                <a:spcPct val="120000"/>
              </a:lnSpc>
              <a:spcBef>
                <a:spcPts val="180"/>
              </a:spcBef>
              <a:spcAft>
                <a:spcPts val="0"/>
              </a:spcAft>
              <a:buSzPts val="720"/>
              <a:buNone/>
              <a:defRPr sz="900"/>
            </a:lvl7pPr>
            <a:lvl8pPr indent="-228600" lvl="7" marL="3657600" algn="l">
              <a:lnSpc>
                <a:spcPct val="120000"/>
              </a:lnSpc>
              <a:spcBef>
                <a:spcPts val="180"/>
              </a:spcBef>
              <a:spcAft>
                <a:spcPts val="0"/>
              </a:spcAft>
              <a:buSzPts val="720"/>
              <a:buNone/>
              <a:defRPr sz="900"/>
            </a:lvl8pPr>
            <a:lvl9pPr indent="-228600" lvl="8" marL="4114800" algn="l">
              <a:lnSpc>
                <a:spcPct val="120000"/>
              </a:lnSpc>
              <a:spcBef>
                <a:spcPts val="180"/>
              </a:spcBef>
              <a:spcAft>
                <a:spcPts val="0"/>
              </a:spcAft>
              <a:buSzPts val="720"/>
              <a:buNone/>
              <a:defRPr sz="900"/>
            </a:lvl9pPr>
          </a:lstStyle>
          <a:p/>
        </p:txBody>
      </p:sp>
      <p:sp>
        <p:nvSpPr>
          <p:cNvPr id="132" name="Google Shape;132;p55"/>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竖排文字" type="vertTx">
  <p:cSld name="VERTICAL_TEXT">
    <p:spTree>
      <p:nvGrpSpPr>
        <p:cNvPr id="133" name="Shape 133"/>
        <p:cNvGrpSpPr/>
        <p:nvPr/>
      </p:nvGrpSpPr>
      <p:grpSpPr>
        <a:xfrm>
          <a:off x="0" y="0"/>
          <a:ext cx="0" cy="0"/>
          <a:chOff x="0" y="0"/>
          <a:chExt cx="0" cy="0"/>
        </a:xfrm>
      </p:grpSpPr>
      <p:sp>
        <p:nvSpPr>
          <p:cNvPr id="134" name="Google Shape;134;p56"/>
          <p:cNvSpPr txBox="1"/>
          <p:nvPr>
            <p:ph type="title"/>
          </p:nvPr>
        </p:nvSpPr>
        <p:spPr>
          <a:xfrm>
            <a:off x="0" y="115888"/>
            <a:ext cx="8675688" cy="649287"/>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35" name="Google Shape;135;p56"/>
          <p:cNvSpPr txBox="1"/>
          <p:nvPr>
            <p:ph idx="1" type="body"/>
          </p:nvPr>
        </p:nvSpPr>
        <p:spPr>
          <a:xfrm rot="5400000">
            <a:off x="3294063" y="-1881187"/>
            <a:ext cx="2270125" cy="8207375"/>
          </a:xfrm>
          <a:prstGeom prst="rect">
            <a:avLst/>
          </a:prstGeom>
          <a:noFill/>
          <a:ln>
            <a:noFill/>
          </a:ln>
        </p:spPr>
        <p:txBody>
          <a:bodyPr anchorCtr="0" anchor="t" bIns="45700" lIns="91425" spcFirstLastPara="1" rIns="91425" wrap="square" tIns="45700">
            <a:spAutoFit/>
          </a:bodyPr>
          <a:lstStyle>
            <a:lvl1pPr indent="-320040" lvl="0" marL="457200" algn="l">
              <a:lnSpc>
                <a:spcPct val="120000"/>
              </a:lnSpc>
              <a:spcBef>
                <a:spcPts val="900"/>
              </a:spcBef>
              <a:spcAft>
                <a:spcPts val="0"/>
              </a:spcAft>
              <a:buSzPts val="1440"/>
              <a:buChar char="■"/>
              <a:defRPr/>
            </a:lvl1pPr>
            <a:lvl2pPr indent="-320040" lvl="1" marL="914400" algn="l">
              <a:lnSpc>
                <a:spcPct val="120000"/>
              </a:lnSpc>
              <a:spcBef>
                <a:spcPts val="360"/>
              </a:spcBef>
              <a:spcAft>
                <a:spcPts val="0"/>
              </a:spcAft>
              <a:buSzPts val="1440"/>
              <a:buChar char="■"/>
              <a:defRPr/>
            </a:lvl2pPr>
            <a:lvl3pPr indent="-320039" lvl="2" marL="1371600" algn="l">
              <a:lnSpc>
                <a:spcPct val="120000"/>
              </a:lnSpc>
              <a:spcBef>
                <a:spcPts val="360"/>
              </a:spcBef>
              <a:spcAft>
                <a:spcPts val="0"/>
              </a:spcAft>
              <a:buSzPts val="1440"/>
              <a:buChar char="■"/>
              <a:defRPr/>
            </a:lvl3pPr>
            <a:lvl4pPr indent="-320039" lvl="3" marL="1828800" algn="l">
              <a:lnSpc>
                <a:spcPct val="120000"/>
              </a:lnSpc>
              <a:spcBef>
                <a:spcPts val="360"/>
              </a:spcBef>
              <a:spcAft>
                <a:spcPts val="0"/>
              </a:spcAft>
              <a:buSzPts val="1440"/>
              <a:buChar char="■"/>
              <a:defRPr/>
            </a:lvl4pPr>
            <a:lvl5pPr indent="-320039" lvl="4" marL="2286000" algn="l">
              <a:lnSpc>
                <a:spcPct val="120000"/>
              </a:lnSpc>
              <a:spcBef>
                <a:spcPts val="360"/>
              </a:spcBef>
              <a:spcAft>
                <a:spcPts val="0"/>
              </a:spcAft>
              <a:buSzPts val="1440"/>
              <a:buChar char="■"/>
              <a:defRPr/>
            </a:lvl5pPr>
            <a:lvl6pPr indent="-320039" lvl="5" marL="2743200" algn="l">
              <a:lnSpc>
                <a:spcPct val="120000"/>
              </a:lnSpc>
              <a:spcBef>
                <a:spcPts val="360"/>
              </a:spcBef>
              <a:spcAft>
                <a:spcPts val="0"/>
              </a:spcAft>
              <a:buSzPts val="1440"/>
              <a:buChar char="■"/>
              <a:defRPr/>
            </a:lvl6pPr>
            <a:lvl7pPr indent="-320039" lvl="6" marL="3200400" algn="l">
              <a:lnSpc>
                <a:spcPct val="120000"/>
              </a:lnSpc>
              <a:spcBef>
                <a:spcPts val="360"/>
              </a:spcBef>
              <a:spcAft>
                <a:spcPts val="0"/>
              </a:spcAft>
              <a:buSzPts val="1440"/>
              <a:buChar char="■"/>
              <a:defRPr/>
            </a:lvl7pPr>
            <a:lvl8pPr indent="-320040" lvl="7" marL="3657600" algn="l">
              <a:lnSpc>
                <a:spcPct val="120000"/>
              </a:lnSpc>
              <a:spcBef>
                <a:spcPts val="360"/>
              </a:spcBef>
              <a:spcAft>
                <a:spcPts val="0"/>
              </a:spcAft>
              <a:buSzPts val="1440"/>
              <a:buChar char="■"/>
              <a:defRPr/>
            </a:lvl8pPr>
            <a:lvl9pPr indent="-320040" lvl="8" marL="4114800" algn="l">
              <a:lnSpc>
                <a:spcPct val="120000"/>
              </a:lnSpc>
              <a:spcBef>
                <a:spcPts val="360"/>
              </a:spcBef>
              <a:spcAft>
                <a:spcPts val="0"/>
              </a:spcAft>
              <a:buSzPts val="1440"/>
              <a:buChar char="■"/>
              <a:defRPr/>
            </a:lvl9pPr>
          </a:lstStyle>
          <a:p/>
        </p:txBody>
      </p:sp>
      <p:sp>
        <p:nvSpPr>
          <p:cNvPr id="136" name="Google Shape;136;p56"/>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垂直排列标题与文本" type="vertTitleAndTx">
  <p:cSld name="VERTICAL_TITLE_AND_VERTICAL_TEXT">
    <p:spTree>
      <p:nvGrpSpPr>
        <p:cNvPr id="137" name="Shape 137"/>
        <p:cNvGrpSpPr/>
        <p:nvPr/>
      </p:nvGrpSpPr>
      <p:grpSpPr>
        <a:xfrm>
          <a:off x="0" y="0"/>
          <a:ext cx="0" cy="0"/>
          <a:chOff x="0" y="0"/>
          <a:chExt cx="0" cy="0"/>
        </a:xfrm>
      </p:grpSpPr>
      <p:sp>
        <p:nvSpPr>
          <p:cNvPr id="138" name="Google Shape;138;p57"/>
          <p:cNvSpPr txBox="1"/>
          <p:nvPr>
            <p:ph type="title"/>
          </p:nvPr>
        </p:nvSpPr>
        <p:spPr>
          <a:xfrm rot="5400000">
            <a:off x="5970588" y="652463"/>
            <a:ext cx="3241675" cy="21685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39" name="Google Shape;139;p57"/>
          <p:cNvSpPr txBox="1"/>
          <p:nvPr>
            <p:ph idx="1" type="body"/>
          </p:nvPr>
        </p:nvSpPr>
        <p:spPr>
          <a:xfrm rot="5400000">
            <a:off x="1556544" y="-1440656"/>
            <a:ext cx="3241675" cy="6354763"/>
          </a:xfrm>
          <a:prstGeom prst="rect">
            <a:avLst/>
          </a:prstGeom>
          <a:noFill/>
          <a:ln>
            <a:noFill/>
          </a:ln>
        </p:spPr>
        <p:txBody>
          <a:bodyPr anchorCtr="0" anchor="t" bIns="45700" lIns="91425" spcFirstLastPara="1" rIns="91425" wrap="square" tIns="45700">
            <a:spAutoFit/>
          </a:bodyPr>
          <a:lstStyle>
            <a:lvl1pPr indent="-320040" lvl="0" marL="457200" algn="l">
              <a:lnSpc>
                <a:spcPct val="120000"/>
              </a:lnSpc>
              <a:spcBef>
                <a:spcPts val="900"/>
              </a:spcBef>
              <a:spcAft>
                <a:spcPts val="0"/>
              </a:spcAft>
              <a:buSzPts val="1440"/>
              <a:buChar char="■"/>
              <a:defRPr/>
            </a:lvl1pPr>
            <a:lvl2pPr indent="-320040" lvl="1" marL="914400" algn="l">
              <a:lnSpc>
                <a:spcPct val="120000"/>
              </a:lnSpc>
              <a:spcBef>
                <a:spcPts val="360"/>
              </a:spcBef>
              <a:spcAft>
                <a:spcPts val="0"/>
              </a:spcAft>
              <a:buSzPts val="1440"/>
              <a:buChar char="■"/>
              <a:defRPr/>
            </a:lvl2pPr>
            <a:lvl3pPr indent="-320039" lvl="2" marL="1371600" algn="l">
              <a:lnSpc>
                <a:spcPct val="120000"/>
              </a:lnSpc>
              <a:spcBef>
                <a:spcPts val="360"/>
              </a:spcBef>
              <a:spcAft>
                <a:spcPts val="0"/>
              </a:spcAft>
              <a:buSzPts val="1440"/>
              <a:buChar char="■"/>
              <a:defRPr/>
            </a:lvl3pPr>
            <a:lvl4pPr indent="-320039" lvl="3" marL="1828800" algn="l">
              <a:lnSpc>
                <a:spcPct val="120000"/>
              </a:lnSpc>
              <a:spcBef>
                <a:spcPts val="360"/>
              </a:spcBef>
              <a:spcAft>
                <a:spcPts val="0"/>
              </a:spcAft>
              <a:buSzPts val="1440"/>
              <a:buChar char="■"/>
              <a:defRPr/>
            </a:lvl4pPr>
            <a:lvl5pPr indent="-320039" lvl="4" marL="2286000" algn="l">
              <a:lnSpc>
                <a:spcPct val="120000"/>
              </a:lnSpc>
              <a:spcBef>
                <a:spcPts val="360"/>
              </a:spcBef>
              <a:spcAft>
                <a:spcPts val="0"/>
              </a:spcAft>
              <a:buSzPts val="1440"/>
              <a:buChar char="■"/>
              <a:defRPr/>
            </a:lvl5pPr>
            <a:lvl6pPr indent="-320039" lvl="5" marL="2743200" algn="l">
              <a:lnSpc>
                <a:spcPct val="120000"/>
              </a:lnSpc>
              <a:spcBef>
                <a:spcPts val="360"/>
              </a:spcBef>
              <a:spcAft>
                <a:spcPts val="0"/>
              </a:spcAft>
              <a:buSzPts val="1440"/>
              <a:buChar char="■"/>
              <a:defRPr/>
            </a:lvl6pPr>
            <a:lvl7pPr indent="-320039" lvl="6" marL="3200400" algn="l">
              <a:lnSpc>
                <a:spcPct val="120000"/>
              </a:lnSpc>
              <a:spcBef>
                <a:spcPts val="360"/>
              </a:spcBef>
              <a:spcAft>
                <a:spcPts val="0"/>
              </a:spcAft>
              <a:buSzPts val="1440"/>
              <a:buChar char="■"/>
              <a:defRPr/>
            </a:lvl7pPr>
            <a:lvl8pPr indent="-320040" lvl="7" marL="3657600" algn="l">
              <a:lnSpc>
                <a:spcPct val="120000"/>
              </a:lnSpc>
              <a:spcBef>
                <a:spcPts val="360"/>
              </a:spcBef>
              <a:spcAft>
                <a:spcPts val="0"/>
              </a:spcAft>
              <a:buSzPts val="1440"/>
              <a:buChar char="■"/>
              <a:defRPr/>
            </a:lvl8pPr>
            <a:lvl9pPr indent="-320040" lvl="8" marL="4114800" algn="l">
              <a:lnSpc>
                <a:spcPct val="120000"/>
              </a:lnSpc>
              <a:spcBef>
                <a:spcPts val="360"/>
              </a:spcBef>
              <a:spcAft>
                <a:spcPts val="0"/>
              </a:spcAft>
              <a:buSzPts val="1440"/>
              <a:buChar char="■"/>
              <a:defRPr/>
            </a:lvl9pPr>
          </a:lstStyle>
          <a:p/>
        </p:txBody>
      </p:sp>
      <p:sp>
        <p:nvSpPr>
          <p:cNvPr id="140" name="Google Shape;140;p57"/>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theme" Target="../theme/theme2.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8.xml"/><Relationship Id="rId10" Type="http://schemas.openxmlformats.org/officeDocument/2006/relationships/slideLayout" Target="../slideLayouts/slideLayout27.xml"/><Relationship Id="rId13" Type="http://schemas.openxmlformats.org/officeDocument/2006/relationships/theme" Target="../theme/theme3.xml"/><Relationship Id="rId12" Type="http://schemas.openxmlformats.org/officeDocument/2006/relationships/slideLayout" Target="../slideLayouts/slideLayout29.xml"/><Relationship Id="rId1" Type="http://schemas.openxmlformats.org/officeDocument/2006/relationships/image" Target="../media/image7.jpg"/><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9" Type="http://schemas.openxmlformats.org/officeDocument/2006/relationships/slideLayout" Target="../slideLayouts/slideLayout26.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7"/>
          <p:cNvSpPr txBox="1"/>
          <p:nvPr>
            <p:ph type="title"/>
          </p:nvPr>
        </p:nvSpPr>
        <p:spPr>
          <a:xfrm>
            <a:off x="182850" y="8526"/>
            <a:ext cx="8024813" cy="792162"/>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1" i="0" sz="36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1" i="0" sz="36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1" i="0" sz="36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1" i="0" sz="36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1" i="0" sz="36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3600" u="none" cap="none" strike="noStrike">
                <a:solidFill>
                  <a:srgbClr val="0000FF"/>
                </a:solidFill>
                <a:latin typeface="SimHei"/>
                <a:ea typeface="SimHei"/>
                <a:cs typeface="SimHei"/>
                <a:sym typeface="SimHei"/>
              </a:defRPr>
            </a:lvl6pPr>
            <a:lvl7pPr lvl="6" marR="0" rtl="0" algn="l">
              <a:spcBef>
                <a:spcPts val="0"/>
              </a:spcBef>
              <a:spcAft>
                <a:spcPts val="0"/>
              </a:spcAft>
              <a:buSzPts val="1400"/>
              <a:buNone/>
              <a:defRPr b="0" i="0" sz="3600" u="none" cap="none" strike="noStrike">
                <a:solidFill>
                  <a:srgbClr val="0000FF"/>
                </a:solidFill>
                <a:latin typeface="SimHei"/>
                <a:ea typeface="SimHei"/>
                <a:cs typeface="SimHei"/>
                <a:sym typeface="SimHei"/>
              </a:defRPr>
            </a:lvl7pPr>
            <a:lvl8pPr lvl="7" marR="0" rtl="0" algn="l">
              <a:spcBef>
                <a:spcPts val="0"/>
              </a:spcBef>
              <a:spcAft>
                <a:spcPts val="0"/>
              </a:spcAft>
              <a:buSzPts val="1400"/>
              <a:buNone/>
              <a:defRPr b="0" i="0" sz="3600" u="none" cap="none" strike="noStrike">
                <a:solidFill>
                  <a:srgbClr val="0000FF"/>
                </a:solidFill>
                <a:latin typeface="SimHei"/>
                <a:ea typeface="SimHei"/>
                <a:cs typeface="SimHei"/>
                <a:sym typeface="SimHei"/>
              </a:defRPr>
            </a:lvl8pPr>
            <a:lvl9pPr lvl="8" marR="0" rtl="0" algn="l">
              <a:spcBef>
                <a:spcPts val="0"/>
              </a:spcBef>
              <a:spcAft>
                <a:spcPts val="0"/>
              </a:spcAft>
              <a:buSzPts val="1400"/>
              <a:buNone/>
              <a:defRPr b="0" i="0" sz="3600" u="none" cap="none" strike="noStrike">
                <a:solidFill>
                  <a:srgbClr val="0000FF"/>
                </a:solidFill>
                <a:latin typeface="SimHei"/>
                <a:ea typeface="SimHei"/>
                <a:cs typeface="SimHei"/>
                <a:sym typeface="SimHei"/>
              </a:defRPr>
            </a:lvl9pPr>
          </a:lstStyle>
          <a:p/>
        </p:txBody>
      </p:sp>
      <p:sp>
        <p:nvSpPr>
          <p:cNvPr id="11" name="Google Shape;11;p27"/>
          <p:cNvSpPr/>
          <p:nvPr/>
        </p:nvSpPr>
        <p:spPr>
          <a:xfrm rot="5400000">
            <a:off x="4513516" y="-3740963"/>
            <a:ext cx="72000" cy="9099032"/>
          </a:xfrm>
          <a:prstGeom prst="round2SameRect">
            <a:avLst>
              <a:gd fmla="val 0" name="adj1"/>
              <a:gd fmla="val 0" name="adj2"/>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FFFFFF"/>
              </a:solidFill>
              <a:latin typeface="Times New Roman"/>
              <a:ea typeface="Times New Roman"/>
              <a:cs typeface="Times New Roman"/>
              <a:sym typeface="Times New Roman"/>
            </a:endParaRPr>
          </a:p>
        </p:txBody>
      </p:sp>
      <p:sp>
        <p:nvSpPr>
          <p:cNvPr id="12" name="Google Shape;12;p27"/>
          <p:cNvSpPr/>
          <p:nvPr/>
        </p:nvSpPr>
        <p:spPr>
          <a:xfrm flipH="1" rot="5400000">
            <a:off x="8530149" y="230704"/>
            <a:ext cx="72000" cy="1155701"/>
          </a:xfrm>
          <a:prstGeom prst="round2SameRect">
            <a:avLst>
              <a:gd fmla="val 0" name="adj1"/>
              <a:gd fmla="val 0" name="adj2"/>
            </a:avLst>
          </a:prstGeom>
          <a:solidFill>
            <a:srgbClr val="7F7F7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FFFFFF"/>
              </a:solidFill>
              <a:latin typeface="Times New Roman"/>
              <a:ea typeface="Times New Roman"/>
              <a:cs typeface="Times New Roman"/>
              <a:sym typeface="Times New Roman"/>
            </a:endParaRPr>
          </a:p>
        </p:txBody>
      </p:sp>
      <p:sp>
        <p:nvSpPr>
          <p:cNvPr id="13" name="Google Shape;13;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1pPr>
            <a:lvl2pPr indent="0" lvl="1"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2pPr>
            <a:lvl3pPr indent="0" lvl="2"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3pPr>
            <a:lvl4pPr indent="0" lvl="3"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4pPr>
            <a:lvl5pPr indent="0" lvl="4"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5pPr>
            <a:lvl6pPr indent="0" lvl="5"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6pPr>
            <a:lvl7pPr indent="0" lvl="6"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7pPr>
            <a:lvl8pPr indent="0" lvl="7"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8pPr>
            <a:lvl9pPr indent="0" lvl="8" marL="0" marR="0" rtl="0" algn="r">
              <a:spcBef>
                <a:spcPts val="0"/>
              </a:spcBef>
              <a:spcAft>
                <a:spcPts val="0"/>
              </a:spcAft>
              <a:buNone/>
              <a:defRPr b="0" i="0" sz="1200" u="none" cap="none" strike="noStrike">
                <a:solidFill>
                  <a:schemeClr val="dk1"/>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ransition>
    <p:fade/>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9" name="Shape 89"/>
        <p:cNvGrpSpPr/>
        <p:nvPr/>
      </p:nvGrpSpPr>
      <p:grpSpPr>
        <a:xfrm>
          <a:off x="0" y="0"/>
          <a:ext cx="0" cy="0"/>
          <a:chOff x="0" y="0"/>
          <a:chExt cx="0" cy="0"/>
        </a:xfrm>
      </p:grpSpPr>
      <p:pic>
        <p:nvPicPr>
          <p:cNvPr descr="bg3-LINE" id="90" name="Google Shape;90;p46"/>
          <p:cNvPicPr preferRelativeResize="0"/>
          <p:nvPr/>
        </p:nvPicPr>
        <p:blipFill rotWithShape="1">
          <a:blip r:embed="rId1">
            <a:alphaModFix/>
          </a:blip>
          <a:srcRect b="0" l="0" r="0" t="0"/>
          <a:stretch/>
        </p:blipFill>
        <p:spPr>
          <a:xfrm>
            <a:off x="0" y="0"/>
            <a:ext cx="9142413" cy="6856413"/>
          </a:xfrm>
          <a:prstGeom prst="rect">
            <a:avLst/>
          </a:prstGeom>
          <a:noFill/>
          <a:ln>
            <a:noFill/>
          </a:ln>
        </p:spPr>
      </p:pic>
      <p:sp>
        <p:nvSpPr>
          <p:cNvPr id="91" name="Google Shape;91;p46"/>
          <p:cNvSpPr txBox="1"/>
          <p:nvPr>
            <p:ph type="title"/>
          </p:nvPr>
        </p:nvSpPr>
        <p:spPr>
          <a:xfrm>
            <a:off x="0" y="115888"/>
            <a:ext cx="8675688" cy="649287"/>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1pPr>
            <a:lvl2pPr lvl="1"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2pPr>
            <a:lvl3pPr lvl="2"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3pPr>
            <a:lvl4pPr lvl="3"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4pPr>
            <a:lvl5pPr lvl="4"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5pPr>
            <a:lvl6pPr lvl="5"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6pPr>
            <a:lvl7pPr lvl="6"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7pPr>
            <a:lvl8pPr lvl="7"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8pPr>
            <a:lvl9pPr lvl="8" marR="0" rtl="0" algn="ctr">
              <a:spcBef>
                <a:spcPts val="0"/>
              </a:spcBef>
              <a:spcAft>
                <a:spcPts val="0"/>
              </a:spcAft>
              <a:buSzPts val="1400"/>
              <a:buNone/>
              <a:defRPr b="1" i="0" sz="3400" u="none" cap="none" strike="noStrike">
                <a:solidFill>
                  <a:schemeClr val="lt1"/>
                </a:solidFill>
                <a:latin typeface="Arial"/>
                <a:ea typeface="Arial"/>
                <a:cs typeface="Arial"/>
                <a:sym typeface="Arial"/>
              </a:defRPr>
            </a:lvl9pPr>
          </a:lstStyle>
          <a:p/>
        </p:txBody>
      </p:sp>
      <p:sp>
        <p:nvSpPr>
          <p:cNvPr id="92" name="Google Shape;92;p46"/>
          <p:cNvSpPr txBox="1"/>
          <p:nvPr>
            <p:ph idx="1" type="body"/>
          </p:nvPr>
        </p:nvSpPr>
        <p:spPr>
          <a:xfrm>
            <a:off x="325438" y="1087438"/>
            <a:ext cx="8207375" cy="2270125"/>
          </a:xfrm>
          <a:prstGeom prst="rect">
            <a:avLst/>
          </a:prstGeom>
          <a:noFill/>
          <a:ln>
            <a:noFill/>
          </a:ln>
        </p:spPr>
        <p:txBody>
          <a:bodyPr anchorCtr="0" anchor="t" bIns="45700" lIns="91425" spcFirstLastPara="1" rIns="91425" wrap="square" tIns="45700">
            <a:spAutoFit/>
          </a:bodyPr>
          <a:lstStyle>
            <a:lvl1pPr indent="-370840" lvl="0" marL="457200" marR="0" rtl="0" algn="l">
              <a:lnSpc>
                <a:spcPct val="120000"/>
              </a:lnSpc>
              <a:spcBef>
                <a:spcPts val="1400"/>
              </a:spcBef>
              <a:spcAft>
                <a:spcPts val="0"/>
              </a:spcAft>
              <a:buClr>
                <a:srgbClr val="00246C"/>
              </a:buClr>
              <a:buSzPts val="2240"/>
              <a:buFont typeface="Noto Sans Symbols"/>
              <a:buChar char="■"/>
              <a:defRPr b="1" i="0" sz="2800" u="none" cap="none" strike="noStrike">
                <a:solidFill>
                  <a:srgbClr val="00246C"/>
                </a:solidFill>
                <a:latin typeface="Arial"/>
                <a:ea typeface="Arial"/>
                <a:cs typeface="Arial"/>
                <a:sym typeface="Arial"/>
              </a:defRPr>
            </a:lvl1pPr>
            <a:lvl2pPr indent="-350519" lvl="1" marL="914400" marR="0" rtl="0" algn="l">
              <a:lnSpc>
                <a:spcPct val="120000"/>
              </a:lnSpc>
              <a:spcBef>
                <a:spcPts val="480"/>
              </a:spcBef>
              <a:spcAft>
                <a:spcPts val="0"/>
              </a:spcAft>
              <a:buClr>
                <a:srgbClr val="0000CC"/>
              </a:buClr>
              <a:buSzPts val="1920"/>
              <a:buFont typeface="Noto Sans Symbols"/>
              <a:buChar char="■"/>
              <a:defRPr b="1" i="0" sz="2400" u="none" cap="none" strike="noStrike">
                <a:solidFill>
                  <a:srgbClr val="0000CC"/>
                </a:solidFill>
                <a:latin typeface="Arial"/>
                <a:ea typeface="Arial"/>
                <a:cs typeface="Arial"/>
                <a:sym typeface="Arial"/>
              </a:defRPr>
            </a:lvl2pPr>
            <a:lvl3pPr indent="-330200" lvl="2" marL="1371600" marR="0" rtl="0" algn="l">
              <a:lnSpc>
                <a:spcPct val="120000"/>
              </a:lnSpc>
              <a:spcBef>
                <a:spcPts val="400"/>
              </a:spcBef>
              <a:spcAft>
                <a:spcPts val="0"/>
              </a:spcAft>
              <a:buClr>
                <a:srgbClr val="3333FF"/>
              </a:buClr>
              <a:buSzPts val="1600"/>
              <a:buFont typeface="Noto Sans Symbols"/>
              <a:buChar char="■"/>
              <a:defRPr b="0" i="0" sz="2000" u="none" cap="none" strike="noStrike">
                <a:solidFill>
                  <a:srgbClr val="3333FF"/>
                </a:solidFill>
                <a:latin typeface="Arial"/>
                <a:ea typeface="Arial"/>
                <a:cs typeface="Arial"/>
                <a:sym typeface="Arial"/>
              </a:defRPr>
            </a:lvl3pPr>
            <a:lvl4pPr indent="-330200" lvl="3" marL="1828800" marR="0" rtl="0" algn="l">
              <a:lnSpc>
                <a:spcPct val="120000"/>
              </a:lnSpc>
              <a:spcBef>
                <a:spcPts val="400"/>
              </a:spcBef>
              <a:spcAft>
                <a:spcPts val="0"/>
              </a:spcAft>
              <a:buClr>
                <a:srgbClr val="6699FF"/>
              </a:buClr>
              <a:buSzPts val="1600"/>
              <a:buFont typeface="Noto Sans Symbols"/>
              <a:buChar char="■"/>
              <a:defRPr b="0" i="0" sz="2000" u="none" cap="none" strike="noStrike">
                <a:solidFill>
                  <a:srgbClr val="6699FF"/>
                </a:solidFill>
                <a:latin typeface="Arial"/>
                <a:ea typeface="Arial"/>
                <a:cs typeface="Arial"/>
                <a:sym typeface="Arial"/>
              </a:defRPr>
            </a:lvl4pPr>
            <a:lvl5pPr indent="-309879" lvl="4" marL="2286000" marR="0" rtl="0" algn="l">
              <a:lnSpc>
                <a:spcPct val="120000"/>
              </a:lnSpc>
              <a:spcBef>
                <a:spcPts val="320"/>
              </a:spcBef>
              <a:spcAft>
                <a:spcPts val="0"/>
              </a:spcAft>
              <a:buClr>
                <a:srgbClr val="B3CCE6"/>
              </a:buClr>
              <a:buSzPts val="1280"/>
              <a:buFont typeface="Noto Sans Symbols"/>
              <a:buChar char="■"/>
              <a:defRPr b="0" i="0" sz="1600" u="none" cap="none" strike="noStrike">
                <a:solidFill>
                  <a:srgbClr val="B3CCE6"/>
                </a:solidFill>
                <a:latin typeface="Arial"/>
                <a:ea typeface="Arial"/>
                <a:cs typeface="Arial"/>
                <a:sym typeface="Arial"/>
              </a:defRPr>
            </a:lvl5pPr>
            <a:lvl6pPr indent="-309879" lvl="5" marL="2743200" marR="0" rtl="0" algn="l">
              <a:lnSpc>
                <a:spcPct val="120000"/>
              </a:lnSpc>
              <a:spcBef>
                <a:spcPts val="320"/>
              </a:spcBef>
              <a:spcAft>
                <a:spcPts val="0"/>
              </a:spcAft>
              <a:buClr>
                <a:srgbClr val="B3CCE6"/>
              </a:buClr>
              <a:buSzPts val="1280"/>
              <a:buFont typeface="Noto Sans Symbols"/>
              <a:buChar char="■"/>
              <a:defRPr b="0" i="0" sz="1600" u="none" cap="none" strike="noStrike">
                <a:solidFill>
                  <a:srgbClr val="B3CCE6"/>
                </a:solidFill>
                <a:latin typeface="Arial"/>
                <a:ea typeface="Arial"/>
                <a:cs typeface="Arial"/>
                <a:sym typeface="Arial"/>
              </a:defRPr>
            </a:lvl6pPr>
            <a:lvl7pPr indent="-309879" lvl="6" marL="3200400" marR="0" rtl="0" algn="l">
              <a:lnSpc>
                <a:spcPct val="120000"/>
              </a:lnSpc>
              <a:spcBef>
                <a:spcPts val="320"/>
              </a:spcBef>
              <a:spcAft>
                <a:spcPts val="0"/>
              </a:spcAft>
              <a:buClr>
                <a:srgbClr val="B3CCE6"/>
              </a:buClr>
              <a:buSzPts val="1280"/>
              <a:buFont typeface="Noto Sans Symbols"/>
              <a:buChar char="■"/>
              <a:defRPr b="0" i="0" sz="1600" u="none" cap="none" strike="noStrike">
                <a:solidFill>
                  <a:srgbClr val="B3CCE6"/>
                </a:solidFill>
                <a:latin typeface="Arial"/>
                <a:ea typeface="Arial"/>
                <a:cs typeface="Arial"/>
                <a:sym typeface="Arial"/>
              </a:defRPr>
            </a:lvl7pPr>
            <a:lvl8pPr indent="-309879" lvl="7" marL="3657600" marR="0" rtl="0" algn="l">
              <a:lnSpc>
                <a:spcPct val="120000"/>
              </a:lnSpc>
              <a:spcBef>
                <a:spcPts val="320"/>
              </a:spcBef>
              <a:spcAft>
                <a:spcPts val="0"/>
              </a:spcAft>
              <a:buClr>
                <a:srgbClr val="B3CCE6"/>
              </a:buClr>
              <a:buSzPts val="1280"/>
              <a:buFont typeface="Noto Sans Symbols"/>
              <a:buChar char="■"/>
              <a:defRPr b="0" i="0" sz="1600" u="none" cap="none" strike="noStrike">
                <a:solidFill>
                  <a:srgbClr val="B3CCE6"/>
                </a:solidFill>
                <a:latin typeface="Arial"/>
                <a:ea typeface="Arial"/>
                <a:cs typeface="Arial"/>
                <a:sym typeface="Arial"/>
              </a:defRPr>
            </a:lvl8pPr>
            <a:lvl9pPr indent="-309879" lvl="8" marL="4114800" marR="0" rtl="0" algn="l">
              <a:lnSpc>
                <a:spcPct val="120000"/>
              </a:lnSpc>
              <a:spcBef>
                <a:spcPts val="320"/>
              </a:spcBef>
              <a:spcAft>
                <a:spcPts val="0"/>
              </a:spcAft>
              <a:buClr>
                <a:srgbClr val="B3CCE6"/>
              </a:buClr>
              <a:buSzPts val="1280"/>
              <a:buFont typeface="Noto Sans Symbols"/>
              <a:buChar char="■"/>
              <a:defRPr b="0" i="0" sz="1600" u="none" cap="none" strike="noStrike">
                <a:solidFill>
                  <a:srgbClr val="B3CCE6"/>
                </a:solidFill>
                <a:latin typeface="Arial"/>
                <a:ea typeface="Arial"/>
                <a:cs typeface="Arial"/>
                <a:sym typeface="Arial"/>
              </a:defRPr>
            </a:lvl9pPr>
          </a:lstStyle>
          <a:p/>
        </p:txBody>
      </p:sp>
      <p:sp>
        <p:nvSpPr>
          <p:cNvPr id="93" name="Google Shape;93;p46"/>
          <p:cNvSpPr txBox="1"/>
          <p:nvPr>
            <p:ph idx="12" type="sldNum"/>
          </p:nvPr>
        </p:nvSpPr>
        <p:spPr>
          <a:xfrm>
            <a:off x="6902450" y="6499225"/>
            <a:ext cx="2133600" cy="2127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spcAft>
                <a:spcPts val="0"/>
              </a:spcAft>
              <a:buNone/>
              <a:defRPr b="0" sz="1000">
                <a:solidFill>
                  <a:schemeClr val="dk1"/>
                </a:solidFill>
                <a:latin typeface="Microsoft Yahei"/>
                <a:ea typeface="Microsoft Yahei"/>
                <a:cs typeface="Microsoft Yahei"/>
                <a:sym typeface="Microsoft Yahei"/>
              </a:defRPr>
            </a:lvl1pPr>
            <a:lvl2pPr indent="0" lvl="1" marL="0" marR="0" rtl="0" algn="r">
              <a:spcBef>
                <a:spcPts val="0"/>
              </a:spcBef>
              <a:spcAft>
                <a:spcPts val="0"/>
              </a:spcAft>
              <a:buNone/>
              <a:defRPr b="0" sz="1000">
                <a:solidFill>
                  <a:schemeClr val="dk1"/>
                </a:solidFill>
                <a:latin typeface="Microsoft Yahei"/>
                <a:ea typeface="Microsoft Yahei"/>
                <a:cs typeface="Microsoft Yahei"/>
                <a:sym typeface="Microsoft Yahei"/>
              </a:defRPr>
            </a:lvl2pPr>
            <a:lvl3pPr indent="0" lvl="2" marL="0" marR="0" rtl="0" algn="r">
              <a:spcBef>
                <a:spcPts val="0"/>
              </a:spcBef>
              <a:spcAft>
                <a:spcPts val="0"/>
              </a:spcAft>
              <a:buNone/>
              <a:defRPr b="0" sz="1000">
                <a:solidFill>
                  <a:schemeClr val="dk1"/>
                </a:solidFill>
                <a:latin typeface="Microsoft Yahei"/>
                <a:ea typeface="Microsoft Yahei"/>
                <a:cs typeface="Microsoft Yahei"/>
                <a:sym typeface="Microsoft Yahei"/>
              </a:defRPr>
            </a:lvl3pPr>
            <a:lvl4pPr indent="0" lvl="3" marL="0" marR="0" rtl="0" algn="r">
              <a:spcBef>
                <a:spcPts val="0"/>
              </a:spcBef>
              <a:spcAft>
                <a:spcPts val="0"/>
              </a:spcAft>
              <a:buNone/>
              <a:defRPr b="0" sz="1000">
                <a:solidFill>
                  <a:schemeClr val="dk1"/>
                </a:solidFill>
                <a:latin typeface="Microsoft Yahei"/>
                <a:ea typeface="Microsoft Yahei"/>
                <a:cs typeface="Microsoft Yahei"/>
                <a:sym typeface="Microsoft Yahei"/>
              </a:defRPr>
            </a:lvl4pPr>
            <a:lvl5pPr indent="0" lvl="4" marL="0" marR="0" rtl="0" algn="r">
              <a:spcBef>
                <a:spcPts val="0"/>
              </a:spcBef>
              <a:spcAft>
                <a:spcPts val="0"/>
              </a:spcAft>
              <a:buNone/>
              <a:defRPr b="0" sz="1000">
                <a:solidFill>
                  <a:schemeClr val="dk1"/>
                </a:solidFill>
                <a:latin typeface="Microsoft Yahei"/>
                <a:ea typeface="Microsoft Yahei"/>
                <a:cs typeface="Microsoft Yahei"/>
                <a:sym typeface="Microsoft Yahei"/>
              </a:defRPr>
            </a:lvl5pPr>
            <a:lvl6pPr indent="0" lvl="5" marL="0" marR="0" rtl="0" algn="r">
              <a:spcBef>
                <a:spcPts val="0"/>
              </a:spcBef>
              <a:spcAft>
                <a:spcPts val="0"/>
              </a:spcAft>
              <a:buNone/>
              <a:defRPr b="0" sz="1000">
                <a:solidFill>
                  <a:schemeClr val="dk1"/>
                </a:solidFill>
                <a:latin typeface="Microsoft Yahei"/>
                <a:ea typeface="Microsoft Yahei"/>
                <a:cs typeface="Microsoft Yahei"/>
                <a:sym typeface="Microsoft Yahei"/>
              </a:defRPr>
            </a:lvl6pPr>
            <a:lvl7pPr indent="0" lvl="6" marL="0" marR="0" rtl="0" algn="r">
              <a:spcBef>
                <a:spcPts val="0"/>
              </a:spcBef>
              <a:spcAft>
                <a:spcPts val="0"/>
              </a:spcAft>
              <a:buNone/>
              <a:defRPr b="0" sz="1000">
                <a:solidFill>
                  <a:schemeClr val="dk1"/>
                </a:solidFill>
                <a:latin typeface="Microsoft Yahei"/>
                <a:ea typeface="Microsoft Yahei"/>
                <a:cs typeface="Microsoft Yahei"/>
                <a:sym typeface="Microsoft Yahei"/>
              </a:defRPr>
            </a:lvl7pPr>
            <a:lvl8pPr indent="0" lvl="7" marL="0" marR="0" rtl="0" algn="r">
              <a:spcBef>
                <a:spcPts val="0"/>
              </a:spcBef>
              <a:spcAft>
                <a:spcPts val="0"/>
              </a:spcAft>
              <a:buNone/>
              <a:defRPr b="0" sz="1000">
                <a:solidFill>
                  <a:schemeClr val="dk1"/>
                </a:solidFill>
                <a:latin typeface="Microsoft Yahei"/>
                <a:ea typeface="Microsoft Yahei"/>
                <a:cs typeface="Microsoft Yahei"/>
                <a:sym typeface="Microsoft Yahei"/>
              </a:defRPr>
            </a:lvl8pPr>
            <a:lvl9pPr indent="0" lvl="8" marL="0" marR="0" rtl="0" algn="r">
              <a:spcBef>
                <a:spcPts val="0"/>
              </a:spcBef>
              <a:spcAft>
                <a:spcPts val="0"/>
              </a:spcAft>
              <a:buNone/>
              <a:defRPr b="0" sz="1000">
                <a:solidFill>
                  <a:schemeClr val="dk1"/>
                </a:solidFill>
                <a:latin typeface="Microsoft Yahei"/>
                <a:ea typeface="Microsoft Yahei"/>
                <a:cs typeface="Microsoft Yahei"/>
                <a:sym typeface="Microsoft Yahei"/>
              </a:defRPr>
            </a:lvl9pPr>
          </a:lstStyle>
          <a:p>
            <a:pPr indent="0" lvl="0" marL="0" rtl="0" algn="r">
              <a:spcBef>
                <a:spcPts val="0"/>
              </a:spcBef>
              <a:spcAft>
                <a:spcPts val="0"/>
              </a:spcAft>
              <a:buNone/>
            </a:pPr>
            <a:r>
              <a:rPr lang="zh-CN"/>
              <a:t> </a:t>
            </a:r>
            <a:fld id="{00000000-1234-1234-1234-123412341234}" type="slidenum">
              <a:rPr lang="zh-CN"/>
              <a:t>‹#›</a:t>
            </a:fld>
            <a:r>
              <a:rPr lang="zh-CN"/>
              <a:t> </a:t>
            </a:r>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4.png"/><Relationship Id="rId4"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2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21.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9.png"/><Relationship Id="rId6" Type="http://schemas.openxmlformats.org/officeDocument/2006/relationships/image" Target="../media/image2.png"/><Relationship Id="rId7" Type="http://schemas.openxmlformats.org/officeDocument/2006/relationships/image" Target="../media/image1.png"/><Relationship Id="rId8"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0" Type="http://schemas.openxmlformats.org/officeDocument/2006/relationships/image" Target="../media/image33.png"/><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 Id="rId4" Type="http://schemas.openxmlformats.org/officeDocument/2006/relationships/image" Target="../media/image28.png"/><Relationship Id="rId9" Type="http://schemas.openxmlformats.org/officeDocument/2006/relationships/image" Target="../media/image46.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4.png"/><Relationship Id="rId8"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6.png"/><Relationship Id="rId4" Type="http://schemas.openxmlformats.org/officeDocument/2006/relationships/image" Target="../media/image29.png"/><Relationship Id="rId5" Type="http://schemas.openxmlformats.org/officeDocument/2006/relationships/image" Target="../media/image43.png"/><Relationship Id="rId6" Type="http://schemas.openxmlformats.org/officeDocument/2006/relationships/image" Target="../media/image49.png"/><Relationship Id="rId7"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www.researchgate.net/publication/269518510_New_Techniques_in_Satellite_Altimeter_Tracking_Systems" TargetMode="External"/><Relationship Id="rId4" Type="http://schemas.openxmlformats.org/officeDocument/2006/relationships/image" Target="../media/image40.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40.png"/><Relationship Id="rId4" Type="http://schemas.openxmlformats.org/officeDocument/2006/relationships/image" Target="../media/image37.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3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bg>
      <p:bgPr>
        <a:solidFill>
          <a:srgbClr val="F2F2F2"/>
        </a:solidFill>
      </p:bgPr>
    </p:bg>
    <p:spTree>
      <p:nvGrpSpPr>
        <p:cNvPr id="144" name="Shape 144"/>
        <p:cNvGrpSpPr/>
        <p:nvPr/>
      </p:nvGrpSpPr>
      <p:grpSpPr>
        <a:xfrm>
          <a:off x="0" y="0"/>
          <a:ext cx="0" cy="0"/>
          <a:chOff x="0" y="0"/>
          <a:chExt cx="0" cy="0"/>
        </a:xfrm>
      </p:grpSpPr>
      <p:sp>
        <p:nvSpPr>
          <p:cNvPr id="145" name="Google Shape;145;p1"/>
          <p:cNvSpPr/>
          <p:nvPr/>
        </p:nvSpPr>
        <p:spPr>
          <a:xfrm>
            <a:off x="319693" y="1685331"/>
            <a:ext cx="8501204" cy="1917543"/>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0000"/>
              </a:buClr>
              <a:buSzPts val="4800"/>
              <a:buFont typeface="Microsoft Yahei"/>
              <a:buNone/>
            </a:pPr>
            <a:r>
              <a:rPr b="1" i="0" lang="zh-CN" sz="4800" u="none" cap="none" strike="noStrike">
                <a:solidFill>
                  <a:srgbClr val="FF0000"/>
                </a:solidFill>
                <a:latin typeface="Microsoft Yahei"/>
                <a:ea typeface="Microsoft Yahei"/>
                <a:cs typeface="Microsoft Yahei"/>
                <a:sym typeface="Microsoft Yahei"/>
              </a:rPr>
              <a:t>星载雷达测高原理</a:t>
            </a:r>
            <a:endParaRPr b="1" i="0" sz="4800" u="none" cap="none" strike="noStrike">
              <a:solidFill>
                <a:srgbClr val="FF0000"/>
              </a:solidFill>
              <a:latin typeface="Microsoft Yahei"/>
              <a:ea typeface="Microsoft Yahei"/>
              <a:cs typeface="Microsoft Yahei"/>
              <a:sym typeface="Microsoft Yahei"/>
            </a:endParaRPr>
          </a:p>
        </p:txBody>
      </p:sp>
      <p:sp>
        <p:nvSpPr>
          <p:cNvPr id="146" name="Google Shape;146;p1"/>
          <p:cNvSpPr/>
          <p:nvPr/>
        </p:nvSpPr>
        <p:spPr>
          <a:xfrm>
            <a:off x="153909" y="3931738"/>
            <a:ext cx="8809022" cy="1439862"/>
          </a:xfrm>
          <a:prstGeom prst="rect">
            <a:avLst/>
          </a:prstGeom>
          <a:no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Clr>
                <a:srgbClr val="002060"/>
              </a:buClr>
              <a:buSzPts val="1920"/>
              <a:buFont typeface="Microsoft Yahei"/>
              <a:buNone/>
            </a:pPr>
            <a:r>
              <a:rPr b="1" i="0" lang="zh-CN" sz="2400" u="none" cap="none" strike="noStrike">
                <a:solidFill>
                  <a:srgbClr val="002060"/>
                </a:solidFill>
                <a:latin typeface="Microsoft Yahei"/>
                <a:ea typeface="Microsoft Yahei"/>
                <a:cs typeface="Microsoft Yahei"/>
                <a:sym typeface="Microsoft Yahei"/>
              </a:rPr>
              <a:t>罗 新</a:t>
            </a:r>
            <a:endParaRPr b="1" i="0" sz="2400" u="none" cap="none" strike="noStrike">
              <a:solidFill>
                <a:srgbClr val="002060"/>
              </a:solidFill>
              <a:latin typeface="Microsoft Yahei"/>
              <a:ea typeface="Microsoft Yahei"/>
              <a:cs typeface="Microsoft Yahei"/>
              <a:sym typeface="Microsoft Yahei"/>
            </a:endParaRPr>
          </a:p>
          <a:p>
            <a:pPr indent="0" lvl="0" marL="0" marR="0" rtl="0" algn="ctr">
              <a:lnSpc>
                <a:spcPct val="150000"/>
              </a:lnSpc>
              <a:spcBef>
                <a:spcPts val="0"/>
              </a:spcBef>
              <a:spcAft>
                <a:spcPts val="0"/>
              </a:spcAft>
              <a:buClr>
                <a:srgbClr val="002060"/>
              </a:buClr>
              <a:buSzPts val="1920"/>
              <a:buFont typeface="Microsoft Yahei"/>
              <a:buNone/>
            </a:pPr>
            <a:r>
              <a:rPr b="1" i="0" lang="zh-CN" sz="2400" u="none" cap="none" strike="noStrike">
                <a:solidFill>
                  <a:srgbClr val="002060"/>
                </a:solidFill>
                <a:latin typeface="Microsoft Yahei"/>
                <a:ea typeface="Microsoft Yahei"/>
                <a:cs typeface="Microsoft Yahei"/>
                <a:sym typeface="Microsoft Yahei"/>
              </a:rPr>
              <a:t>云南大学 地球科学学院</a:t>
            </a:r>
            <a:endParaRPr b="1" i="0" sz="2400" u="none" cap="none" strike="noStrike">
              <a:solidFill>
                <a:srgbClr val="002060"/>
              </a:solidFill>
              <a:latin typeface="Microsoft Yahei"/>
              <a:ea typeface="Microsoft Yahei"/>
              <a:cs typeface="Microsoft Yahei"/>
              <a:sym typeface="Microsoft Yahei"/>
            </a:endParaRPr>
          </a:p>
          <a:p>
            <a:pPr indent="0" lvl="0" marL="0" marR="0" rtl="0" algn="ctr">
              <a:lnSpc>
                <a:spcPct val="150000"/>
              </a:lnSpc>
              <a:spcBef>
                <a:spcPts val="0"/>
              </a:spcBef>
              <a:spcAft>
                <a:spcPts val="0"/>
              </a:spcAft>
              <a:buClr>
                <a:schemeClr val="lt1"/>
              </a:buClr>
              <a:buSzPts val="2240"/>
              <a:buFont typeface="Times New Roman"/>
              <a:buNone/>
            </a:pPr>
            <a:r>
              <a:t/>
            </a:r>
            <a:endParaRPr b="1" i="0" sz="2800" u="none" cap="none" strike="noStrike">
              <a:solidFill>
                <a:srgbClr val="002060"/>
              </a:solidFill>
              <a:latin typeface="Microsoft Yahei"/>
              <a:ea typeface="Microsoft Yahei"/>
              <a:cs typeface="Microsoft Yahei"/>
              <a:sym typeface="Microsoft Yahei"/>
            </a:endParaRPr>
          </a:p>
          <a:p>
            <a:pPr indent="0" lvl="0" marL="0" marR="0" rtl="0" algn="ctr">
              <a:lnSpc>
                <a:spcPct val="120000"/>
              </a:lnSpc>
              <a:spcBef>
                <a:spcPts val="0"/>
              </a:spcBef>
              <a:spcAft>
                <a:spcPts val="0"/>
              </a:spcAft>
              <a:buClr>
                <a:schemeClr val="lt1"/>
              </a:buClr>
              <a:buSzPts val="1600"/>
              <a:buFont typeface="Times New Roman"/>
              <a:buNone/>
            </a:pPr>
            <a:r>
              <a:t/>
            </a:r>
            <a:endParaRPr b="0" i="0" sz="2000" u="none" cap="none" strike="noStrike">
              <a:solidFill>
                <a:srgbClr val="002060"/>
              </a:solidFill>
              <a:latin typeface="Microsoft Yahei"/>
              <a:ea typeface="Microsoft Yahei"/>
              <a:cs typeface="Microsoft Yahei"/>
              <a:sym typeface="Microsoft Yahei"/>
            </a:endParaRPr>
          </a:p>
          <a:p>
            <a:pPr indent="0" lvl="0" marL="0" marR="0" rtl="0" algn="ctr">
              <a:lnSpc>
                <a:spcPct val="120000"/>
              </a:lnSpc>
              <a:spcBef>
                <a:spcPts val="0"/>
              </a:spcBef>
              <a:spcAft>
                <a:spcPts val="0"/>
              </a:spcAft>
              <a:buClr>
                <a:schemeClr val="lt1"/>
              </a:buClr>
              <a:buSzPts val="1600"/>
              <a:buFont typeface="Times New Roman"/>
              <a:buNone/>
            </a:pPr>
            <a:r>
              <a:t/>
            </a:r>
            <a:endParaRPr b="0" i="0" sz="2000" u="none" cap="none" strike="noStrike">
              <a:solidFill>
                <a:srgbClr val="002060"/>
              </a:solidFill>
              <a:latin typeface="Microsoft Yahei"/>
              <a:ea typeface="Microsoft Yahei"/>
              <a:cs typeface="Microsoft Yahei"/>
              <a:sym typeface="Microsoft Yahei"/>
            </a:endParaRPr>
          </a:p>
          <a:p>
            <a:pPr indent="0" lvl="0" marL="0" marR="0" rtl="0" algn="ctr">
              <a:lnSpc>
                <a:spcPct val="120000"/>
              </a:lnSpc>
              <a:spcBef>
                <a:spcPts val="0"/>
              </a:spcBef>
              <a:spcAft>
                <a:spcPts val="0"/>
              </a:spcAft>
              <a:buClr>
                <a:schemeClr val="lt1"/>
              </a:buClr>
              <a:buSzPts val="1440"/>
              <a:buFont typeface="Times New Roman"/>
              <a:buNone/>
            </a:pPr>
            <a:r>
              <a:t/>
            </a:r>
            <a:endParaRPr b="0" i="0" sz="1800" u="none" cap="none" strike="noStrike">
              <a:solidFill>
                <a:srgbClr val="002060"/>
              </a:solidFill>
              <a:latin typeface="Microsoft Yahei"/>
              <a:ea typeface="Microsoft Yahei"/>
              <a:cs typeface="Microsoft Yahei"/>
              <a:sym typeface="Microsoft Yahei"/>
            </a:endParaRPr>
          </a:p>
        </p:txBody>
      </p:sp>
      <p:sp>
        <p:nvSpPr>
          <p:cNvPr id="147" name="Google Shape;147;p1"/>
          <p:cNvSpPr/>
          <p:nvPr/>
        </p:nvSpPr>
        <p:spPr>
          <a:xfrm flipH="1" rot="10800000">
            <a:off x="792000" y="3614404"/>
            <a:ext cx="7560000" cy="45719"/>
          </a:xfrm>
          <a:prstGeom prst="rect">
            <a:avLst/>
          </a:prstGeom>
          <a:gradFill>
            <a:gsLst>
              <a:gs pos="0">
                <a:srgbClr val="FFFFFF">
                  <a:alpha val="0"/>
                </a:srgbClr>
              </a:gs>
              <a:gs pos="50000">
                <a:schemeClr val="accent1"/>
              </a:gs>
              <a:gs pos="100000">
                <a:srgbClr val="FFFFFF">
                  <a:alpha val="0"/>
                </a:srgbClr>
              </a:gs>
            </a:gsLst>
            <a:lin ang="10800000" scaled="0"/>
          </a:gradFill>
          <a:ln>
            <a:noFill/>
          </a:ln>
        </p:spPr>
        <p:txBody>
          <a:bodyPr anchorCtr="0" anchor="ctr" bIns="45700" lIns="0" spcFirstLastPara="1" rIns="91425" wrap="square" tIns="45700">
            <a:noAutofit/>
          </a:bodyPr>
          <a:lstStyle/>
          <a:p>
            <a:pPr indent="0" lvl="0" marL="0" marR="0" rtl="0" algn="l">
              <a:lnSpc>
                <a:spcPct val="100000"/>
              </a:lnSpc>
              <a:spcBef>
                <a:spcPts val="0"/>
              </a:spcBef>
              <a:spcAft>
                <a:spcPts val="0"/>
              </a:spcAft>
              <a:buClr>
                <a:schemeClr val="lt1"/>
              </a:buClr>
              <a:buSzPts val="2400"/>
              <a:buFont typeface="Times New Roman"/>
              <a:buNone/>
            </a:pPr>
            <a:r>
              <a:t/>
            </a:r>
            <a:endParaRPr b="1" i="0" sz="2400" u="none" cap="none" strike="noStrike">
              <a:solidFill>
                <a:srgbClr val="FF0000"/>
              </a:solidFill>
              <a:latin typeface="Microsoft Yahei"/>
              <a:ea typeface="Microsoft Yahei"/>
              <a:cs typeface="Microsoft Yahei"/>
              <a:sym typeface="Microsoft Yahei"/>
            </a:endParaRPr>
          </a:p>
        </p:txBody>
      </p:sp>
      <p:sp>
        <p:nvSpPr>
          <p:cNvPr id="148" name="Google Shape;148;p1"/>
          <p:cNvSpPr/>
          <p:nvPr/>
        </p:nvSpPr>
        <p:spPr>
          <a:xfrm>
            <a:off x="307818" y="5474698"/>
            <a:ext cx="8627953" cy="78483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Microsoft Yahei"/>
              <a:buNone/>
            </a:pPr>
            <a:r>
              <a:rPr b="0" i="0" lang="zh-CN" sz="1800" u="none" cap="none" strike="noStrike">
                <a:solidFill>
                  <a:srgbClr val="000000"/>
                </a:solidFill>
                <a:latin typeface="Microsoft Yahei"/>
                <a:ea typeface="Microsoft Yahei"/>
                <a:cs typeface="Microsoft Yahei"/>
                <a:sym typeface="Microsoft Yahei"/>
              </a:rPr>
              <a:t>邮箱: xinluo_xin@ynu.edu.cn</a:t>
            </a:r>
            <a:endParaRPr/>
          </a:p>
          <a:p>
            <a:pPr indent="0" lvl="0" marL="0" marR="0" rtl="0" algn="ctr">
              <a:lnSpc>
                <a:spcPct val="100000"/>
              </a:lnSpc>
              <a:spcBef>
                <a:spcPts val="900"/>
              </a:spcBef>
              <a:spcAft>
                <a:spcPts val="0"/>
              </a:spcAft>
              <a:buClr>
                <a:srgbClr val="000000"/>
              </a:buClr>
              <a:buSzPts val="1800"/>
              <a:buFont typeface="Microsoft Yahei"/>
              <a:buNone/>
            </a:pPr>
            <a:r>
              <a:rPr b="0" i="0" lang="zh-CN" sz="1800" u="none" cap="none" strike="noStrike">
                <a:solidFill>
                  <a:srgbClr val="000000"/>
                </a:solidFill>
                <a:latin typeface="Microsoft Yahei"/>
                <a:ea typeface="Microsoft Yahei"/>
                <a:cs typeface="Microsoft Yahei"/>
                <a:sym typeface="Microsoft Yahei"/>
              </a:rPr>
              <a:t>地址：地球科学学院1327办公室</a:t>
            </a:r>
            <a:endParaRPr b="0" i="0" sz="1800" u="none" cap="none" strike="noStrike">
              <a:solidFill>
                <a:srgbClr val="000000"/>
              </a:solidFill>
              <a:latin typeface="Microsoft Yahei"/>
              <a:ea typeface="Microsoft Yahei"/>
              <a:cs typeface="Microsoft Yahei"/>
              <a:sym typeface="Microsoft Yahei"/>
            </a:endParaRPr>
          </a:p>
        </p:txBody>
      </p:sp>
      <p:pic>
        <p:nvPicPr>
          <p:cNvPr id="149" name="Google Shape;149;p1"/>
          <p:cNvPicPr preferRelativeResize="0"/>
          <p:nvPr/>
        </p:nvPicPr>
        <p:blipFill rotWithShape="1">
          <a:blip r:embed="rId3">
            <a:alphaModFix/>
          </a:blip>
          <a:srcRect b="0" l="0" r="0" t="0"/>
          <a:stretch/>
        </p:blipFill>
        <p:spPr>
          <a:xfrm>
            <a:off x="431628" y="243145"/>
            <a:ext cx="2866773" cy="1012641"/>
          </a:xfrm>
          <a:prstGeom prst="rect">
            <a:avLst/>
          </a:prstGeom>
          <a:noFill/>
          <a:ln>
            <a:noFill/>
          </a:ln>
        </p:spPr>
      </p:pic>
      <p:pic>
        <p:nvPicPr>
          <p:cNvPr id="150" name="Google Shape;150;p1"/>
          <p:cNvPicPr preferRelativeResize="0"/>
          <p:nvPr/>
        </p:nvPicPr>
        <p:blipFill rotWithShape="1">
          <a:blip r:embed="rId4">
            <a:alphaModFix/>
          </a:blip>
          <a:srcRect b="0" l="0" r="0" t="0"/>
          <a:stretch/>
        </p:blipFill>
        <p:spPr>
          <a:xfrm>
            <a:off x="6162261" y="6259528"/>
            <a:ext cx="2996979" cy="622992"/>
          </a:xfrm>
          <a:prstGeom prst="rect">
            <a:avLst/>
          </a:prstGeom>
          <a:noFill/>
          <a:ln>
            <a:noFill/>
          </a:ln>
        </p:spPr>
      </p:pic>
      <p:sp>
        <p:nvSpPr>
          <p:cNvPr id="151" name="Google Shape;151;p1"/>
          <p:cNvSpPr txBox="1"/>
          <p:nvPr/>
        </p:nvSpPr>
        <p:spPr>
          <a:xfrm>
            <a:off x="5585174" y="397293"/>
            <a:ext cx="3514971" cy="40011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Times New Roman"/>
              <a:buNone/>
            </a:pPr>
            <a:r>
              <a:rPr b="1" i="1" lang="zh-CN" sz="2000" u="none" cap="none" strike="noStrike">
                <a:solidFill>
                  <a:srgbClr val="000000"/>
                </a:solidFill>
                <a:latin typeface="Times New Roman"/>
                <a:ea typeface="Times New Roman"/>
                <a:cs typeface="Times New Roman"/>
                <a:sym typeface="Times New Roman"/>
              </a:rPr>
              <a:t>卫星测高原理及应用课程</a:t>
            </a:r>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56" name="Shape 156"/>
        <p:cNvGrpSpPr/>
        <p:nvPr/>
      </p:nvGrpSpPr>
      <p:grpSpPr>
        <a:xfrm>
          <a:off x="0" y="0"/>
          <a:ext cx="0" cy="0"/>
          <a:chOff x="0" y="0"/>
          <a:chExt cx="0" cy="0"/>
        </a:xfrm>
      </p:grpSpPr>
      <p:sp>
        <p:nvSpPr>
          <p:cNvPr id="157" name="Google Shape;157;p2"/>
          <p:cNvSpPr/>
          <p:nvPr/>
        </p:nvSpPr>
        <p:spPr>
          <a:xfrm>
            <a:off x="0" y="0"/>
            <a:ext cx="1835696" cy="6858000"/>
          </a:xfrm>
          <a:prstGeom prst="rect">
            <a:avLst/>
          </a:prstGeom>
          <a:solidFill>
            <a:srgbClr val="0000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sp>
        <p:nvSpPr>
          <p:cNvPr id="158" name="Google Shape;158;p2"/>
          <p:cNvSpPr txBox="1"/>
          <p:nvPr/>
        </p:nvSpPr>
        <p:spPr>
          <a:xfrm>
            <a:off x="7172373" y="260648"/>
            <a:ext cx="1608134" cy="92333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zh-CN" sz="5400" u="none" cap="none" strike="noStrike">
                <a:solidFill>
                  <a:schemeClr val="accent1"/>
                </a:solidFill>
                <a:latin typeface="Arial"/>
                <a:ea typeface="Arial"/>
                <a:cs typeface="Arial"/>
                <a:sym typeface="Arial"/>
              </a:rPr>
              <a:t>目录</a:t>
            </a:r>
            <a:endParaRPr b="1" i="0" sz="5400" u="none" cap="none" strike="noStrike">
              <a:solidFill>
                <a:schemeClr val="accent1"/>
              </a:solidFill>
              <a:latin typeface="Arial"/>
              <a:ea typeface="Arial"/>
              <a:cs typeface="Arial"/>
              <a:sym typeface="Arial"/>
            </a:endParaRPr>
          </a:p>
        </p:txBody>
      </p:sp>
      <p:grpSp>
        <p:nvGrpSpPr>
          <p:cNvPr id="159" name="Google Shape;159;p2"/>
          <p:cNvGrpSpPr/>
          <p:nvPr/>
        </p:nvGrpSpPr>
        <p:grpSpPr>
          <a:xfrm>
            <a:off x="2097095" y="3602896"/>
            <a:ext cx="5718900" cy="584775"/>
            <a:chOff x="2121802" y="3502615"/>
            <a:chExt cx="5718900" cy="584775"/>
          </a:xfrm>
        </p:grpSpPr>
        <p:sp>
          <p:nvSpPr>
            <p:cNvPr id="160" name="Google Shape;160;p2"/>
            <p:cNvSpPr/>
            <p:nvPr/>
          </p:nvSpPr>
          <p:spPr>
            <a:xfrm>
              <a:off x="2121802" y="3511390"/>
              <a:ext cx="576000" cy="576000"/>
            </a:xfrm>
            <a:prstGeom prst="ellipse">
              <a:avLst/>
            </a:prstGeom>
            <a:solidFill>
              <a:schemeClr val="lt1"/>
            </a:solidFill>
            <a:ln cap="flat" cmpd="sng" w="190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zh-CN" sz="3200" u="none" cap="none" strike="noStrike">
                  <a:solidFill>
                    <a:schemeClr val="accent1"/>
                  </a:solidFill>
                  <a:latin typeface="Microsoft Yahei"/>
                  <a:ea typeface="Microsoft Yahei"/>
                  <a:cs typeface="Microsoft Yahei"/>
                  <a:sym typeface="Microsoft Yahei"/>
                </a:rPr>
                <a:t>二</a:t>
              </a:r>
              <a:endParaRPr/>
            </a:p>
          </p:txBody>
        </p:sp>
        <p:sp>
          <p:nvSpPr>
            <p:cNvPr id="161" name="Google Shape;161;p2"/>
            <p:cNvSpPr/>
            <p:nvPr/>
          </p:nvSpPr>
          <p:spPr>
            <a:xfrm>
              <a:off x="2777899" y="3502615"/>
              <a:ext cx="5062803" cy="584775"/>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zh-CN" sz="3200" u="none" cap="none" strike="noStrike">
                  <a:solidFill>
                    <a:schemeClr val="accent1"/>
                  </a:solidFill>
                  <a:highlight>
                    <a:srgbClr val="FFFFFF"/>
                  </a:highlight>
                  <a:latin typeface="Arial"/>
                  <a:ea typeface="Arial"/>
                  <a:cs typeface="Arial"/>
                  <a:sym typeface="Arial"/>
                </a:rPr>
                <a:t>雷达测高技术发展</a:t>
              </a:r>
              <a:endParaRPr/>
            </a:p>
          </p:txBody>
        </p:sp>
      </p:grpSp>
      <p:grpSp>
        <p:nvGrpSpPr>
          <p:cNvPr id="162" name="Google Shape;162;p2"/>
          <p:cNvGrpSpPr/>
          <p:nvPr/>
        </p:nvGrpSpPr>
        <p:grpSpPr>
          <a:xfrm>
            <a:off x="2097095" y="2381570"/>
            <a:ext cx="5718900" cy="584775"/>
            <a:chOff x="2121802" y="3502615"/>
            <a:chExt cx="5718900" cy="584775"/>
          </a:xfrm>
        </p:grpSpPr>
        <p:sp>
          <p:nvSpPr>
            <p:cNvPr id="163" name="Google Shape;163;p2"/>
            <p:cNvSpPr/>
            <p:nvPr/>
          </p:nvSpPr>
          <p:spPr>
            <a:xfrm>
              <a:off x="2121802" y="3511390"/>
              <a:ext cx="576000" cy="576000"/>
            </a:xfrm>
            <a:prstGeom prst="ellipse">
              <a:avLst/>
            </a:prstGeom>
            <a:solidFill>
              <a:schemeClr val="lt1"/>
            </a:solidFill>
            <a:ln cap="flat" cmpd="sng" w="190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zh-CN" sz="3200" u="none" cap="none" strike="noStrike">
                  <a:solidFill>
                    <a:schemeClr val="accent1"/>
                  </a:solidFill>
                  <a:latin typeface="Microsoft Yahei"/>
                  <a:ea typeface="Microsoft Yahei"/>
                  <a:cs typeface="Microsoft Yahei"/>
                  <a:sym typeface="Microsoft Yahei"/>
                </a:rPr>
                <a:t>一</a:t>
              </a:r>
              <a:endParaRPr/>
            </a:p>
          </p:txBody>
        </p:sp>
        <p:sp>
          <p:nvSpPr>
            <p:cNvPr id="164" name="Google Shape;164;p2"/>
            <p:cNvSpPr/>
            <p:nvPr/>
          </p:nvSpPr>
          <p:spPr>
            <a:xfrm>
              <a:off x="2777899" y="3502615"/>
              <a:ext cx="5062803" cy="584775"/>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zh-CN" sz="3200" u="none" cap="none" strike="noStrike">
                  <a:solidFill>
                    <a:schemeClr val="accent1"/>
                  </a:solidFill>
                  <a:highlight>
                    <a:srgbClr val="FFFFFF"/>
                  </a:highlight>
                  <a:latin typeface="Arial"/>
                  <a:ea typeface="Arial"/>
                  <a:cs typeface="Arial"/>
                  <a:sym typeface="Arial"/>
                </a:rPr>
                <a:t>雷达测高基本原理</a:t>
              </a:r>
              <a:endParaRPr/>
            </a:p>
          </p:txBody>
        </p:sp>
      </p:grpSp>
      <p:grpSp>
        <p:nvGrpSpPr>
          <p:cNvPr id="165" name="Google Shape;165;p2"/>
          <p:cNvGrpSpPr/>
          <p:nvPr/>
        </p:nvGrpSpPr>
        <p:grpSpPr>
          <a:xfrm>
            <a:off x="2097095" y="4833574"/>
            <a:ext cx="5718900" cy="584775"/>
            <a:chOff x="2121802" y="3502615"/>
            <a:chExt cx="5718900" cy="584775"/>
          </a:xfrm>
        </p:grpSpPr>
        <p:sp>
          <p:nvSpPr>
            <p:cNvPr id="166" name="Google Shape;166;p2"/>
            <p:cNvSpPr/>
            <p:nvPr/>
          </p:nvSpPr>
          <p:spPr>
            <a:xfrm>
              <a:off x="2121802" y="3511390"/>
              <a:ext cx="576000" cy="576000"/>
            </a:xfrm>
            <a:prstGeom prst="ellipse">
              <a:avLst/>
            </a:prstGeom>
            <a:solidFill>
              <a:schemeClr val="lt1"/>
            </a:solidFill>
            <a:ln cap="flat" cmpd="sng" w="190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zh-CN" sz="3200" u="none" cap="none" strike="noStrike">
                  <a:solidFill>
                    <a:schemeClr val="accent1"/>
                  </a:solidFill>
                  <a:latin typeface="Microsoft Yahei"/>
                  <a:ea typeface="Microsoft Yahei"/>
                  <a:cs typeface="Microsoft Yahei"/>
                  <a:sym typeface="Microsoft Yahei"/>
                </a:rPr>
                <a:t>三</a:t>
              </a:r>
              <a:endParaRPr/>
            </a:p>
          </p:txBody>
        </p:sp>
        <p:sp>
          <p:nvSpPr>
            <p:cNvPr id="167" name="Google Shape;167;p2"/>
            <p:cNvSpPr/>
            <p:nvPr/>
          </p:nvSpPr>
          <p:spPr>
            <a:xfrm>
              <a:off x="2777899" y="3502615"/>
              <a:ext cx="5062803" cy="584775"/>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zh-CN" sz="3200" u="none" cap="none" strike="noStrike">
                  <a:solidFill>
                    <a:schemeClr val="accent1"/>
                  </a:solidFill>
                  <a:highlight>
                    <a:srgbClr val="FFFFFF"/>
                  </a:highlight>
                  <a:latin typeface="Arial"/>
                  <a:ea typeface="Arial"/>
                  <a:cs typeface="Arial"/>
                  <a:sym typeface="Arial"/>
                </a:rPr>
                <a:t>雷达测高波形分析</a:t>
              </a:r>
              <a:endParaRPr/>
            </a:p>
          </p:txBody>
        </p:sp>
      </p:gr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3"/>
          <p:cNvSpPr/>
          <p:nvPr/>
        </p:nvSpPr>
        <p:spPr>
          <a:xfrm>
            <a:off x="0" y="3471863"/>
            <a:ext cx="9144000" cy="1543050"/>
          </a:xfrm>
          <a:prstGeom prst="rect">
            <a:avLst/>
          </a:prstGeom>
          <a:solidFill>
            <a:schemeClr val="accent1"/>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i="0" sz="2400" u="none" cap="none" strike="noStrike">
              <a:solidFill>
                <a:srgbClr val="FF0000"/>
              </a:solidFill>
              <a:latin typeface="Microsoft Yahei"/>
              <a:ea typeface="Microsoft Yahei"/>
              <a:cs typeface="Microsoft Yahei"/>
              <a:sym typeface="Microsoft Yahei"/>
            </a:endParaRPr>
          </a:p>
        </p:txBody>
      </p:sp>
      <p:sp>
        <p:nvSpPr>
          <p:cNvPr id="173" name="Google Shape;173;p3"/>
          <p:cNvSpPr/>
          <p:nvPr/>
        </p:nvSpPr>
        <p:spPr>
          <a:xfrm>
            <a:off x="189064" y="3868892"/>
            <a:ext cx="8753057"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zh-CN" sz="4000" u="none" cap="none" strike="noStrike">
                <a:solidFill>
                  <a:schemeClr val="lt1"/>
                </a:solidFill>
                <a:latin typeface="Microsoft Yahei"/>
                <a:ea typeface="Microsoft Yahei"/>
                <a:cs typeface="Microsoft Yahei"/>
                <a:sym typeface="Microsoft Yahei"/>
              </a:rPr>
              <a:t>一、雷达测高基本原理</a:t>
            </a:r>
            <a:endParaRPr/>
          </a:p>
        </p:txBody>
      </p:sp>
      <p:sp>
        <p:nvSpPr>
          <p:cNvPr id="174" name="Google Shape;174;p3"/>
          <p:cNvSpPr/>
          <p:nvPr/>
        </p:nvSpPr>
        <p:spPr>
          <a:xfrm>
            <a:off x="0" y="5014912"/>
            <a:ext cx="9144000" cy="72000"/>
          </a:xfrm>
          <a:prstGeom prst="rect">
            <a:avLst/>
          </a:prstGeom>
          <a:solidFill>
            <a:srgbClr val="BFBFBF"/>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i="0" sz="2400" u="none" cap="none" strike="noStrike">
              <a:solidFill>
                <a:srgbClr val="FF0000"/>
              </a:solidFill>
              <a:latin typeface="Microsoft Yahei"/>
              <a:ea typeface="Microsoft Yahei"/>
              <a:cs typeface="Microsoft Yahei"/>
              <a:sym typeface="Microsoft Yahei"/>
            </a:endParaRPr>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4"/>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一、雷达测高基本原理</a:t>
            </a:r>
            <a:endParaRPr/>
          </a:p>
        </p:txBody>
      </p:sp>
      <p:sp>
        <p:nvSpPr>
          <p:cNvPr id="180" name="Google Shape;180;p4"/>
          <p:cNvSpPr txBox="1"/>
          <p:nvPr/>
        </p:nvSpPr>
        <p:spPr>
          <a:xfrm>
            <a:off x="577677" y="913572"/>
            <a:ext cx="7948806"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i="0" lang="zh-CN" sz="2800" u="none" cap="none" strike="noStrike">
                <a:solidFill>
                  <a:srgbClr val="333333"/>
                </a:solidFill>
                <a:latin typeface="Arial"/>
                <a:ea typeface="Arial"/>
                <a:cs typeface="Arial"/>
                <a:sym typeface="Arial"/>
              </a:rPr>
              <a:t>什么是雷达？</a:t>
            </a:r>
            <a:endParaRPr b="1" i="0" sz="2800" u="none" cap="none" strike="noStrike">
              <a:solidFill>
                <a:srgbClr val="333333"/>
              </a:solidFill>
              <a:latin typeface="Arial"/>
              <a:ea typeface="Arial"/>
              <a:cs typeface="Arial"/>
              <a:sym typeface="Arial"/>
            </a:endParaRPr>
          </a:p>
        </p:txBody>
      </p:sp>
      <p:sp>
        <p:nvSpPr>
          <p:cNvPr id="181" name="Google Shape;181;p4"/>
          <p:cNvSpPr txBox="1"/>
          <p:nvPr/>
        </p:nvSpPr>
        <p:spPr>
          <a:xfrm>
            <a:off x="424747" y="1576061"/>
            <a:ext cx="8141576" cy="1576778"/>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0" i="0" lang="zh-CN" sz="2000" u="none" cap="none" strike="noStrike">
                <a:solidFill>
                  <a:srgbClr val="333333"/>
                </a:solidFill>
                <a:latin typeface="Arial"/>
                <a:ea typeface="Arial"/>
                <a:cs typeface="Arial"/>
                <a:sym typeface="Arial"/>
              </a:rPr>
              <a:t>雷达：Radar（</a:t>
            </a:r>
            <a:r>
              <a:rPr b="0" i="0" lang="zh-CN" sz="2000" u="sng" cap="none" strike="noStrike">
                <a:solidFill>
                  <a:srgbClr val="333333"/>
                </a:solidFill>
                <a:latin typeface="Arial"/>
                <a:ea typeface="Arial"/>
                <a:cs typeface="Arial"/>
                <a:sym typeface="Arial"/>
              </a:rPr>
              <a:t>ra</a:t>
            </a:r>
            <a:r>
              <a:rPr b="0" i="0" lang="zh-CN" sz="2000" u="none" cap="none" strike="noStrike">
                <a:solidFill>
                  <a:srgbClr val="333333"/>
                </a:solidFill>
                <a:latin typeface="Arial"/>
                <a:ea typeface="Arial"/>
                <a:cs typeface="Arial"/>
                <a:sym typeface="Arial"/>
              </a:rPr>
              <a:t>dio </a:t>
            </a:r>
            <a:r>
              <a:rPr b="0" i="0" lang="zh-CN" sz="2000" u="sng" cap="none" strike="noStrike">
                <a:solidFill>
                  <a:srgbClr val="333333"/>
                </a:solidFill>
                <a:latin typeface="Arial"/>
                <a:ea typeface="Arial"/>
                <a:cs typeface="Arial"/>
                <a:sym typeface="Arial"/>
              </a:rPr>
              <a:t>d</a:t>
            </a:r>
            <a:r>
              <a:rPr b="0" i="0" lang="zh-CN" sz="2000" u="none" cap="none" strike="noStrike">
                <a:solidFill>
                  <a:srgbClr val="333333"/>
                </a:solidFill>
                <a:latin typeface="Arial"/>
                <a:ea typeface="Arial"/>
                <a:cs typeface="Arial"/>
                <a:sym typeface="Arial"/>
              </a:rPr>
              <a:t>etection </a:t>
            </a:r>
            <a:r>
              <a:rPr b="0" i="0" lang="zh-CN" sz="2000" u="sng" cap="none" strike="noStrike">
                <a:solidFill>
                  <a:srgbClr val="333333"/>
                </a:solidFill>
                <a:latin typeface="Arial"/>
                <a:ea typeface="Arial"/>
                <a:cs typeface="Arial"/>
                <a:sym typeface="Arial"/>
              </a:rPr>
              <a:t>a</a:t>
            </a:r>
            <a:r>
              <a:rPr b="0" i="0" lang="zh-CN" sz="2000" u="none" cap="none" strike="noStrike">
                <a:solidFill>
                  <a:srgbClr val="333333"/>
                </a:solidFill>
                <a:latin typeface="Arial"/>
                <a:ea typeface="Arial"/>
                <a:cs typeface="Arial"/>
                <a:sym typeface="Arial"/>
              </a:rPr>
              <a:t>nd </a:t>
            </a:r>
            <a:r>
              <a:rPr b="0" i="0" lang="zh-CN" sz="2000" u="sng" cap="none" strike="noStrike">
                <a:solidFill>
                  <a:srgbClr val="333333"/>
                </a:solidFill>
                <a:latin typeface="Arial"/>
                <a:ea typeface="Arial"/>
                <a:cs typeface="Arial"/>
                <a:sym typeface="Arial"/>
              </a:rPr>
              <a:t>r</a:t>
            </a:r>
            <a:r>
              <a:rPr b="0" i="0" lang="zh-CN" sz="2000" u="none" cap="none" strike="noStrike">
                <a:solidFill>
                  <a:srgbClr val="333333"/>
                </a:solidFill>
                <a:latin typeface="Arial"/>
                <a:ea typeface="Arial"/>
                <a:cs typeface="Arial"/>
                <a:sym typeface="Arial"/>
              </a:rPr>
              <a:t>anging），无线电探测和测距。</a:t>
            </a:r>
            <a:endParaRPr b="0" i="0" sz="2000" u="none" cap="none" strike="noStrike">
              <a:solidFill>
                <a:srgbClr val="333333"/>
              </a:solidFill>
              <a:latin typeface="Arial"/>
              <a:ea typeface="Arial"/>
              <a:cs typeface="Arial"/>
              <a:sym typeface="Arial"/>
            </a:endParaRPr>
          </a:p>
          <a:p>
            <a:pPr indent="0" lvl="0" marL="0" marR="0" rtl="0" algn="just">
              <a:lnSpc>
                <a:spcPct val="150000"/>
              </a:lnSpc>
              <a:spcBef>
                <a:spcPts val="1000"/>
              </a:spcBef>
              <a:spcAft>
                <a:spcPts val="0"/>
              </a:spcAft>
              <a:buNone/>
            </a:pPr>
            <a:r>
              <a:rPr b="0" i="0" lang="zh-CN" sz="2000" u="none" cap="none" strike="noStrike">
                <a:solidFill>
                  <a:srgbClr val="333333"/>
                </a:solidFill>
                <a:latin typeface="Arial"/>
                <a:ea typeface="Arial"/>
                <a:cs typeface="Arial"/>
                <a:sym typeface="Arial"/>
              </a:rPr>
              <a:t>将电磁能量以定向方式发射至空间之中，通过空间中物体所反射之电波，可以计算出该物体之距离、方向、高度、速度，以及物体的形状等信息。</a:t>
            </a:r>
            <a:endParaRPr b="0" i="0" sz="2000" u="none" cap="none" strike="noStrike">
              <a:solidFill>
                <a:srgbClr val="333333"/>
              </a:solidFill>
              <a:latin typeface="Arial"/>
              <a:ea typeface="Arial"/>
              <a:cs typeface="Arial"/>
              <a:sym typeface="Arial"/>
            </a:endParaRPr>
          </a:p>
        </p:txBody>
      </p:sp>
      <p:grpSp>
        <p:nvGrpSpPr>
          <p:cNvPr id="182" name="Google Shape;182;p4"/>
          <p:cNvGrpSpPr/>
          <p:nvPr/>
        </p:nvGrpSpPr>
        <p:grpSpPr>
          <a:xfrm>
            <a:off x="2517049" y="3422326"/>
            <a:ext cx="3490767" cy="1869886"/>
            <a:chOff x="3133233" y="4012514"/>
            <a:chExt cx="2872519" cy="1401170"/>
          </a:xfrm>
        </p:grpSpPr>
        <p:sp>
          <p:nvSpPr>
            <p:cNvPr id="183" name="Google Shape;183;p4"/>
            <p:cNvSpPr/>
            <p:nvPr/>
          </p:nvSpPr>
          <p:spPr>
            <a:xfrm>
              <a:off x="5206670" y="4012514"/>
              <a:ext cx="799082" cy="1401170"/>
            </a:xfrm>
            <a:prstGeom prst="cube">
              <a:avLst>
                <a:gd fmla="val 25000" name="adj"/>
              </a:avLst>
            </a:prstGeom>
            <a:solidFill>
              <a:srgbClr val="938953"/>
            </a:solidFill>
            <a:ln>
              <a:noFill/>
            </a:ln>
          </p:spPr>
          <p:txBody>
            <a:bodyPr anchorCtr="0" anchor="ctr" bIns="45700" lIns="0" spcFirstLastPara="1" rIns="91425" wrap="square" tIns="45700">
              <a:noAutofit/>
            </a:bodyPr>
            <a:lstStyle/>
            <a:p>
              <a:pPr indent="0" lvl="0" marL="0" marR="0" rtl="0" algn="ctr">
                <a:spcBef>
                  <a:spcPts val="0"/>
                </a:spcBef>
                <a:spcAft>
                  <a:spcPts val="0"/>
                </a:spcAft>
                <a:buNone/>
              </a:pPr>
              <a:r>
                <a:rPr b="1" i="0" lang="zh-CN" sz="1800" u="none" cap="none" strike="noStrike">
                  <a:solidFill>
                    <a:schemeClr val="dk1"/>
                  </a:solidFill>
                  <a:latin typeface="Microsoft Yahei"/>
                  <a:ea typeface="Microsoft Yahei"/>
                  <a:cs typeface="Microsoft Yahei"/>
                  <a:sym typeface="Microsoft Yahei"/>
                </a:rPr>
                <a:t>物体</a:t>
              </a:r>
              <a:endParaRPr/>
            </a:p>
          </p:txBody>
        </p:sp>
        <p:sp>
          <p:nvSpPr>
            <p:cNvPr id="184" name="Google Shape;184;p4"/>
            <p:cNvSpPr/>
            <p:nvPr/>
          </p:nvSpPr>
          <p:spPr>
            <a:xfrm>
              <a:off x="3133233" y="4696087"/>
              <a:ext cx="87197" cy="73851"/>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cxnSp>
          <p:nvCxnSpPr>
            <p:cNvPr id="185" name="Google Shape;185;p4"/>
            <p:cNvCxnSpPr/>
            <p:nvPr/>
          </p:nvCxnSpPr>
          <p:spPr>
            <a:xfrm>
              <a:off x="3255673" y="4704799"/>
              <a:ext cx="1915753" cy="0"/>
            </a:xfrm>
            <a:prstGeom prst="straightConnector1">
              <a:avLst/>
            </a:prstGeom>
            <a:noFill/>
            <a:ln cap="flat" cmpd="sng" w="9525">
              <a:solidFill>
                <a:srgbClr val="0000CB"/>
              </a:solidFill>
              <a:prstDash val="solid"/>
              <a:round/>
              <a:headEnd len="sm" w="sm" type="none"/>
              <a:tailEnd len="med" w="med" type="triangle"/>
            </a:ln>
          </p:spPr>
        </p:cxnSp>
        <p:cxnSp>
          <p:nvCxnSpPr>
            <p:cNvPr id="186" name="Google Shape;186;p4"/>
            <p:cNvCxnSpPr/>
            <p:nvPr/>
          </p:nvCxnSpPr>
          <p:spPr>
            <a:xfrm rot="10800000">
              <a:off x="3240435" y="4755828"/>
              <a:ext cx="1915753" cy="0"/>
            </a:xfrm>
            <a:prstGeom prst="straightConnector1">
              <a:avLst/>
            </a:prstGeom>
            <a:noFill/>
            <a:ln cap="flat" cmpd="sng" w="9525">
              <a:solidFill>
                <a:srgbClr val="0000CB"/>
              </a:solidFill>
              <a:prstDash val="solid"/>
              <a:round/>
              <a:headEnd len="sm" w="sm" type="none"/>
              <a:tailEnd len="med" w="med" type="triangle"/>
            </a:ln>
          </p:spPr>
        </p:cxnSp>
      </p:grpSp>
      <p:sp>
        <p:nvSpPr>
          <p:cNvPr id="187" name="Google Shape;187;p4"/>
          <p:cNvSpPr txBox="1"/>
          <p:nvPr/>
        </p:nvSpPr>
        <p:spPr>
          <a:xfrm>
            <a:off x="3359957" y="4045090"/>
            <a:ext cx="90281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400">
                <a:solidFill>
                  <a:schemeClr val="dk1"/>
                </a:solidFill>
                <a:latin typeface="Arial"/>
                <a:ea typeface="Arial"/>
                <a:cs typeface="Arial"/>
                <a:sym typeface="Arial"/>
              </a:rPr>
              <a:t>雷达信号</a:t>
            </a:r>
            <a:endParaRPr/>
          </a:p>
        </p:txBody>
      </p:sp>
      <p:sp>
        <p:nvSpPr>
          <p:cNvPr id="188" name="Google Shape;188;p4"/>
          <p:cNvSpPr txBox="1"/>
          <p:nvPr/>
        </p:nvSpPr>
        <p:spPr>
          <a:xfrm>
            <a:off x="3333296" y="5159329"/>
            <a:ext cx="1172308" cy="691471"/>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189" name="Google Shape;189;p4"/>
          <p:cNvSpPr txBox="1"/>
          <p:nvPr/>
        </p:nvSpPr>
        <p:spPr>
          <a:xfrm>
            <a:off x="424747" y="6037248"/>
            <a:ext cx="8101736" cy="400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2000">
                <a:solidFill>
                  <a:schemeClr val="dk1"/>
                </a:solidFill>
                <a:latin typeface="Arial"/>
                <a:ea typeface="Arial"/>
                <a:cs typeface="Arial"/>
                <a:sym typeface="Arial"/>
              </a:rPr>
              <a:t>其中D为距离，c为光速，t为信号发射至信号接收的时间。</a:t>
            </a:r>
            <a:endParaRPr sz="2000">
              <a:solidFill>
                <a:schemeClr val="dk1"/>
              </a:solidFill>
              <a:latin typeface="Arial"/>
              <a:ea typeface="Arial"/>
              <a:cs typeface="Arial"/>
              <a:sym typeface="Arial"/>
            </a:endParaRPr>
          </a:p>
        </p:txBody>
      </p:sp>
      <p:pic>
        <p:nvPicPr>
          <p:cNvPr descr="034 雷达天线- 机械基础虚拟实验室" id="190" name="Google Shape;190;p4"/>
          <p:cNvPicPr preferRelativeResize="0"/>
          <p:nvPr/>
        </p:nvPicPr>
        <p:blipFill rotWithShape="1">
          <a:blip r:embed="rId4">
            <a:alphaModFix/>
          </a:blip>
          <a:srcRect b="1578" l="0" r="7465" t="4412"/>
          <a:stretch/>
        </p:blipFill>
        <p:spPr>
          <a:xfrm>
            <a:off x="1598482" y="4000059"/>
            <a:ext cx="857220" cy="775735"/>
          </a:xfrm>
          <a:prstGeom prst="rect">
            <a:avLst/>
          </a:prstGeom>
          <a:noFill/>
          <a:ln>
            <a:noFill/>
          </a:ln>
        </p:spPr>
      </p:pic>
    </p:spTree>
  </p:cSld>
  <p:clrMapOvr>
    <a:masterClrMapping/>
  </p:clrMapOvr>
  <p:transition>
    <p:fade/>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5"/>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一、雷达测高基本原理</a:t>
            </a:r>
            <a:endParaRPr/>
          </a:p>
        </p:txBody>
      </p:sp>
      <p:sp>
        <p:nvSpPr>
          <p:cNvPr id="196" name="Google Shape;196;p5"/>
          <p:cNvSpPr txBox="1"/>
          <p:nvPr/>
        </p:nvSpPr>
        <p:spPr>
          <a:xfrm>
            <a:off x="577677" y="913572"/>
            <a:ext cx="7948806"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雷达波段</a:t>
            </a:r>
            <a:endParaRPr b="1" sz="2800">
              <a:solidFill>
                <a:srgbClr val="333333"/>
              </a:solidFill>
              <a:latin typeface="Arial"/>
              <a:ea typeface="Arial"/>
              <a:cs typeface="Arial"/>
              <a:sym typeface="Arial"/>
            </a:endParaRPr>
          </a:p>
        </p:txBody>
      </p:sp>
      <p:sp>
        <p:nvSpPr>
          <p:cNvPr id="197" name="Google Shape;197;p5"/>
          <p:cNvSpPr txBox="1"/>
          <p:nvPr/>
        </p:nvSpPr>
        <p:spPr>
          <a:xfrm>
            <a:off x="424747" y="1576061"/>
            <a:ext cx="8232018" cy="961225"/>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zh-CN" sz="2000">
                <a:solidFill>
                  <a:srgbClr val="333333"/>
                </a:solidFill>
                <a:latin typeface="Arial"/>
                <a:ea typeface="Arial"/>
                <a:cs typeface="Arial"/>
                <a:sym typeface="Arial"/>
              </a:rPr>
              <a:t>雷达发射电波的频率范围。大多数雷达为超短波及微波波段，其波长范围为1mm~10m。</a:t>
            </a:r>
            <a:endParaRPr sz="2000">
              <a:solidFill>
                <a:srgbClr val="333333"/>
              </a:solidFill>
              <a:latin typeface="Arial"/>
              <a:ea typeface="Arial"/>
              <a:cs typeface="Arial"/>
              <a:sym typeface="Arial"/>
            </a:endParaRPr>
          </a:p>
        </p:txBody>
      </p:sp>
      <p:pic>
        <p:nvPicPr>
          <p:cNvPr id="198" name="Google Shape;198;p5"/>
          <p:cNvPicPr preferRelativeResize="0"/>
          <p:nvPr/>
        </p:nvPicPr>
        <p:blipFill rotWithShape="1">
          <a:blip r:embed="rId3">
            <a:alphaModFix/>
          </a:blip>
          <a:srcRect b="0" l="0" r="0" t="0"/>
          <a:stretch/>
        </p:blipFill>
        <p:spPr>
          <a:xfrm>
            <a:off x="1773905" y="2645201"/>
            <a:ext cx="5072430" cy="3853365"/>
          </a:xfrm>
          <a:prstGeom prst="rect">
            <a:avLst/>
          </a:prstGeom>
          <a:noFill/>
          <a:ln>
            <a:noFill/>
          </a:ln>
        </p:spPr>
      </p:pic>
      <p:cxnSp>
        <p:nvCxnSpPr>
          <p:cNvPr id="199" name="Google Shape;199;p5"/>
          <p:cNvCxnSpPr/>
          <p:nvPr/>
        </p:nvCxnSpPr>
        <p:spPr>
          <a:xfrm rot="10800000">
            <a:off x="577677" y="3690308"/>
            <a:ext cx="1308704" cy="0"/>
          </a:xfrm>
          <a:prstGeom prst="straightConnector1">
            <a:avLst/>
          </a:prstGeom>
          <a:noFill/>
          <a:ln cap="flat" cmpd="sng" w="19050">
            <a:solidFill>
              <a:schemeClr val="dk1"/>
            </a:solidFill>
            <a:prstDash val="solid"/>
            <a:round/>
            <a:headEnd len="sm" w="sm" type="none"/>
            <a:tailEnd len="med" w="med" type="triangle"/>
          </a:ln>
        </p:spPr>
      </p:cxnSp>
      <p:sp>
        <p:nvSpPr>
          <p:cNvPr id="200" name="Google Shape;200;p5"/>
          <p:cNvSpPr txBox="1"/>
          <p:nvPr/>
        </p:nvSpPr>
        <p:spPr>
          <a:xfrm>
            <a:off x="313703" y="3401666"/>
            <a:ext cx="516323" cy="2539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050">
                <a:solidFill>
                  <a:srgbClr val="333333"/>
                </a:solidFill>
                <a:latin typeface="Arial"/>
                <a:ea typeface="Arial"/>
                <a:cs typeface="Arial"/>
                <a:sym typeface="Arial"/>
              </a:rPr>
              <a:t>10m</a:t>
            </a:r>
            <a:endParaRPr sz="1050">
              <a:solidFill>
                <a:schemeClr val="lt1"/>
              </a:solidFill>
              <a:latin typeface="Times New Roman"/>
              <a:ea typeface="Times New Roman"/>
              <a:cs typeface="Times New Roman"/>
              <a:sym typeface="Times New Roman"/>
            </a:endParaRPr>
          </a:p>
        </p:txBody>
      </p:sp>
      <p:sp>
        <p:nvSpPr>
          <p:cNvPr id="201" name="Google Shape;201;p5"/>
          <p:cNvSpPr/>
          <p:nvPr/>
        </p:nvSpPr>
        <p:spPr>
          <a:xfrm>
            <a:off x="424747" y="3874770"/>
            <a:ext cx="1451610" cy="643890"/>
          </a:xfrm>
          <a:prstGeom prst="rect">
            <a:avLst/>
          </a:prstGeom>
          <a:solidFill>
            <a:schemeClr val="lt1"/>
          </a:solidFill>
          <a:ln cap="flat" cmpd="sng" w="25400">
            <a:solidFill>
              <a:schemeClr val="dk1"/>
            </a:solidFill>
            <a:prstDash val="dash"/>
            <a:round/>
            <a:headEnd len="sm" w="sm" type="none"/>
            <a:tailEnd len="sm" w="sm" type="none"/>
          </a:ln>
        </p:spPr>
        <p:txBody>
          <a:bodyPr anchorCtr="0" anchor="ctr" bIns="45700" lIns="0" spcFirstLastPara="1" rIns="91425" wrap="square" tIns="45700">
            <a:noAutofit/>
          </a:bodyPr>
          <a:lstStyle/>
          <a:p>
            <a:pPr indent="0" lvl="0" marL="0" marR="0" rtl="0" algn="ctr">
              <a:spcBef>
                <a:spcPts val="0"/>
              </a:spcBef>
              <a:spcAft>
                <a:spcPts val="0"/>
              </a:spcAft>
              <a:buNone/>
            </a:pPr>
            <a:r>
              <a:rPr b="1" lang="zh-CN" sz="2400">
                <a:solidFill>
                  <a:schemeClr val="dk1"/>
                </a:solidFill>
                <a:latin typeface="Microsoft Yahei"/>
                <a:ea typeface="Microsoft Yahei"/>
                <a:cs typeface="Microsoft Yahei"/>
                <a:sym typeface="Microsoft Yahei"/>
              </a:rPr>
              <a:t>雷达波段</a:t>
            </a:r>
            <a:endParaRPr/>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6"/>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一、雷达测高基本原理</a:t>
            </a:r>
            <a:endParaRPr/>
          </a:p>
        </p:txBody>
      </p:sp>
      <p:sp>
        <p:nvSpPr>
          <p:cNvPr id="207" name="Google Shape;207;p6"/>
          <p:cNvSpPr txBox="1"/>
          <p:nvPr/>
        </p:nvSpPr>
        <p:spPr>
          <a:xfrm>
            <a:off x="404362" y="913572"/>
            <a:ext cx="8314891"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卫星测高雷达波段选择</a:t>
            </a:r>
            <a:endParaRPr b="1" sz="2800">
              <a:solidFill>
                <a:srgbClr val="333333"/>
              </a:solidFill>
              <a:latin typeface="Arial"/>
              <a:ea typeface="Arial"/>
              <a:cs typeface="Arial"/>
              <a:sym typeface="Arial"/>
            </a:endParaRPr>
          </a:p>
        </p:txBody>
      </p:sp>
      <p:sp>
        <p:nvSpPr>
          <p:cNvPr id="208" name="Google Shape;208;p6"/>
          <p:cNvSpPr txBox="1"/>
          <p:nvPr/>
        </p:nvSpPr>
        <p:spPr>
          <a:xfrm>
            <a:off x="501021" y="1688945"/>
            <a:ext cx="8011328" cy="4616135"/>
          </a:xfrm>
          <a:prstGeom prst="rect">
            <a:avLst/>
          </a:prstGeom>
          <a:noFill/>
          <a:ln>
            <a:noFill/>
          </a:ln>
        </p:spPr>
        <p:txBody>
          <a:bodyPr anchorCtr="0" anchor="t" bIns="45700" lIns="91425" spcFirstLastPara="1" rIns="91425" wrap="square" tIns="45700">
            <a:spAutoFit/>
          </a:bodyPr>
          <a:lstStyle/>
          <a:p>
            <a:pPr indent="-457200" lvl="0" marL="457200" marR="0" rtl="0" algn="just">
              <a:lnSpc>
                <a:spcPct val="200000"/>
              </a:lnSpc>
              <a:spcBef>
                <a:spcPts val="0"/>
              </a:spcBef>
              <a:spcAft>
                <a:spcPts val="0"/>
              </a:spcAft>
              <a:buClr>
                <a:schemeClr val="dk1"/>
              </a:buClr>
              <a:buSzPts val="2000"/>
              <a:buFont typeface="Arial"/>
              <a:buAutoNum type="arabicPeriod"/>
            </a:pPr>
            <a:r>
              <a:rPr lang="zh-CN" sz="2000">
                <a:solidFill>
                  <a:schemeClr val="dk1"/>
                </a:solidFill>
                <a:latin typeface="Arial"/>
                <a:ea typeface="Arial"/>
                <a:cs typeface="Arial"/>
                <a:sym typeface="Arial"/>
              </a:rPr>
              <a:t>受到国际有关机构的管理，使用频段有限。卫星的任务目的不同，使得频率不同。</a:t>
            </a:r>
            <a:endParaRPr sz="2000">
              <a:solidFill>
                <a:schemeClr val="dk1"/>
              </a:solidFill>
              <a:latin typeface="Arial"/>
              <a:ea typeface="Arial"/>
              <a:cs typeface="Arial"/>
              <a:sym typeface="Arial"/>
            </a:endParaRPr>
          </a:p>
          <a:p>
            <a:pPr indent="-457200" lvl="0" marL="457200" marR="0" rtl="0" algn="just">
              <a:lnSpc>
                <a:spcPct val="200000"/>
              </a:lnSpc>
              <a:spcBef>
                <a:spcPts val="1000"/>
              </a:spcBef>
              <a:spcAft>
                <a:spcPts val="0"/>
              </a:spcAft>
              <a:buClr>
                <a:schemeClr val="dk1"/>
              </a:buClr>
              <a:buSzPts val="2000"/>
              <a:buFont typeface="Arial"/>
              <a:buAutoNum type="arabicPeriod"/>
            </a:pPr>
            <a:r>
              <a:rPr lang="zh-CN" sz="2000">
                <a:solidFill>
                  <a:schemeClr val="dk1"/>
                </a:solidFill>
                <a:latin typeface="Arial"/>
                <a:ea typeface="Arial"/>
                <a:cs typeface="Arial"/>
                <a:sym typeface="Arial"/>
              </a:rPr>
              <a:t>与天线尺寸、信号在陆地足迹有关。信号在水面上的足迹大小正比于电磁波的波长，反比于天线的大小。当满足较小陆地足迹需求，卫星测高的可用频率非常有限。</a:t>
            </a:r>
            <a:endParaRPr sz="2000">
              <a:solidFill>
                <a:schemeClr val="dk1"/>
              </a:solidFill>
              <a:latin typeface="Arial"/>
              <a:ea typeface="Arial"/>
              <a:cs typeface="Arial"/>
              <a:sym typeface="Arial"/>
            </a:endParaRPr>
          </a:p>
          <a:p>
            <a:pPr indent="-457200" lvl="0" marL="457200" marR="0" rtl="0" algn="just">
              <a:lnSpc>
                <a:spcPct val="200000"/>
              </a:lnSpc>
              <a:spcBef>
                <a:spcPts val="1000"/>
              </a:spcBef>
              <a:spcAft>
                <a:spcPts val="0"/>
              </a:spcAft>
              <a:buClr>
                <a:schemeClr val="dk1"/>
              </a:buClr>
              <a:buSzPts val="2000"/>
              <a:buFont typeface="Arial"/>
              <a:buAutoNum type="arabicPeriod"/>
            </a:pPr>
            <a:r>
              <a:rPr lang="zh-CN" sz="2000">
                <a:solidFill>
                  <a:schemeClr val="dk1"/>
                </a:solidFill>
                <a:latin typeface="Arial"/>
                <a:ea typeface="Arial"/>
                <a:cs typeface="Arial"/>
                <a:sym typeface="Arial"/>
              </a:rPr>
              <a:t>水面辐射与反射特性影响。应避免选取海面电磁辐射较强波段，而应选取海面具有较高反射特性频段。</a:t>
            </a:r>
            <a:endParaRPr sz="2000">
              <a:solidFill>
                <a:schemeClr val="dk1"/>
              </a:solidFill>
              <a:latin typeface="Arial"/>
              <a:ea typeface="Arial"/>
              <a:cs typeface="Arial"/>
              <a:sym typeface="Arial"/>
            </a:endParaRPr>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7"/>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一、雷达测距原理</a:t>
            </a:r>
            <a:endParaRPr/>
          </a:p>
        </p:txBody>
      </p:sp>
      <p:sp>
        <p:nvSpPr>
          <p:cNvPr id="214" name="Google Shape;214;p7"/>
          <p:cNvSpPr txBox="1"/>
          <p:nvPr/>
        </p:nvSpPr>
        <p:spPr>
          <a:xfrm>
            <a:off x="404362" y="913572"/>
            <a:ext cx="8314891"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卫星测高雷达波段选择</a:t>
            </a:r>
            <a:endParaRPr b="1" sz="2800">
              <a:solidFill>
                <a:srgbClr val="333333"/>
              </a:solidFill>
              <a:latin typeface="Arial"/>
              <a:ea typeface="Arial"/>
              <a:cs typeface="Arial"/>
              <a:sym typeface="Arial"/>
            </a:endParaRPr>
          </a:p>
        </p:txBody>
      </p:sp>
      <p:sp>
        <p:nvSpPr>
          <p:cNvPr id="215" name="Google Shape;215;p7"/>
          <p:cNvSpPr txBox="1"/>
          <p:nvPr/>
        </p:nvSpPr>
        <p:spPr>
          <a:xfrm>
            <a:off x="495251" y="1631185"/>
            <a:ext cx="8314891" cy="5155257"/>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1" lang="zh-CN" sz="2400">
                <a:solidFill>
                  <a:schemeClr val="dk1"/>
                </a:solidFill>
                <a:latin typeface="Arial"/>
                <a:ea typeface="Arial"/>
                <a:cs typeface="Arial"/>
                <a:sym typeface="Arial"/>
              </a:rPr>
              <a:t>Ku波段（13.6GHz）:</a:t>
            </a:r>
            <a:endParaRPr/>
          </a:p>
          <a:p>
            <a:pPr indent="0" lvl="0" marL="0" marR="0" rtl="0" algn="just">
              <a:spcBef>
                <a:spcPts val="1000"/>
              </a:spcBef>
              <a:spcAft>
                <a:spcPts val="0"/>
              </a:spcAft>
              <a:buNone/>
            </a:pPr>
            <a:r>
              <a:rPr lang="zh-CN" sz="2000">
                <a:solidFill>
                  <a:schemeClr val="dk1"/>
                </a:solidFill>
                <a:latin typeface="Arial"/>
                <a:ea typeface="Arial"/>
                <a:cs typeface="Arial"/>
                <a:sym typeface="Arial"/>
              </a:rPr>
              <a:t>目前卫星测高使用最多的频段，T/P、Jason-1、Envisat-1等卫星高度计均使用了Ku波段。该波段在发射功率上技术可行，同时符合国际管理规定。</a:t>
            </a:r>
            <a:endParaRPr sz="2000">
              <a:solidFill>
                <a:schemeClr val="dk1"/>
              </a:solidFill>
              <a:latin typeface="Arial"/>
              <a:ea typeface="Arial"/>
              <a:cs typeface="Arial"/>
              <a:sym typeface="Arial"/>
            </a:endParaRPr>
          </a:p>
          <a:p>
            <a:pPr indent="0" lvl="0" marL="0" marR="0" rtl="0" algn="just">
              <a:spcBef>
                <a:spcPts val="1200"/>
              </a:spcBef>
              <a:spcAft>
                <a:spcPts val="0"/>
              </a:spcAft>
              <a:buNone/>
            </a:pPr>
            <a:r>
              <a:rPr b="1" lang="zh-CN" sz="2400">
                <a:solidFill>
                  <a:schemeClr val="dk1"/>
                </a:solidFill>
                <a:latin typeface="Arial"/>
                <a:ea typeface="Arial"/>
                <a:cs typeface="Arial"/>
                <a:sym typeface="Arial"/>
              </a:rPr>
              <a:t>C波段（5.3GHz）：</a:t>
            </a:r>
            <a:endParaRPr b="1" sz="2400">
              <a:solidFill>
                <a:schemeClr val="dk1"/>
              </a:solidFill>
              <a:latin typeface="Arial"/>
              <a:ea typeface="Arial"/>
              <a:cs typeface="Arial"/>
              <a:sym typeface="Arial"/>
            </a:endParaRPr>
          </a:p>
          <a:p>
            <a:pPr indent="0" lvl="0" marL="0" marR="0" rtl="0" algn="just">
              <a:spcBef>
                <a:spcPts val="1000"/>
              </a:spcBef>
              <a:spcAft>
                <a:spcPts val="0"/>
              </a:spcAft>
              <a:buNone/>
            </a:pPr>
            <a:r>
              <a:rPr lang="zh-CN" sz="2000">
                <a:solidFill>
                  <a:schemeClr val="dk1"/>
                </a:solidFill>
                <a:latin typeface="Arial"/>
                <a:ea typeface="Arial"/>
                <a:cs typeface="Arial"/>
                <a:sym typeface="Arial"/>
              </a:rPr>
              <a:t>通常认为C波段对电离层扰动的敏感度高于Ku波段，但对大气液态水的灵敏度弱。使用C波段的主要作用是与Ku波段观测值联合，用来改正电离层的延迟。</a:t>
            </a:r>
            <a:endParaRPr sz="2000">
              <a:solidFill>
                <a:schemeClr val="dk1"/>
              </a:solidFill>
              <a:latin typeface="Arial"/>
              <a:ea typeface="Arial"/>
              <a:cs typeface="Arial"/>
              <a:sym typeface="Arial"/>
            </a:endParaRPr>
          </a:p>
          <a:p>
            <a:pPr indent="0" lvl="0" marL="0" marR="0" rtl="0" algn="just">
              <a:spcBef>
                <a:spcPts val="1200"/>
              </a:spcBef>
              <a:spcAft>
                <a:spcPts val="0"/>
              </a:spcAft>
              <a:buNone/>
            </a:pPr>
            <a:r>
              <a:rPr b="1" lang="zh-CN" sz="2400">
                <a:solidFill>
                  <a:schemeClr val="dk1"/>
                </a:solidFill>
                <a:latin typeface="Arial"/>
                <a:ea typeface="Arial"/>
                <a:cs typeface="Arial"/>
                <a:sym typeface="Arial"/>
              </a:rPr>
              <a:t>S波段（3.2GHz）：</a:t>
            </a:r>
            <a:endParaRPr b="1" sz="2400">
              <a:solidFill>
                <a:schemeClr val="dk1"/>
              </a:solidFill>
              <a:latin typeface="Arial"/>
              <a:ea typeface="Arial"/>
              <a:cs typeface="Arial"/>
              <a:sym typeface="Arial"/>
            </a:endParaRPr>
          </a:p>
          <a:p>
            <a:pPr indent="0" lvl="0" marL="0" marR="0" rtl="0" algn="just">
              <a:spcBef>
                <a:spcPts val="1000"/>
              </a:spcBef>
              <a:spcAft>
                <a:spcPts val="0"/>
              </a:spcAft>
              <a:buNone/>
            </a:pPr>
            <a:r>
              <a:rPr lang="zh-CN" sz="2000">
                <a:solidFill>
                  <a:schemeClr val="dk1"/>
                </a:solidFill>
                <a:latin typeface="Arial"/>
                <a:ea typeface="Arial"/>
                <a:cs typeface="Arial"/>
                <a:sym typeface="Arial"/>
              </a:rPr>
              <a:t>与C波段类似，S波段也经常与Ku波段联合使用。</a:t>
            </a:r>
            <a:endParaRPr sz="2000">
              <a:solidFill>
                <a:schemeClr val="dk1"/>
              </a:solidFill>
              <a:latin typeface="Arial"/>
              <a:ea typeface="Arial"/>
              <a:cs typeface="Arial"/>
              <a:sym typeface="Arial"/>
            </a:endParaRPr>
          </a:p>
          <a:p>
            <a:pPr indent="0" lvl="0" marL="0" marR="0" rtl="0" algn="just">
              <a:spcBef>
                <a:spcPts val="1200"/>
              </a:spcBef>
              <a:spcAft>
                <a:spcPts val="0"/>
              </a:spcAft>
              <a:buNone/>
            </a:pPr>
            <a:r>
              <a:rPr b="1" lang="zh-CN" sz="2400">
                <a:solidFill>
                  <a:schemeClr val="dk1"/>
                </a:solidFill>
                <a:latin typeface="Arial"/>
                <a:ea typeface="Arial"/>
                <a:cs typeface="Arial"/>
                <a:sym typeface="Arial"/>
              </a:rPr>
              <a:t>使用双频的优点：</a:t>
            </a:r>
            <a:endParaRPr b="1" sz="2400">
              <a:solidFill>
                <a:schemeClr val="dk1"/>
              </a:solidFill>
              <a:latin typeface="Arial"/>
              <a:ea typeface="Arial"/>
              <a:cs typeface="Arial"/>
              <a:sym typeface="Arial"/>
            </a:endParaRPr>
          </a:p>
          <a:p>
            <a:pPr indent="0" lvl="0" marL="0" marR="0" rtl="0" algn="just">
              <a:spcBef>
                <a:spcPts val="1000"/>
              </a:spcBef>
              <a:spcAft>
                <a:spcPts val="0"/>
              </a:spcAft>
              <a:buNone/>
            </a:pPr>
            <a:r>
              <a:rPr lang="zh-CN" sz="2000">
                <a:solidFill>
                  <a:schemeClr val="dk1"/>
                </a:solidFill>
                <a:latin typeface="Arial"/>
                <a:ea typeface="Arial"/>
                <a:cs typeface="Arial"/>
                <a:sym typeface="Arial"/>
              </a:rPr>
              <a:t>减小电离层延迟的影响；估计降雨信息；</a:t>
            </a:r>
            <a:endParaRPr sz="2000">
              <a:solidFill>
                <a:schemeClr val="dk1"/>
              </a:solidFill>
              <a:latin typeface="Arial"/>
              <a:ea typeface="Arial"/>
              <a:cs typeface="Arial"/>
              <a:sym typeface="Arial"/>
            </a:endParaRPr>
          </a:p>
        </p:txBody>
      </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8"/>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二、雷达测高基本原理</a:t>
            </a:r>
            <a:endParaRPr/>
          </a:p>
        </p:txBody>
      </p:sp>
      <p:sp>
        <p:nvSpPr>
          <p:cNvPr id="221" name="Google Shape;221;p8"/>
          <p:cNvSpPr txBox="1"/>
          <p:nvPr/>
        </p:nvSpPr>
        <p:spPr>
          <a:xfrm>
            <a:off x="350499" y="960892"/>
            <a:ext cx="4156185"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地表高程概念</a:t>
            </a:r>
            <a:endParaRPr b="1" sz="2800">
              <a:solidFill>
                <a:srgbClr val="333333"/>
              </a:solidFill>
              <a:latin typeface="Arial"/>
              <a:ea typeface="Arial"/>
              <a:cs typeface="Arial"/>
              <a:sym typeface="Arial"/>
            </a:endParaRPr>
          </a:p>
        </p:txBody>
      </p:sp>
      <p:sp>
        <p:nvSpPr>
          <p:cNvPr id="222" name="Google Shape;222;p8"/>
          <p:cNvSpPr txBox="1"/>
          <p:nvPr/>
        </p:nvSpPr>
        <p:spPr>
          <a:xfrm>
            <a:off x="396815" y="1721148"/>
            <a:ext cx="3328318" cy="3269613"/>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000">
                <a:solidFill>
                  <a:schemeClr val="dk1"/>
                </a:solidFill>
                <a:latin typeface="Arial"/>
                <a:ea typeface="Arial"/>
                <a:cs typeface="Arial"/>
                <a:sym typeface="Arial"/>
              </a:rPr>
              <a:t>大地高</a:t>
            </a:r>
            <a:endParaRPr b="1" sz="2000">
              <a:solidFill>
                <a:schemeClr val="dk1"/>
              </a:solidFill>
              <a:latin typeface="Arial"/>
              <a:ea typeface="Arial"/>
              <a:cs typeface="Arial"/>
              <a:sym typeface="Arial"/>
            </a:endParaRPr>
          </a:p>
          <a:p>
            <a:pPr indent="0" lvl="0" marL="0" marR="0" rtl="0" algn="just">
              <a:lnSpc>
                <a:spcPct val="150000"/>
              </a:lnSpc>
              <a:spcBef>
                <a:spcPts val="1000"/>
              </a:spcBef>
              <a:spcAft>
                <a:spcPts val="0"/>
              </a:spcAft>
              <a:buNone/>
            </a:pPr>
            <a:r>
              <a:rPr lang="zh-CN" sz="2000">
                <a:solidFill>
                  <a:schemeClr val="dk1"/>
                </a:solidFill>
                <a:latin typeface="Arial"/>
                <a:ea typeface="Arial"/>
                <a:cs typeface="Arial"/>
                <a:sym typeface="Arial"/>
              </a:rPr>
              <a:t>点位沿椭球面的法线至椭球面的高度，也称为椭球高。</a:t>
            </a:r>
            <a:endParaRPr sz="2000">
              <a:solidFill>
                <a:schemeClr val="dk1"/>
              </a:solidFill>
              <a:latin typeface="Arial"/>
              <a:ea typeface="Arial"/>
              <a:cs typeface="Arial"/>
              <a:sym typeface="Arial"/>
            </a:endParaRPr>
          </a:p>
          <a:p>
            <a:pPr indent="0" lvl="0" marL="0" marR="0" rtl="0" algn="just">
              <a:lnSpc>
                <a:spcPct val="150000"/>
              </a:lnSpc>
              <a:spcBef>
                <a:spcPts val="1000"/>
              </a:spcBef>
              <a:spcAft>
                <a:spcPts val="0"/>
              </a:spcAft>
              <a:buNone/>
            </a:pPr>
            <a:r>
              <a:rPr b="1" lang="zh-CN" sz="2000">
                <a:solidFill>
                  <a:schemeClr val="dk1"/>
                </a:solidFill>
                <a:latin typeface="Arial"/>
                <a:ea typeface="Arial"/>
                <a:cs typeface="Arial"/>
                <a:sym typeface="Arial"/>
              </a:rPr>
              <a:t>正高：</a:t>
            </a:r>
            <a:endParaRPr b="1" sz="2000">
              <a:solidFill>
                <a:schemeClr val="dk1"/>
              </a:solidFill>
              <a:latin typeface="Arial"/>
              <a:ea typeface="Arial"/>
              <a:cs typeface="Arial"/>
              <a:sym typeface="Arial"/>
            </a:endParaRPr>
          </a:p>
          <a:p>
            <a:pPr indent="0" lvl="0" marL="0" marR="0" rtl="0" algn="just">
              <a:lnSpc>
                <a:spcPct val="150000"/>
              </a:lnSpc>
              <a:spcBef>
                <a:spcPts val="1000"/>
              </a:spcBef>
              <a:spcAft>
                <a:spcPts val="0"/>
              </a:spcAft>
              <a:buNone/>
            </a:pPr>
            <a:r>
              <a:rPr lang="zh-CN" sz="2000">
                <a:solidFill>
                  <a:schemeClr val="dk1"/>
                </a:solidFill>
                <a:latin typeface="Arial"/>
                <a:ea typeface="Arial"/>
                <a:cs typeface="Arial"/>
                <a:sym typeface="Arial"/>
              </a:rPr>
              <a:t>点位沿铅垂线至大地水准面的高度，也称为海拔高。</a:t>
            </a:r>
            <a:endParaRPr sz="2000">
              <a:solidFill>
                <a:schemeClr val="dk1"/>
              </a:solidFill>
              <a:latin typeface="Arial"/>
              <a:ea typeface="Arial"/>
              <a:cs typeface="Arial"/>
              <a:sym typeface="Arial"/>
            </a:endParaRPr>
          </a:p>
        </p:txBody>
      </p:sp>
      <p:pic>
        <p:nvPicPr>
          <p:cNvPr descr="A diagram of a circle with writing&#10;&#10;Description automatically generated" id="223" name="Google Shape;223;p8"/>
          <p:cNvPicPr preferRelativeResize="0"/>
          <p:nvPr/>
        </p:nvPicPr>
        <p:blipFill rotWithShape="1">
          <a:blip r:embed="rId3">
            <a:alphaModFix/>
          </a:blip>
          <a:srcRect b="0" l="0" r="0" t="0"/>
          <a:stretch/>
        </p:blipFill>
        <p:spPr>
          <a:xfrm>
            <a:off x="3840152" y="1525578"/>
            <a:ext cx="5120126" cy="3343037"/>
          </a:xfrm>
          <a:prstGeom prst="rect">
            <a:avLst/>
          </a:prstGeom>
          <a:noFill/>
          <a:ln>
            <a:noFill/>
          </a:ln>
        </p:spPr>
      </p:pic>
      <p:sp>
        <p:nvSpPr>
          <p:cNvPr id="224" name="Google Shape;224;p8"/>
          <p:cNvSpPr txBox="1"/>
          <p:nvPr/>
        </p:nvSpPr>
        <p:spPr>
          <a:xfrm>
            <a:off x="493374" y="5111253"/>
            <a:ext cx="8351885" cy="157684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000">
                <a:solidFill>
                  <a:schemeClr val="dk1"/>
                </a:solidFill>
                <a:latin typeface="Arial"/>
                <a:ea typeface="Arial"/>
                <a:cs typeface="Arial"/>
                <a:sym typeface="Arial"/>
              </a:rPr>
              <a:t>地球椭球体：</a:t>
            </a:r>
            <a:r>
              <a:rPr lang="zh-CN" sz="2000">
                <a:solidFill>
                  <a:schemeClr val="dk1"/>
                </a:solidFill>
                <a:latin typeface="Arial"/>
                <a:ea typeface="Arial"/>
                <a:cs typeface="Arial"/>
                <a:sym typeface="Arial"/>
              </a:rPr>
              <a:t>与地球的形状和大小最为接近的旋转椭球体</a:t>
            </a:r>
            <a:endParaRPr sz="2000">
              <a:solidFill>
                <a:schemeClr val="dk1"/>
              </a:solidFill>
              <a:latin typeface="Arial"/>
              <a:ea typeface="Arial"/>
              <a:cs typeface="Arial"/>
              <a:sym typeface="Arial"/>
            </a:endParaRPr>
          </a:p>
          <a:p>
            <a:pPr indent="0" lvl="0" marL="0" marR="0" rtl="0" algn="just">
              <a:lnSpc>
                <a:spcPct val="150000"/>
              </a:lnSpc>
              <a:spcBef>
                <a:spcPts val="1000"/>
              </a:spcBef>
              <a:spcAft>
                <a:spcPts val="0"/>
              </a:spcAft>
              <a:buNone/>
            </a:pPr>
            <a:r>
              <a:rPr b="1" lang="zh-CN" sz="2000">
                <a:solidFill>
                  <a:schemeClr val="dk1"/>
                </a:solidFill>
                <a:latin typeface="Arial"/>
                <a:ea typeface="Arial"/>
                <a:cs typeface="Arial"/>
                <a:sym typeface="Arial"/>
              </a:rPr>
              <a:t>大地水准面：</a:t>
            </a:r>
            <a:r>
              <a:rPr lang="zh-CN" sz="2000">
                <a:solidFill>
                  <a:schemeClr val="dk1"/>
                </a:solidFill>
                <a:latin typeface="Arial"/>
                <a:ea typeface="Arial"/>
                <a:cs typeface="Arial"/>
                <a:sym typeface="Arial"/>
              </a:rPr>
              <a:t>在地球重力作用下，假设静止的海面向陆地和岛屿延伸，形成一个封闭的面。大地水准面是一个重力等位面。</a:t>
            </a:r>
            <a:endParaRPr sz="2000">
              <a:solidFill>
                <a:schemeClr val="dk1"/>
              </a:solidFill>
              <a:latin typeface="Arial"/>
              <a:ea typeface="Arial"/>
              <a:cs typeface="Arial"/>
              <a:sym typeface="Arial"/>
            </a:endParaRPr>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9"/>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二、雷达测高基本原理</a:t>
            </a:r>
            <a:endParaRPr/>
          </a:p>
        </p:txBody>
      </p:sp>
      <p:sp>
        <p:nvSpPr>
          <p:cNvPr id="230" name="Google Shape;230;p9"/>
          <p:cNvSpPr txBox="1"/>
          <p:nvPr/>
        </p:nvSpPr>
        <p:spPr>
          <a:xfrm>
            <a:off x="350499" y="960892"/>
            <a:ext cx="4156185"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地表高程概念</a:t>
            </a:r>
            <a:endParaRPr b="1" sz="2800">
              <a:solidFill>
                <a:srgbClr val="333333"/>
              </a:solidFill>
              <a:latin typeface="Arial"/>
              <a:ea typeface="Arial"/>
              <a:cs typeface="Arial"/>
              <a:sym typeface="Arial"/>
            </a:endParaRPr>
          </a:p>
        </p:txBody>
      </p:sp>
      <p:sp>
        <p:nvSpPr>
          <p:cNvPr id="231" name="Google Shape;231;p9"/>
          <p:cNvSpPr txBox="1"/>
          <p:nvPr/>
        </p:nvSpPr>
        <p:spPr>
          <a:xfrm>
            <a:off x="493373" y="1953051"/>
            <a:ext cx="3033374" cy="2951898"/>
          </a:xfrm>
          <a:prstGeom prst="rect">
            <a:avLst/>
          </a:prstGeom>
          <a:blipFill rotWithShape="1">
            <a:blip r:embed="rId3">
              <a:alphaModFix/>
            </a:blip>
            <a:stretch>
              <a:fillRect b="-2267" l="-1806" r="-1404"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232" name="Google Shape;232;p9"/>
          <p:cNvSpPr txBox="1"/>
          <p:nvPr/>
        </p:nvSpPr>
        <p:spPr>
          <a:xfrm>
            <a:off x="350500" y="5517588"/>
            <a:ext cx="8662871" cy="961225"/>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000">
                <a:solidFill>
                  <a:schemeClr val="dk1"/>
                </a:solidFill>
                <a:latin typeface="Arial"/>
                <a:ea typeface="Arial"/>
                <a:cs typeface="Arial"/>
                <a:sym typeface="Arial"/>
              </a:rPr>
              <a:t>似大地水准面</a:t>
            </a:r>
            <a:r>
              <a:rPr lang="zh-CN" sz="2000">
                <a:solidFill>
                  <a:schemeClr val="dk1"/>
                </a:solidFill>
                <a:latin typeface="Arial"/>
                <a:ea typeface="Arial"/>
                <a:cs typeface="Arial"/>
                <a:sym typeface="Arial"/>
              </a:rPr>
              <a:t>：通过严格数学模型获得的与大地水准面十分接近的一个几何曲面。为避免大地水准面无法精确确定而引进的便于数学计算的辅助面。</a:t>
            </a:r>
            <a:endParaRPr sz="2000">
              <a:solidFill>
                <a:schemeClr val="dk1"/>
              </a:solidFill>
              <a:latin typeface="Arial"/>
              <a:ea typeface="Arial"/>
              <a:cs typeface="Arial"/>
              <a:sym typeface="Arial"/>
            </a:endParaRPr>
          </a:p>
        </p:txBody>
      </p:sp>
      <p:pic>
        <p:nvPicPr>
          <p:cNvPr descr="A diagram of a mountain range&#10;&#10;Description automatically generated" id="233" name="Google Shape;233;p9"/>
          <p:cNvPicPr preferRelativeResize="0"/>
          <p:nvPr/>
        </p:nvPicPr>
        <p:blipFill rotWithShape="1">
          <a:blip r:embed="rId4">
            <a:alphaModFix/>
          </a:blip>
          <a:srcRect b="0" l="0" r="0" t="0"/>
          <a:stretch/>
        </p:blipFill>
        <p:spPr>
          <a:xfrm>
            <a:off x="3813185" y="2069269"/>
            <a:ext cx="5295915" cy="2876182"/>
          </a:xfrm>
          <a:prstGeom prst="rect">
            <a:avLst/>
          </a:prstGeom>
          <a:noFill/>
          <a:ln>
            <a:noFill/>
          </a:ln>
        </p:spPr>
      </p:pic>
      <p:sp>
        <p:nvSpPr>
          <p:cNvPr id="234" name="Google Shape;234;p9"/>
          <p:cNvSpPr txBox="1"/>
          <p:nvPr/>
        </p:nvSpPr>
        <p:spPr>
          <a:xfrm>
            <a:off x="2990895" y="5008753"/>
            <a:ext cx="3123466" cy="369332"/>
          </a:xfrm>
          <a:prstGeom prst="rect">
            <a:avLst/>
          </a:prstGeom>
          <a:blipFill rotWithShape="1">
            <a:blip r:embed="rId5">
              <a:alphaModFix/>
            </a:blip>
            <a:stretch>
              <a:fillRect b="-49997" l="0" r="0" t="-26665"/>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10"/>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二、雷达测高基本原理</a:t>
            </a:r>
            <a:endParaRPr/>
          </a:p>
        </p:txBody>
      </p:sp>
      <p:sp>
        <p:nvSpPr>
          <p:cNvPr id="240" name="Google Shape;240;p10"/>
          <p:cNvSpPr txBox="1"/>
          <p:nvPr/>
        </p:nvSpPr>
        <p:spPr>
          <a:xfrm>
            <a:off x="828851" y="6185140"/>
            <a:ext cx="7355667" cy="499367"/>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lang="zh-CN" sz="2000">
                <a:solidFill>
                  <a:schemeClr val="accent2"/>
                </a:solidFill>
                <a:latin typeface="Arial"/>
                <a:ea typeface="Arial"/>
                <a:cs typeface="Arial"/>
                <a:sym typeface="Arial"/>
              </a:rPr>
              <a:t>卫星测高技术需要同时具有</a:t>
            </a:r>
            <a:r>
              <a:rPr b="1" lang="zh-CN" sz="2000" u="sng">
                <a:solidFill>
                  <a:schemeClr val="accent2"/>
                </a:solidFill>
                <a:latin typeface="Arial"/>
                <a:ea typeface="Arial"/>
                <a:cs typeface="Arial"/>
                <a:sym typeface="Arial"/>
              </a:rPr>
              <a:t>精确测距</a:t>
            </a:r>
            <a:r>
              <a:rPr lang="zh-CN" sz="2000">
                <a:solidFill>
                  <a:schemeClr val="accent2"/>
                </a:solidFill>
                <a:latin typeface="Arial"/>
                <a:ea typeface="Arial"/>
                <a:cs typeface="Arial"/>
                <a:sym typeface="Arial"/>
              </a:rPr>
              <a:t>与</a:t>
            </a:r>
            <a:r>
              <a:rPr b="1" lang="zh-CN" sz="2000" u="sng">
                <a:solidFill>
                  <a:schemeClr val="accent2"/>
                </a:solidFill>
                <a:latin typeface="Arial"/>
                <a:ea typeface="Arial"/>
                <a:cs typeface="Arial"/>
                <a:sym typeface="Arial"/>
              </a:rPr>
              <a:t>精确定轨</a:t>
            </a:r>
            <a:r>
              <a:rPr lang="zh-CN" sz="2000">
                <a:solidFill>
                  <a:schemeClr val="accent2"/>
                </a:solidFill>
                <a:latin typeface="Arial"/>
                <a:ea typeface="Arial"/>
                <a:cs typeface="Arial"/>
                <a:sym typeface="Arial"/>
              </a:rPr>
              <a:t>的能力。</a:t>
            </a:r>
            <a:endParaRPr sz="2000">
              <a:solidFill>
                <a:schemeClr val="accent2"/>
              </a:solidFill>
              <a:latin typeface="Times New Roman"/>
              <a:ea typeface="Times New Roman"/>
              <a:cs typeface="Times New Roman"/>
              <a:sym typeface="Times New Roman"/>
            </a:endParaRPr>
          </a:p>
        </p:txBody>
      </p:sp>
      <p:grpSp>
        <p:nvGrpSpPr>
          <p:cNvPr id="241" name="Google Shape;241;p10"/>
          <p:cNvGrpSpPr/>
          <p:nvPr/>
        </p:nvGrpSpPr>
        <p:grpSpPr>
          <a:xfrm>
            <a:off x="3845298" y="914400"/>
            <a:ext cx="7635706" cy="9058437"/>
            <a:chOff x="4593869" y="1365033"/>
            <a:chExt cx="5658780" cy="7480060"/>
          </a:xfrm>
        </p:grpSpPr>
        <p:pic>
          <p:nvPicPr>
            <p:cNvPr descr="A picture containing dark&#10;&#10;Description automatically generated" id="242" name="Google Shape;242;p10"/>
            <p:cNvPicPr preferRelativeResize="0"/>
            <p:nvPr/>
          </p:nvPicPr>
          <p:blipFill rotWithShape="1">
            <a:blip r:embed="rId3">
              <a:alphaModFix/>
            </a:blip>
            <a:srcRect b="0" l="0" r="0" t="0"/>
            <a:stretch/>
          </p:blipFill>
          <p:spPr>
            <a:xfrm>
              <a:off x="6455835" y="1365033"/>
              <a:ext cx="780524" cy="486252"/>
            </a:xfrm>
            <a:prstGeom prst="rect">
              <a:avLst/>
            </a:prstGeom>
            <a:noFill/>
            <a:ln>
              <a:noFill/>
            </a:ln>
          </p:spPr>
        </p:pic>
        <p:sp>
          <p:nvSpPr>
            <p:cNvPr id="243" name="Google Shape;243;p10"/>
            <p:cNvSpPr/>
            <p:nvPr/>
          </p:nvSpPr>
          <p:spPr>
            <a:xfrm rot="-3818794">
              <a:off x="5768037" y="3986672"/>
              <a:ext cx="3310444" cy="4675123"/>
            </a:xfrm>
            <a:prstGeom prst="arc">
              <a:avLst>
                <a:gd fmla="val 16778340" name="adj1"/>
                <a:gd fmla="val 0" name="adj2"/>
              </a:avLst>
            </a:prstGeom>
            <a:noFill/>
            <a:ln cap="flat" cmpd="sng" w="9525">
              <a:solidFill>
                <a:schemeClr val="dk1"/>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3600"/>
                <a:buFont typeface="Times New Roman"/>
                <a:buNone/>
              </a:pPr>
              <a:r>
                <a:t/>
              </a:r>
              <a:endParaRPr b="0" i="0" sz="3600" u="none" cap="none" strike="noStrike">
                <a:solidFill>
                  <a:schemeClr val="lt1"/>
                </a:solidFill>
                <a:latin typeface="Times New Roman"/>
                <a:ea typeface="Times New Roman"/>
                <a:cs typeface="Times New Roman"/>
                <a:sym typeface="Times New Roman"/>
              </a:endParaRPr>
            </a:p>
          </p:txBody>
        </p:sp>
        <p:sp>
          <p:nvSpPr>
            <p:cNvPr id="244" name="Google Shape;244;p10"/>
            <p:cNvSpPr/>
            <p:nvPr/>
          </p:nvSpPr>
          <p:spPr>
            <a:xfrm>
              <a:off x="5407616" y="3945576"/>
              <a:ext cx="2722880" cy="457467"/>
            </a:xfrm>
            <a:custGeom>
              <a:rect b="b" l="l" r="r" t="t"/>
              <a:pathLst>
                <a:path extrusionOk="0" h="567059" w="2722880">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a:noFill/>
            <a:ln cap="flat" cmpd="sng" w="9525">
              <a:solidFill>
                <a:srgbClr val="0000CB"/>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3600"/>
                <a:buFont typeface="Times New Roman"/>
                <a:buNone/>
              </a:pPr>
              <a:r>
                <a:t/>
              </a:r>
              <a:endParaRPr b="0" i="0" sz="3600" u="none" cap="none" strike="noStrike">
                <a:solidFill>
                  <a:schemeClr val="lt1"/>
                </a:solidFill>
                <a:latin typeface="Times New Roman"/>
                <a:ea typeface="Times New Roman"/>
                <a:cs typeface="Times New Roman"/>
                <a:sym typeface="Times New Roman"/>
              </a:endParaRPr>
            </a:p>
          </p:txBody>
        </p:sp>
        <p:sp>
          <p:nvSpPr>
            <p:cNvPr id="245" name="Google Shape;245;p10"/>
            <p:cNvSpPr/>
            <p:nvPr/>
          </p:nvSpPr>
          <p:spPr>
            <a:xfrm flipH="1" rot="10800000">
              <a:off x="6785098" y="3911825"/>
              <a:ext cx="77041" cy="73021"/>
            </a:xfrm>
            <a:prstGeom prst="ellipse">
              <a:avLst/>
            </a:prstGeom>
            <a:solidFill>
              <a:schemeClr val="accent3"/>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3600">
                <a:solidFill>
                  <a:srgbClr val="FF0000"/>
                </a:solidFill>
                <a:latin typeface="Microsoft Yahei"/>
                <a:ea typeface="Microsoft Yahei"/>
                <a:cs typeface="Microsoft Yahei"/>
                <a:sym typeface="Microsoft Yahei"/>
              </a:endParaRPr>
            </a:p>
          </p:txBody>
        </p:sp>
        <p:cxnSp>
          <p:nvCxnSpPr>
            <p:cNvPr id="246" name="Google Shape;246;p10"/>
            <p:cNvCxnSpPr/>
            <p:nvPr/>
          </p:nvCxnSpPr>
          <p:spPr>
            <a:xfrm>
              <a:off x="6807576" y="1717014"/>
              <a:ext cx="5610" cy="2193015"/>
            </a:xfrm>
            <a:prstGeom prst="straightConnector1">
              <a:avLst/>
            </a:prstGeom>
            <a:noFill/>
            <a:ln cap="flat" cmpd="sng" w="9525">
              <a:solidFill>
                <a:schemeClr val="dk1"/>
              </a:solidFill>
              <a:prstDash val="solid"/>
              <a:round/>
              <a:headEnd len="med" w="med" type="triangle"/>
              <a:tailEnd len="med" w="med" type="triangle"/>
            </a:ln>
          </p:spPr>
        </p:cxnSp>
        <p:cxnSp>
          <p:nvCxnSpPr>
            <p:cNvPr id="247" name="Google Shape;247;p10"/>
            <p:cNvCxnSpPr/>
            <p:nvPr/>
          </p:nvCxnSpPr>
          <p:spPr>
            <a:xfrm>
              <a:off x="6815598" y="3984846"/>
              <a:ext cx="5609" cy="477742"/>
            </a:xfrm>
            <a:prstGeom prst="straightConnector1">
              <a:avLst/>
            </a:prstGeom>
            <a:noFill/>
            <a:ln cap="flat" cmpd="sng" w="9525">
              <a:solidFill>
                <a:schemeClr val="dk1"/>
              </a:solidFill>
              <a:prstDash val="solid"/>
              <a:round/>
              <a:headEnd len="med" w="med" type="triangle"/>
              <a:tailEnd len="med" w="med" type="triangle"/>
            </a:ln>
          </p:spPr>
        </p:cxnSp>
        <p:sp>
          <p:nvSpPr>
            <p:cNvPr id="248" name="Google Shape;248;p10"/>
            <p:cNvSpPr txBox="1"/>
            <p:nvPr/>
          </p:nvSpPr>
          <p:spPr>
            <a:xfrm>
              <a:off x="6821207" y="2716994"/>
              <a:ext cx="1114828" cy="48288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600">
                  <a:solidFill>
                    <a:schemeClr val="dk1"/>
                  </a:solidFill>
                  <a:latin typeface="Arial"/>
                  <a:ea typeface="Arial"/>
                  <a:cs typeface="Arial"/>
                  <a:sym typeface="Arial"/>
                </a:rPr>
                <a:t>卫星到星下点距离D</a:t>
              </a:r>
              <a:endParaRPr/>
            </a:p>
          </p:txBody>
        </p:sp>
        <p:sp>
          <p:nvSpPr>
            <p:cNvPr id="249" name="Google Shape;249;p10"/>
            <p:cNvSpPr txBox="1"/>
            <p:nvPr/>
          </p:nvSpPr>
          <p:spPr>
            <a:xfrm>
              <a:off x="6805643" y="4056724"/>
              <a:ext cx="1491119" cy="482881"/>
            </a:xfrm>
            <a:prstGeom prst="rect">
              <a:avLst/>
            </a:prstGeom>
            <a:blipFill rotWithShape="1">
              <a:blip r:embed="rId4">
                <a:alphaModFix/>
              </a:blip>
              <a:stretch>
                <a:fillRect b="0" l="0" r="0" t="-3124"/>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250" name="Google Shape;250;p10"/>
            <p:cNvSpPr txBox="1"/>
            <p:nvPr/>
          </p:nvSpPr>
          <p:spPr>
            <a:xfrm>
              <a:off x="5688720" y="4631600"/>
              <a:ext cx="831645" cy="30497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800">
                  <a:solidFill>
                    <a:schemeClr val="dk1"/>
                  </a:solidFill>
                  <a:latin typeface="Arial"/>
                  <a:ea typeface="Arial"/>
                  <a:cs typeface="Arial"/>
                  <a:sym typeface="Arial"/>
                </a:rPr>
                <a:t>参考椭球</a:t>
              </a:r>
              <a:endParaRPr/>
            </a:p>
          </p:txBody>
        </p:sp>
        <p:cxnSp>
          <p:nvCxnSpPr>
            <p:cNvPr id="251" name="Google Shape;251;p10"/>
            <p:cNvCxnSpPr/>
            <p:nvPr/>
          </p:nvCxnSpPr>
          <p:spPr>
            <a:xfrm flipH="1">
              <a:off x="6626968" y="1709667"/>
              <a:ext cx="18696" cy="2751095"/>
            </a:xfrm>
            <a:prstGeom prst="straightConnector1">
              <a:avLst/>
            </a:prstGeom>
            <a:noFill/>
            <a:ln cap="flat" cmpd="sng" w="9525">
              <a:solidFill>
                <a:schemeClr val="dk1"/>
              </a:solidFill>
              <a:prstDash val="solid"/>
              <a:round/>
              <a:headEnd len="med" w="med" type="triangle"/>
              <a:tailEnd len="med" w="med" type="triangle"/>
            </a:ln>
          </p:spPr>
        </p:cxnSp>
        <p:sp>
          <p:nvSpPr>
            <p:cNvPr id="252" name="Google Shape;252;p10"/>
            <p:cNvSpPr txBox="1"/>
            <p:nvPr/>
          </p:nvSpPr>
          <p:spPr>
            <a:xfrm>
              <a:off x="5489949" y="2818095"/>
              <a:ext cx="1088067" cy="533712"/>
            </a:xfrm>
            <a:prstGeom prst="rect">
              <a:avLst/>
            </a:prstGeom>
            <a:blipFill rotWithShape="1">
              <a:blip r:embed="rId5">
                <a:alphaModFix/>
              </a:blip>
              <a:stretch>
                <a:fillRect b="-14150" l="0" r="0" t="-5659"/>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grpSp>
      <p:sp>
        <p:nvSpPr>
          <p:cNvPr id="253" name="Google Shape;253;p10"/>
          <p:cNvSpPr txBox="1"/>
          <p:nvPr/>
        </p:nvSpPr>
        <p:spPr>
          <a:xfrm>
            <a:off x="2816768" y="5758934"/>
            <a:ext cx="3705850" cy="369332"/>
          </a:xfrm>
          <a:prstGeom prst="rect">
            <a:avLst/>
          </a:prstGeom>
          <a:blipFill rotWithShape="1">
            <a:blip r:embed="rId6">
              <a:alphaModFix/>
            </a:blip>
            <a:stretch>
              <a:fillRect b="-16665"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254" name="Google Shape;254;p10"/>
          <p:cNvSpPr txBox="1"/>
          <p:nvPr/>
        </p:nvSpPr>
        <p:spPr>
          <a:xfrm>
            <a:off x="177877" y="1711927"/>
            <a:ext cx="4785269" cy="3885166"/>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zh-CN" sz="2000">
                <a:solidFill>
                  <a:schemeClr val="dk1"/>
                </a:solidFill>
                <a:latin typeface="Arial"/>
                <a:ea typeface="Arial"/>
                <a:cs typeface="Arial"/>
                <a:sym typeface="Arial"/>
              </a:rPr>
              <a:t>1、在卫星轨道上，星载雷达向天底方向发射高频的脉冲信号，并接收地球表面反射的回波。之后，卫星通过对比分析得到信号的往返时间，再由已知光速求得卫星与地球表面的距离，进而算得地表高度。</a:t>
            </a:r>
            <a:endParaRPr sz="2000">
              <a:solidFill>
                <a:schemeClr val="dk1"/>
              </a:solidFill>
              <a:latin typeface="Arial"/>
              <a:ea typeface="Arial"/>
              <a:cs typeface="Arial"/>
              <a:sym typeface="Arial"/>
            </a:endParaRPr>
          </a:p>
          <a:p>
            <a:pPr indent="0" lvl="0" marL="0" marR="0" rtl="0" algn="just">
              <a:lnSpc>
                <a:spcPct val="150000"/>
              </a:lnSpc>
              <a:spcBef>
                <a:spcPts val="1000"/>
              </a:spcBef>
              <a:spcAft>
                <a:spcPts val="0"/>
              </a:spcAft>
              <a:buNone/>
            </a:pPr>
            <a:r>
              <a:rPr lang="zh-CN" sz="2000">
                <a:solidFill>
                  <a:schemeClr val="dk1"/>
                </a:solidFill>
                <a:latin typeface="Arial"/>
                <a:ea typeface="Arial"/>
                <a:cs typeface="Arial"/>
                <a:sym typeface="Arial"/>
              </a:rPr>
              <a:t>2、利用GPS卫星和地面卫星跟踪系统，实时计算出测高卫星的运行轨迹（经纬度、高度、时间），从而实时得到卫星的高度。</a:t>
            </a:r>
            <a:endParaRPr sz="2000">
              <a:solidFill>
                <a:schemeClr val="dk1"/>
              </a:solidFill>
              <a:latin typeface="Arial"/>
              <a:ea typeface="Arial"/>
              <a:cs typeface="Arial"/>
              <a:sym typeface="Arial"/>
            </a:endParaRPr>
          </a:p>
        </p:txBody>
      </p:sp>
      <p:sp>
        <p:nvSpPr>
          <p:cNvPr id="255" name="Google Shape;255;p10"/>
          <p:cNvSpPr txBox="1"/>
          <p:nvPr/>
        </p:nvSpPr>
        <p:spPr>
          <a:xfrm>
            <a:off x="350499" y="960892"/>
            <a:ext cx="4156185"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卫星测高基本原理</a:t>
            </a:r>
            <a:endParaRPr b="1" sz="2800">
              <a:solidFill>
                <a:srgbClr val="333333"/>
              </a:solidFill>
              <a:latin typeface="Arial"/>
              <a:ea typeface="Arial"/>
              <a:cs typeface="Arial"/>
              <a:sym typeface="Arial"/>
            </a:endParaRP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11"/>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 </a:t>
            </a:r>
            <a:r>
              <a:rPr lang="zh-CN">
                <a:latin typeface="Microsoft Yahei"/>
                <a:ea typeface="Microsoft Yahei"/>
                <a:cs typeface="Microsoft Yahei"/>
                <a:sym typeface="Microsoft Yahei"/>
              </a:rPr>
              <a:t>雷达测高误差改正</a:t>
            </a:r>
            <a:endParaRPr/>
          </a:p>
        </p:txBody>
      </p:sp>
      <p:sp>
        <p:nvSpPr>
          <p:cNvPr id="261" name="Google Shape;261;p11"/>
          <p:cNvSpPr/>
          <p:nvPr/>
        </p:nvSpPr>
        <p:spPr>
          <a:xfrm>
            <a:off x="0" y="-184666"/>
            <a:ext cx="184731" cy="369332"/>
          </a:xfrm>
          <a:prstGeom prst="rect">
            <a:avLst/>
          </a:prstGeom>
          <a:solidFill>
            <a:srgbClr val="FFFFFF"/>
          </a:solid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chemeClr val="lt1"/>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descr="\rho " id="262" name="Google Shape;262;p11"/>
          <p:cNvSpPr/>
          <p:nvPr/>
        </p:nvSpPr>
        <p:spPr>
          <a:xfrm>
            <a:off x="10710863" y="-144463"/>
            <a:ext cx="304800" cy="30480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2400">
              <a:solidFill>
                <a:schemeClr val="lt1"/>
              </a:solidFill>
              <a:latin typeface="Times New Roman"/>
              <a:ea typeface="Times New Roman"/>
              <a:cs typeface="Times New Roman"/>
              <a:sym typeface="Times New Roman"/>
            </a:endParaRPr>
          </a:p>
        </p:txBody>
      </p:sp>
      <p:grpSp>
        <p:nvGrpSpPr>
          <p:cNvPr id="263" name="Google Shape;263;p11"/>
          <p:cNvGrpSpPr/>
          <p:nvPr/>
        </p:nvGrpSpPr>
        <p:grpSpPr>
          <a:xfrm>
            <a:off x="3376455" y="1516063"/>
            <a:ext cx="5658780" cy="7556951"/>
            <a:chOff x="4576935" y="1585167"/>
            <a:chExt cx="5658780" cy="7556951"/>
          </a:xfrm>
        </p:grpSpPr>
        <p:pic>
          <p:nvPicPr>
            <p:cNvPr descr="A picture containing dark&#10;&#10;Description automatically generated" id="264" name="Google Shape;264;p11"/>
            <p:cNvPicPr preferRelativeResize="0"/>
            <p:nvPr/>
          </p:nvPicPr>
          <p:blipFill rotWithShape="1">
            <a:blip r:embed="rId3">
              <a:alphaModFix/>
            </a:blip>
            <a:srcRect b="0" l="0" r="0" t="0"/>
            <a:stretch/>
          </p:blipFill>
          <p:spPr>
            <a:xfrm>
              <a:off x="6438901" y="1585167"/>
              <a:ext cx="780524" cy="486252"/>
            </a:xfrm>
            <a:prstGeom prst="rect">
              <a:avLst/>
            </a:prstGeom>
            <a:noFill/>
            <a:ln>
              <a:noFill/>
            </a:ln>
          </p:spPr>
        </p:pic>
        <p:sp>
          <p:nvSpPr>
            <p:cNvPr id="265" name="Google Shape;265;p11"/>
            <p:cNvSpPr/>
            <p:nvPr/>
          </p:nvSpPr>
          <p:spPr>
            <a:xfrm rot="-3818794">
              <a:off x="5751103" y="4283697"/>
              <a:ext cx="3310444" cy="4675123"/>
            </a:xfrm>
            <a:prstGeom prst="arc">
              <a:avLst>
                <a:gd fmla="val 16972610" name="adj1"/>
                <a:gd fmla="val 0" name="adj2"/>
              </a:avLst>
            </a:prstGeom>
            <a:noFill/>
            <a:ln cap="flat" cmpd="sng" w="9525">
              <a:solidFill>
                <a:schemeClr val="dk1"/>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Times New Roman"/>
                <a:ea typeface="Times New Roman"/>
                <a:cs typeface="Times New Roman"/>
                <a:sym typeface="Times New Roman"/>
              </a:endParaRPr>
            </a:p>
          </p:txBody>
        </p:sp>
        <p:sp>
          <p:nvSpPr>
            <p:cNvPr id="266" name="Google Shape;266;p11"/>
            <p:cNvSpPr/>
            <p:nvPr/>
          </p:nvSpPr>
          <p:spPr>
            <a:xfrm>
              <a:off x="5390682" y="4165710"/>
              <a:ext cx="2722880" cy="567059"/>
            </a:xfrm>
            <a:custGeom>
              <a:rect b="b" l="l" r="r" t="t"/>
              <a:pathLst>
                <a:path extrusionOk="0" h="567059" w="2722880">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a:noFill/>
            <a:ln cap="flat" cmpd="sng" w="9525">
              <a:solidFill>
                <a:srgbClr val="0000CB"/>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Times New Roman"/>
                <a:ea typeface="Times New Roman"/>
                <a:cs typeface="Times New Roman"/>
                <a:sym typeface="Times New Roman"/>
              </a:endParaRPr>
            </a:p>
          </p:txBody>
        </p:sp>
        <p:sp>
          <p:nvSpPr>
            <p:cNvPr id="267" name="Google Shape;267;p11"/>
            <p:cNvSpPr/>
            <p:nvPr/>
          </p:nvSpPr>
          <p:spPr>
            <a:xfrm flipH="1" rot="10800000">
              <a:off x="6768164" y="4131959"/>
              <a:ext cx="77041" cy="73021"/>
            </a:xfrm>
            <a:prstGeom prst="ellipse">
              <a:avLst/>
            </a:prstGeom>
            <a:solidFill>
              <a:schemeClr val="accent3"/>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cxnSp>
          <p:nvCxnSpPr>
            <p:cNvPr id="268" name="Google Shape;268;p11"/>
            <p:cNvCxnSpPr/>
            <p:nvPr/>
          </p:nvCxnSpPr>
          <p:spPr>
            <a:xfrm>
              <a:off x="6790642" y="1937148"/>
              <a:ext cx="5610" cy="2193015"/>
            </a:xfrm>
            <a:prstGeom prst="straightConnector1">
              <a:avLst/>
            </a:prstGeom>
            <a:noFill/>
            <a:ln cap="flat" cmpd="sng" w="9525">
              <a:solidFill>
                <a:schemeClr val="dk1"/>
              </a:solidFill>
              <a:prstDash val="solid"/>
              <a:round/>
              <a:headEnd len="med" w="med" type="triangle"/>
              <a:tailEnd len="med" w="med" type="triangle"/>
            </a:ln>
          </p:spPr>
        </p:cxnSp>
        <p:cxnSp>
          <p:nvCxnSpPr>
            <p:cNvPr id="269" name="Google Shape;269;p11"/>
            <p:cNvCxnSpPr/>
            <p:nvPr/>
          </p:nvCxnSpPr>
          <p:spPr>
            <a:xfrm>
              <a:off x="6809009" y="4206415"/>
              <a:ext cx="0" cy="591666"/>
            </a:xfrm>
            <a:prstGeom prst="straightConnector1">
              <a:avLst/>
            </a:prstGeom>
            <a:noFill/>
            <a:ln cap="flat" cmpd="sng" w="9525">
              <a:solidFill>
                <a:schemeClr val="dk1"/>
              </a:solidFill>
              <a:prstDash val="solid"/>
              <a:round/>
              <a:headEnd len="med" w="med" type="triangle"/>
              <a:tailEnd len="med" w="med" type="triangle"/>
            </a:ln>
          </p:spPr>
        </p:cxnSp>
        <p:sp>
          <p:nvSpPr>
            <p:cNvPr id="270" name="Google Shape;270;p11"/>
            <p:cNvSpPr txBox="1"/>
            <p:nvPr/>
          </p:nvSpPr>
          <p:spPr>
            <a:xfrm>
              <a:off x="6752015" y="3408240"/>
              <a:ext cx="986342" cy="43088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100">
                  <a:solidFill>
                    <a:schemeClr val="dk1"/>
                  </a:solidFill>
                  <a:latin typeface="Arial"/>
                  <a:ea typeface="Arial"/>
                  <a:cs typeface="Arial"/>
                  <a:sym typeface="Arial"/>
                </a:rPr>
                <a:t>卫星到星下点距离D</a:t>
              </a:r>
              <a:endParaRPr/>
            </a:p>
          </p:txBody>
        </p:sp>
        <p:sp>
          <p:nvSpPr>
            <p:cNvPr id="271" name="Google Shape;271;p11"/>
            <p:cNvSpPr txBox="1"/>
            <p:nvPr/>
          </p:nvSpPr>
          <p:spPr>
            <a:xfrm>
              <a:off x="6755066" y="4362507"/>
              <a:ext cx="765990" cy="338554"/>
            </a:xfrm>
            <a:prstGeom prst="rect">
              <a:avLst/>
            </a:prstGeom>
            <a:blipFill rotWithShape="1">
              <a:blip r:embed="rId4">
                <a:alphaModFix/>
              </a:blip>
              <a:stretch>
                <a:fillRect b="-357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272" name="Google Shape;272;p11"/>
            <p:cNvSpPr txBox="1"/>
            <p:nvPr/>
          </p:nvSpPr>
          <p:spPr>
            <a:xfrm>
              <a:off x="5925044" y="4914745"/>
              <a:ext cx="831645"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200">
                  <a:solidFill>
                    <a:schemeClr val="dk1"/>
                  </a:solidFill>
                  <a:latin typeface="Arial"/>
                  <a:ea typeface="Arial"/>
                  <a:cs typeface="Arial"/>
                  <a:sym typeface="Arial"/>
                </a:rPr>
                <a:t>参考椭球</a:t>
              </a:r>
              <a:endParaRPr/>
            </a:p>
          </p:txBody>
        </p:sp>
        <p:cxnSp>
          <p:nvCxnSpPr>
            <p:cNvPr id="273" name="Google Shape;273;p11"/>
            <p:cNvCxnSpPr/>
            <p:nvPr/>
          </p:nvCxnSpPr>
          <p:spPr>
            <a:xfrm flipH="1">
              <a:off x="6606955" y="1940193"/>
              <a:ext cx="25239" cy="2868280"/>
            </a:xfrm>
            <a:prstGeom prst="straightConnector1">
              <a:avLst/>
            </a:prstGeom>
            <a:noFill/>
            <a:ln cap="flat" cmpd="sng" w="9525">
              <a:solidFill>
                <a:schemeClr val="dk1"/>
              </a:solidFill>
              <a:prstDash val="solid"/>
              <a:round/>
              <a:headEnd len="med" w="med" type="triangle"/>
              <a:tailEnd len="med" w="med" type="triangle"/>
            </a:ln>
          </p:spPr>
        </p:cxnSp>
        <p:sp>
          <p:nvSpPr>
            <p:cNvPr id="274" name="Google Shape;274;p11"/>
            <p:cNvSpPr txBox="1"/>
            <p:nvPr/>
          </p:nvSpPr>
          <p:spPr>
            <a:xfrm>
              <a:off x="5579904" y="3038229"/>
              <a:ext cx="981177" cy="461665"/>
            </a:xfrm>
            <a:prstGeom prst="rect">
              <a:avLst/>
            </a:prstGeom>
            <a:blipFill rotWithShape="1">
              <a:blip r:embed="rId5">
                <a:alphaModFix/>
              </a:blip>
              <a:stretch>
                <a:fillRect b="-9209"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grpSp>
      <p:sp>
        <p:nvSpPr>
          <p:cNvPr id="275" name="Google Shape;275;p11"/>
          <p:cNvSpPr/>
          <p:nvPr/>
        </p:nvSpPr>
        <p:spPr>
          <a:xfrm>
            <a:off x="3456343" y="1197623"/>
            <a:ext cx="1293399" cy="1118060"/>
          </a:xfrm>
          <a:prstGeom prst="rect">
            <a:avLst/>
          </a:prstGeom>
          <a:noFill/>
          <a:ln cap="flat" cmpd="sng" w="9525">
            <a:solidFill>
              <a:schemeClr val="dk1"/>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
        <p:nvSpPr>
          <p:cNvPr id="276" name="Google Shape;276;p11"/>
          <p:cNvSpPr txBox="1"/>
          <p:nvPr/>
        </p:nvSpPr>
        <p:spPr>
          <a:xfrm>
            <a:off x="3479790" y="1205778"/>
            <a:ext cx="1080276" cy="1103231"/>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1200">
                <a:solidFill>
                  <a:schemeClr val="dk1"/>
                </a:solidFill>
                <a:latin typeface="Times New Roman"/>
                <a:ea typeface="Times New Roman"/>
                <a:cs typeface="Times New Roman"/>
                <a:sym typeface="Times New Roman"/>
              </a:rPr>
              <a:t>仪器改正</a:t>
            </a:r>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仪器噪声</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仪器偏差</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钟误差</a:t>
            </a:r>
            <a:endParaRPr sz="1200">
              <a:solidFill>
                <a:schemeClr val="dk1"/>
              </a:solidFill>
              <a:latin typeface="Times New Roman"/>
              <a:ea typeface="Times New Roman"/>
              <a:cs typeface="Times New Roman"/>
              <a:sym typeface="Times New Roman"/>
            </a:endParaRPr>
          </a:p>
        </p:txBody>
      </p:sp>
      <p:sp>
        <p:nvSpPr>
          <p:cNvPr id="277" name="Google Shape;277;p11"/>
          <p:cNvSpPr/>
          <p:nvPr/>
        </p:nvSpPr>
        <p:spPr>
          <a:xfrm>
            <a:off x="6343015" y="1981593"/>
            <a:ext cx="1452748" cy="1179347"/>
          </a:xfrm>
          <a:prstGeom prst="rect">
            <a:avLst/>
          </a:prstGeom>
          <a:noFill/>
          <a:ln cap="flat" cmpd="sng" w="9525">
            <a:solidFill>
              <a:schemeClr val="dk1"/>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
        <p:nvSpPr>
          <p:cNvPr id="278" name="Google Shape;278;p11"/>
          <p:cNvSpPr txBox="1"/>
          <p:nvPr/>
        </p:nvSpPr>
        <p:spPr>
          <a:xfrm>
            <a:off x="6349530" y="2020332"/>
            <a:ext cx="1364787" cy="1103807"/>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1200">
                <a:solidFill>
                  <a:schemeClr val="dk1"/>
                </a:solidFill>
                <a:latin typeface="Times New Roman"/>
                <a:ea typeface="Times New Roman"/>
                <a:cs typeface="Times New Roman"/>
                <a:sym typeface="Times New Roman"/>
              </a:rPr>
              <a:t>信号传播改正</a:t>
            </a:r>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干对流层改正</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湿对流层改正</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电离层改正</a:t>
            </a:r>
            <a:endParaRPr sz="1200">
              <a:solidFill>
                <a:schemeClr val="dk1"/>
              </a:solidFill>
              <a:latin typeface="Times New Roman"/>
              <a:ea typeface="Times New Roman"/>
              <a:cs typeface="Times New Roman"/>
              <a:sym typeface="Times New Roman"/>
            </a:endParaRPr>
          </a:p>
        </p:txBody>
      </p:sp>
      <p:grpSp>
        <p:nvGrpSpPr>
          <p:cNvPr id="279" name="Google Shape;279;p11"/>
          <p:cNvGrpSpPr/>
          <p:nvPr/>
        </p:nvGrpSpPr>
        <p:grpSpPr>
          <a:xfrm>
            <a:off x="6937608" y="3344058"/>
            <a:ext cx="1430892" cy="1384995"/>
            <a:chOff x="7351162" y="3628520"/>
            <a:chExt cx="951474" cy="1384995"/>
          </a:xfrm>
        </p:grpSpPr>
        <p:sp>
          <p:nvSpPr>
            <p:cNvPr id="280" name="Google Shape;280;p11"/>
            <p:cNvSpPr/>
            <p:nvPr/>
          </p:nvSpPr>
          <p:spPr>
            <a:xfrm>
              <a:off x="7351162" y="3630574"/>
              <a:ext cx="873255" cy="1348641"/>
            </a:xfrm>
            <a:prstGeom prst="rect">
              <a:avLst/>
            </a:prstGeom>
            <a:noFill/>
            <a:ln cap="flat" cmpd="sng" w="9525">
              <a:solidFill>
                <a:schemeClr val="dk1"/>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
          <p:nvSpPr>
            <p:cNvPr id="281" name="Google Shape;281;p11"/>
            <p:cNvSpPr txBox="1"/>
            <p:nvPr/>
          </p:nvSpPr>
          <p:spPr>
            <a:xfrm>
              <a:off x="7371874" y="3628520"/>
              <a:ext cx="930762" cy="1384995"/>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1200">
                  <a:solidFill>
                    <a:schemeClr val="dk1"/>
                  </a:solidFill>
                  <a:latin typeface="Times New Roman"/>
                  <a:ea typeface="Times New Roman"/>
                  <a:cs typeface="Times New Roman"/>
                  <a:sym typeface="Times New Roman"/>
                </a:rPr>
                <a:t>地球物理改正</a:t>
              </a:r>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海洋潮汐</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固体地球潮</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极潮</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动态大气压</a:t>
              </a:r>
              <a:endParaRPr sz="1200">
                <a:solidFill>
                  <a:schemeClr val="dk1"/>
                </a:solidFill>
                <a:latin typeface="Times New Roman"/>
                <a:ea typeface="Times New Roman"/>
                <a:cs typeface="Times New Roman"/>
                <a:sym typeface="Times New Roman"/>
              </a:endParaRPr>
            </a:p>
          </p:txBody>
        </p:sp>
      </p:grpSp>
      <p:sp>
        <p:nvSpPr>
          <p:cNvPr id="282" name="Google Shape;282;p11"/>
          <p:cNvSpPr/>
          <p:nvPr/>
        </p:nvSpPr>
        <p:spPr>
          <a:xfrm>
            <a:off x="5101642" y="2362401"/>
            <a:ext cx="846029" cy="422398"/>
          </a:xfrm>
          <a:prstGeom prst="cloud">
            <a:avLst/>
          </a:prstGeom>
          <a:solidFill>
            <a:schemeClr val="lt1"/>
          </a:solidFill>
          <a:ln cap="flat" cmpd="sng" w="9525">
            <a:solidFill>
              <a:schemeClr val="dk1"/>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grpSp>
        <p:nvGrpSpPr>
          <p:cNvPr id="283" name="Google Shape;283;p11"/>
          <p:cNvGrpSpPr/>
          <p:nvPr/>
        </p:nvGrpSpPr>
        <p:grpSpPr>
          <a:xfrm>
            <a:off x="3066726" y="3466898"/>
            <a:ext cx="1461072" cy="863925"/>
            <a:chOff x="3912649" y="4467454"/>
            <a:chExt cx="1461072" cy="863925"/>
          </a:xfrm>
        </p:grpSpPr>
        <p:sp>
          <p:nvSpPr>
            <p:cNvPr id="284" name="Google Shape;284;p11"/>
            <p:cNvSpPr/>
            <p:nvPr/>
          </p:nvSpPr>
          <p:spPr>
            <a:xfrm>
              <a:off x="3912649" y="4467454"/>
              <a:ext cx="1461072" cy="863925"/>
            </a:xfrm>
            <a:prstGeom prst="rect">
              <a:avLst/>
            </a:prstGeom>
            <a:noFill/>
            <a:ln cap="flat" cmpd="sng" w="9525">
              <a:solidFill>
                <a:schemeClr val="dk1"/>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
          <p:nvSpPr>
            <p:cNvPr id="285" name="Google Shape;285;p11"/>
            <p:cNvSpPr txBox="1"/>
            <p:nvPr/>
          </p:nvSpPr>
          <p:spPr>
            <a:xfrm>
              <a:off x="3939444" y="4494768"/>
              <a:ext cx="1398067" cy="830997"/>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1200">
                  <a:solidFill>
                    <a:schemeClr val="dk1"/>
                  </a:solidFill>
                  <a:latin typeface="Times New Roman"/>
                  <a:ea typeface="Times New Roman"/>
                  <a:cs typeface="Times New Roman"/>
                  <a:sym typeface="Times New Roman"/>
                </a:rPr>
                <a:t>海况偏差改正</a:t>
              </a:r>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偏斜度偏差</a:t>
              </a:r>
              <a:endParaRPr sz="1200">
                <a:solidFill>
                  <a:schemeClr val="dk1"/>
                </a:solidFill>
                <a:latin typeface="Times New Roman"/>
                <a:ea typeface="Times New Roman"/>
                <a:cs typeface="Times New Roman"/>
                <a:sym typeface="Times New Roman"/>
              </a:endParaRPr>
            </a:p>
            <a:p>
              <a:pPr indent="-228600" lvl="0" marL="228600" marR="0" rtl="0" algn="just">
                <a:spcBef>
                  <a:spcPts val="600"/>
                </a:spcBef>
                <a:spcAft>
                  <a:spcPts val="0"/>
                </a:spcAft>
                <a:buClr>
                  <a:schemeClr val="dk1"/>
                </a:buClr>
                <a:buSzPts val="1200"/>
                <a:buFont typeface="Times New Roman"/>
                <a:buAutoNum type="arabicPeriod"/>
              </a:pPr>
              <a:r>
                <a:rPr lang="zh-CN" sz="1200">
                  <a:solidFill>
                    <a:schemeClr val="dk1"/>
                  </a:solidFill>
                  <a:latin typeface="Times New Roman"/>
                  <a:ea typeface="Times New Roman"/>
                  <a:cs typeface="Times New Roman"/>
                  <a:sym typeface="Times New Roman"/>
                </a:rPr>
                <a:t>电磁偏移</a:t>
              </a:r>
              <a:endParaRPr sz="1200">
                <a:solidFill>
                  <a:schemeClr val="dk1"/>
                </a:solidFill>
                <a:latin typeface="Times New Roman"/>
                <a:ea typeface="Times New Roman"/>
                <a:cs typeface="Times New Roman"/>
                <a:sym typeface="Times New Roman"/>
              </a:endParaRPr>
            </a:p>
          </p:txBody>
        </p:sp>
      </p:grpSp>
      <p:cxnSp>
        <p:nvCxnSpPr>
          <p:cNvPr id="286" name="Google Shape;286;p11"/>
          <p:cNvCxnSpPr>
            <a:stCxn id="264" idx="1"/>
            <a:endCxn id="275" idx="3"/>
          </p:cNvCxnSpPr>
          <p:nvPr/>
        </p:nvCxnSpPr>
        <p:spPr>
          <a:xfrm rot="10800000">
            <a:off x="4749721" y="1756789"/>
            <a:ext cx="488700" cy="2400"/>
          </a:xfrm>
          <a:prstGeom prst="straightConnector1">
            <a:avLst/>
          </a:prstGeom>
          <a:noFill/>
          <a:ln cap="flat" cmpd="sng" w="9525">
            <a:solidFill>
              <a:schemeClr val="dk1"/>
            </a:solidFill>
            <a:prstDash val="solid"/>
            <a:round/>
            <a:headEnd len="sm" w="sm" type="none"/>
            <a:tailEnd len="med" w="med" type="triangle"/>
          </a:ln>
        </p:spPr>
      </p:cxnSp>
      <p:cxnSp>
        <p:nvCxnSpPr>
          <p:cNvPr id="287" name="Google Shape;287;p11"/>
          <p:cNvCxnSpPr>
            <a:stCxn id="282" idx="0"/>
            <a:endCxn id="278" idx="1"/>
          </p:cNvCxnSpPr>
          <p:nvPr/>
        </p:nvCxnSpPr>
        <p:spPr>
          <a:xfrm flipH="1" rot="10800000">
            <a:off x="5946966" y="2572100"/>
            <a:ext cx="402600" cy="1500"/>
          </a:xfrm>
          <a:prstGeom prst="straightConnector1">
            <a:avLst/>
          </a:prstGeom>
          <a:noFill/>
          <a:ln cap="flat" cmpd="sng" w="9525">
            <a:solidFill>
              <a:schemeClr val="dk1"/>
            </a:solidFill>
            <a:prstDash val="solid"/>
            <a:round/>
            <a:headEnd len="sm" w="sm" type="none"/>
            <a:tailEnd len="med" w="med" type="triangle"/>
          </a:ln>
        </p:spPr>
      </p:cxnSp>
      <p:cxnSp>
        <p:nvCxnSpPr>
          <p:cNvPr id="288" name="Google Shape;288;p11"/>
          <p:cNvCxnSpPr>
            <a:stCxn id="266" idx="3"/>
            <a:endCxn id="284" idx="3"/>
          </p:cNvCxnSpPr>
          <p:nvPr/>
        </p:nvCxnSpPr>
        <p:spPr>
          <a:xfrm rot="10800000">
            <a:off x="4527798" y="3898861"/>
            <a:ext cx="383700" cy="531000"/>
          </a:xfrm>
          <a:prstGeom prst="straightConnector1">
            <a:avLst/>
          </a:prstGeom>
          <a:noFill/>
          <a:ln cap="flat" cmpd="sng" w="9525">
            <a:solidFill>
              <a:schemeClr val="dk1"/>
            </a:solidFill>
            <a:prstDash val="solid"/>
            <a:round/>
            <a:headEnd len="sm" w="sm" type="none"/>
            <a:tailEnd len="med" w="med" type="triangle"/>
          </a:ln>
        </p:spPr>
      </p:cxnSp>
      <p:sp>
        <p:nvSpPr>
          <p:cNvPr id="289" name="Google Shape;289;p11"/>
          <p:cNvSpPr txBox="1"/>
          <p:nvPr/>
        </p:nvSpPr>
        <p:spPr>
          <a:xfrm>
            <a:off x="432993" y="5865893"/>
            <a:ext cx="8339288" cy="817724"/>
          </a:xfrm>
          <a:prstGeom prst="rect">
            <a:avLst/>
          </a:prstGeom>
          <a:blipFill rotWithShape="1">
            <a:blip r:embed="rId6">
              <a:alphaModFix/>
            </a:blip>
            <a:stretch>
              <a:fillRect b="-7462" l="0" r="-437"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290" name="Google Shape;290;p11"/>
          <p:cNvSpPr txBox="1"/>
          <p:nvPr/>
        </p:nvSpPr>
        <p:spPr>
          <a:xfrm>
            <a:off x="432993" y="5364221"/>
            <a:ext cx="8047494" cy="390748"/>
          </a:xfrm>
          <a:prstGeom prst="rect">
            <a:avLst/>
          </a:prstGeom>
          <a:blipFill rotWithShape="1">
            <a:blip r:embed="rId7">
              <a:alphaModFix/>
            </a:blip>
            <a:stretch>
              <a:fillRect b="-3124"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grpSp>
        <p:nvGrpSpPr>
          <p:cNvPr id="291" name="Google Shape;291;p11"/>
          <p:cNvGrpSpPr/>
          <p:nvPr/>
        </p:nvGrpSpPr>
        <p:grpSpPr>
          <a:xfrm>
            <a:off x="680514" y="2784799"/>
            <a:ext cx="2245489" cy="520430"/>
            <a:chOff x="881988" y="2784799"/>
            <a:chExt cx="2245489" cy="520430"/>
          </a:xfrm>
        </p:grpSpPr>
        <p:sp>
          <p:nvSpPr>
            <p:cNvPr id="292" name="Google Shape;292;p11"/>
            <p:cNvSpPr txBox="1"/>
            <p:nvPr/>
          </p:nvSpPr>
          <p:spPr>
            <a:xfrm>
              <a:off x="881988" y="2889403"/>
              <a:ext cx="2233175" cy="246221"/>
            </a:xfrm>
            <a:prstGeom prst="rect">
              <a:avLst/>
            </a:prstGeom>
            <a:blipFill rotWithShape="1">
              <a:blip r:embed="rId8">
                <a:alphaModFix/>
              </a:blip>
              <a:stretch>
                <a:fillRect b="-17499" l="-2731"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293" name="Google Shape;293;p11"/>
            <p:cNvSpPr/>
            <p:nvPr/>
          </p:nvSpPr>
          <p:spPr>
            <a:xfrm>
              <a:off x="2569538" y="2784799"/>
              <a:ext cx="557939" cy="520430"/>
            </a:xfrm>
            <a:prstGeom prst="roundRect">
              <a:avLst>
                <a:gd fmla="val 16667" name="adj"/>
              </a:avLst>
            </a:prstGeom>
            <a:noFill/>
            <a:ln cap="flat" cmpd="sng" w="9525">
              <a:solidFill>
                <a:schemeClr val="accent2"/>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000">
                <a:solidFill>
                  <a:srgbClr val="FF0000"/>
                </a:solidFill>
                <a:latin typeface="Microsoft Yahei"/>
                <a:ea typeface="Microsoft Yahei"/>
                <a:cs typeface="Microsoft Yahei"/>
                <a:sym typeface="Microsoft Yahei"/>
              </a:endParaRPr>
            </a:p>
          </p:txBody>
        </p:sp>
      </p:grpSp>
      <p:cxnSp>
        <p:nvCxnSpPr>
          <p:cNvPr id="294" name="Google Shape;294;p11"/>
          <p:cNvCxnSpPr>
            <a:stCxn id="293" idx="2"/>
          </p:cNvCxnSpPr>
          <p:nvPr/>
        </p:nvCxnSpPr>
        <p:spPr>
          <a:xfrm>
            <a:off x="2647034" y="3305229"/>
            <a:ext cx="538800" cy="2007000"/>
          </a:xfrm>
          <a:prstGeom prst="straightConnector1">
            <a:avLst/>
          </a:prstGeom>
          <a:noFill/>
          <a:ln cap="flat" cmpd="sng" w="9525">
            <a:solidFill>
              <a:srgbClr val="BF0000"/>
            </a:solidFill>
            <a:prstDash val="solid"/>
            <a:round/>
            <a:headEnd len="sm" w="sm" type="none"/>
            <a:tailEnd len="med" w="med" type="triangle"/>
          </a:ln>
        </p:spPr>
      </p:cxnSp>
      <p:sp>
        <p:nvSpPr>
          <p:cNvPr id="295" name="Google Shape;295;p11"/>
          <p:cNvSpPr/>
          <p:nvPr/>
        </p:nvSpPr>
        <p:spPr>
          <a:xfrm>
            <a:off x="1330764" y="5312099"/>
            <a:ext cx="6290350" cy="494628"/>
          </a:xfrm>
          <a:prstGeom prst="rect">
            <a:avLst/>
          </a:prstGeom>
          <a:noFill/>
          <a:ln cap="flat" cmpd="sng" w="25400">
            <a:solidFill>
              <a:schemeClr val="accent2"/>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
        <p:nvSpPr>
          <p:cNvPr id="296" name="Google Shape;296;p11"/>
          <p:cNvSpPr txBox="1"/>
          <p:nvPr/>
        </p:nvSpPr>
        <p:spPr>
          <a:xfrm>
            <a:off x="289971" y="952281"/>
            <a:ext cx="2895991" cy="662489"/>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雷达测高改正项</a:t>
            </a:r>
            <a:endParaRPr b="1" sz="2800">
              <a:solidFill>
                <a:srgbClr val="333333"/>
              </a:solidFill>
              <a:latin typeface="Arial"/>
              <a:ea typeface="Arial"/>
              <a:cs typeface="Arial"/>
              <a:sym typeface="Arial"/>
            </a:endParaRPr>
          </a:p>
        </p:txBody>
      </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12"/>
          <p:cNvSpPr/>
          <p:nvPr/>
        </p:nvSpPr>
        <p:spPr>
          <a:xfrm>
            <a:off x="0" y="3471863"/>
            <a:ext cx="9144000" cy="1543050"/>
          </a:xfrm>
          <a:prstGeom prst="rect">
            <a:avLst/>
          </a:prstGeom>
          <a:solidFill>
            <a:schemeClr val="accent1"/>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
        <p:nvSpPr>
          <p:cNvPr id="302" name="Google Shape;302;p12"/>
          <p:cNvSpPr/>
          <p:nvPr/>
        </p:nvSpPr>
        <p:spPr>
          <a:xfrm>
            <a:off x="189064" y="3868892"/>
            <a:ext cx="8753057"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zh-CN" sz="4000">
                <a:solidFill>
                  <a:schemeClr val="lt1"/>
                </a:solidFill>
                <a:latin typeface="Microsoft Yahei"/>
                <a:ea typeface="Microsoft Yahei"/>
                <a:cs typeface="Microsoft Yahei"/>
                <a:sym typeface="Microsoft Yahei"/>
              </a:rPr>
              <a:t>二、雷达测高技术发展</a:t>
            </a:r>
            <a:endParaRPr/>
          </a:p>
        </p:txBody>
      </p:sp>
      <p:sp>
        <p:nvSpPr>
          <p:cNvPr id="303" name="Google Shape;303;p12"/>
          <p:cNvSpPr/>
          <p:nvPr/>
        </p:nvSpPr>
        <p:spPr>
          <a:xfrm>
            <a:off x="0" y="5014912"/>
            <a:ext cx="9144000" cy="72000"/>
          </a:xfrm>
          <a:prstGeom prst="rect">
            <a:avLst/>
          </a:prstGeom>
          <a:solidFill>
            <a:srgbClr val="BFBFBF"/>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13"/>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二、雷达测高技术发展</a:t>
            </a:r>
            <a:endParaRPr/>
          </a:p>
        </p:txBody>
      </p:sp>
      <p:sp>
        <p:nvSpPr>
          <p:cNvPr id="309" name="Google Shape;309;p13"/>
          <p:cNvSpPr txBox="1"/>
          <p:nvPr/>
        </p:nvSpPr>
        <p:spPr>
          <a:xfrm>
            <a:off x="326919" y="832183"/>
            <a:ext cx="5868749" cy="5631798"/>
          </a:xfrm>
          <a:prstGeom prst="rect">
            <a:avLst/>
          </a:prstGeom>
          <a:noFill/>
          <a:ln>
            <a:noFill/>
          </a:ln>
        </p:spPr>
        <p:txBody>
          <a:bodyPr anchorCtr="0" anchor="t" bIns="45700" lIns="91425" spcFirstLastPara="1" rIns="91425" wrap="square" tIns="45700">
            <a:spAutoFit/>
          </a:bodyPr>
          <a:lstStyle/>
          <a:p>
            <a:pPr indent="0" lvl="0" marL="0" marR="0" rtl="0" algn="just">
              <a:lnSpc>
                <a:spcPct val="200000"/>
              </a:lnSpc>
              <a:spcBef>
                <a:spcPts val="0"/>
              </a:spcBef>
              <a:spcAft>
                <a:spcPts val="0"/>
              </a:spcAft>
              <a:buNone/>
            </a:pPr>
            <a:r>
              <a:rPr b="1" lang="zh-CN" sz="2800">
                <a:solidFill>
                  <a:schemeClr val="dk1"/>
                </a:solidFill>
                <a:latin typeface="Arial"/>
                <a:ea typeface="Arial"/>
                <a:cs typeface="Arial"/>
                <a:sym typeface="Arial"/>
              </a:rPr>
              <a:t>1）脉冲有限雷达测高技术</a:t>
            </a:r>
            <a:endParaRPr b="1" sz="2800">
              <a:solidFill>
                <a:schemeClr val="dk1"/>
              </a:solidFill>
              <a:latin typeface="Arial"/>
              <a:ea typeface="Arial"/>
              <a:cs typeface="Arial"/>
              <a:sym typeface="Arial"/>
            </a:endParaRPr>
          </a:p>
          <a:p>
            <a:pPr indent="0" lvl="0" marL="0" marR="0" rtl="0" algn="just">
              <a:lnSpc>
                <a:spcPct val="200000"/>
              </a:lnSpc>
              <a:spcBef>
                <a:spcPts val="1000"/>
              </a:spcBef>
              <a:spcAft>
                <a:spcPts val="0"/>
              </a:spcAft>
              <a:buNone/>
            </a:pPr>
            <a:r>
              <a:rPr lang="zh-CN" sz="2000">
                <a:solidFill>
                  <a:schemeClr val="dk1"/>
                </a:solidFill>
                <a:latin typeface="Arial"/>
                <a:ea typeface="Arial"/>
                <a:cs typeface="Arial"/>
                <a:sym typeface="Arial"/>
              </a:rPr>
              <a:t>脉冲有限雷达高度计是传统雷达高度计，也是目前主要的星载高度计类型。</a:t>
            </a:r>
            <a:endParaRPr sz="2000">
              <a:solidFill>
                <a:schemeClr val="dk1"/>
              </a:solidFill>
              <a:latin typeface="Arial"/>
              <a:ea typeface="Arial"/>
              <a:cs typeface="Arial"/>
              <a:sym typeface="Arial"/>
            </a:endParaRPr>
          </a:p>
          <a:p>
            <a:pPr indent="0" lvl="0" marL="0" marR="0" rtl="0" algn="just">
              <a:lnSpc>
                <a:spcPct val="200000"/>
              </a:lnSpc>
              <a:spcBef>
                <a:spcPts val="1000"/>
              </a:spcBef>
              <a:spcAft>
                <a:spcPts val="0"/>
              </a:spcAft>
              <a:buNone/>
            </a:pPr>
            <a:r>
              <a:rPr lang="zh-CN" sz="2000">
                <a:solidFill>
                  <a:schemeClr val="dk1"/>
                </a:solidFill>
                <a:latin typeface="Arial"/>
                <a:ea typeface="Arial"/>
                <a:cs typeface="Arial"/>
                <a:sym typeface="Arial"/>
              </a:rPr>
              <a:t>有限脉冲雷达高度计通过测定发射脉冲信号的时间延迟T，来计算卫星至地表的距离，测高波段一般选择</a:t>
            </a:r>
            <a:r>
              <a:rPr b="1" lang="zh-CN" sz="2000">
                <a:solidFill>
                  <a:schemeClr val="dk1"/>
                </a:solidFill>
                <a:latin typeface="Arial"/>
                <a:ea typeface="Arial"/>
                <a:cs typeface="Arial"/>
                <a:sym typeface="Arial"/>
              </a:rPr>
              <a:t>Ku波段</a:t>
            </a:r>
            <a:r>
              <a:rPr lang="zh-CN" sz="2000">
                <a:solidFill>
                  <a:schemeClr val="dk1"/>
                </a:solidFill>
                <a:latin typeface="Arial"/>
                <a:ea typeface="Arial"/>
                <a:cs typeface="Arial"/>
                <a:sym typeface="Arial"/>
              </a:rPr>
              <a:t>（13.5GHz）或</a:t>
            </a:r>
            <a:r>
              <a:rPr b="1" lang="zh-CN" sz="2000">
                <a:solidFill>
                  <a:schemeClr val="dk1"/>
                </a:solidFill>
                <a:latin typeface="Arial"/>
                <a:ea typeface="Arial"/>
                <a:cs typeface="Arial"/>
                <a:sym typeface="Arial"/>
              </a:rPr>
              <a:t>Ka波段（35.75GHz）</a:t>
            </a:r>
            <a:r>
              <a:rPr lang="zh-CN" sz="2000">
                <a:solidFill>
                  <a:schemeClr val="dk1"/>
                </a:solidFill>
                <a:latin typeface="Arial"/>
                <a:ea typeface="Arial"/>
                <a:cs typeface="Arial"/>
                <a:sym typeface="Arial"/>
              </a:rPr>
              <a:t>。</a:t>
            </a:r>
            <a:endParaRPr sz="2000">
              <a:solidFill>
                <a:schemeClr val="dk1"/>
              </a:solidFill>
              <a:latin typeface="Arial"/>
              <a:ea typeface="Arial"/>
              <a:cs typeface="Arial"/>
              <a:sym typeface="Arial"/>
            </a:endParaRPr>
          </a:p>
          <a:p>
            <a:pPr indent="0" lvl="0" marL="0" marR="0" rtl="0" algn="just">
              <a:lnSpc>
                <a:spcPct val="200000"/>
              </a:lnSpc>
              <a:spcBef>
                <a:spcPts val="1000"/>
              </a:spcBef>
              <a:spcAft>
                <a:spcPts val="0"/>
              </a:spcAft>
              <a:buNone/>
            </a:pPr>
            <a:r>
              <a:t/>
            </a:r>
            <a:endParaRPr sz="2000">
              <a:solidFill>
                <a:schemeClr val="dk1"/>
              </a:solidFill>
              <a:latin typeface="Arial"/>
              <a:ea typeface="Arial"/>
              <a:cs typeface="Arial"/>
              <a:sym typeface="Arial"/>
            </a:endParaRPr>
          </a:p>
        </p:txBody>
      </p:sp>
      <p:grpSp>
        <p:nvGrpSpPr>
          <p:cNvPr id="310" name="Google Shape;310;p13"/>
          <p:cNvGrpSpPr/>
          <p:nvPr/>
        </p:nvGrpSpPr>
        <p:grpSpPr>
          <a:xfrm>
            <a:off x="5973822" y="2123455"/>
            <a:ext cx="3289099" cy="3663590"/>
            <a:chOff x="6243144" y="2320709"/>
            <a:chExt cx="2621565" cy="3015421"/>
          </a:xfrm>
        </p:grpSpPr>
        <p:cxnSp>
          <p:nvCxnSpPr>
            <p:cNvPr id="311" name="Google Shape;311;p13"/>
            <p:cNvCxnSpPr/>
            <p:nvPr/>
          </p:nvCxnSpPr>
          <p:spPr>
            <a:xfrm>
              <a:off x="6243144" y="5324646"/>
              <a:ext cx="2313027" cy="0"/>
            </a:xfrm>
            <a:prstGeom prst="straightConnector1">
              <a:avLst/>
            </a:prstGeom>
            <a:noFill/>
            <a:ln cap="flat" cmpd="sng" w="9525">
              <a:solidFill>
                <a:srgbClr val="0000CB"/>
              </a:solidFill>
              <a:prstDash val="solid"/>
              <a:round/>
              <a:headEnd len="sm" w="sm" type="none"/>
              <a:tailEnd len="sm" w="sm" type="none"/>
            </a:ln>
          </p:spPr>
        </p:cxnSp>
        <p:grpSp>
          <p:nvGrpSpPr>
            <p:cNvPr id="312" name="Google Shape;312;p13"/>
            <p:cNvGrpSpPr/>
            <p:nvPr/>
          </p:nvGrpSpPr>
          <p:grpSpPr>
            <a:xfrm>
              <a:off x="6863631" y="2320709"/>
              <a:ext cx="1480988" cy="3015421"/>
              <a:chOff x="6863631" y="2320709"/>
              <a:chExt cx="1145057" cy="3015421"/>
            </a:xfrm>
          </p:grpSpPr>
          <p:pic>
            <p:nvPicPr>
              <p:cNvPr descr="A picture containing dark&#10;&#10;Description automatically generated" id="313" name="Google Shape;313;p13"/>
              <p:cNvPicPr preferRelativeResize="0"/>
              <p:nvPr/>
            </p:nvPicPr>
            <p:blipFill rotWithShape="1">
              <a:blip r:embed="rId3">
                <a:alphaModFix/>
              </a:blip>
              <a:srcRect b="0" l="0" r="0" t="0"/>
              <a:stretch/>
            </p:blipFill>
            <p:spPr>
              <a:xfrm>
                <a:off x="7068354" y="2320709"/>
                <a:ext cx="780524" cy="454309"/>
              </a:xfrm>
              <a:prstGeom prst="rect">
                <a:avLst/>
              </a:prstGeom>
              <a:noFill/>
              <a:ln>
                <a:noFill/>
              </a:ln>
            </p:spPr>
          </p:pic>
          <p:cxnSp>
            <p:nvCxnSpPr>
              <p:cNvPr id="314" name="Google Shape;314;p13"/>
              <p:cNvCxnSpPr/>
              <p:nvPr/>
            </p:nvCxnSpPr>
            <p:spPr>
              <a:xfrm flipH="1">
                <a:off x="7131660" y="2657568"/>
                <a:ext cx="170185" cy="2524034"/>
              </a:xfrm>
              <a:prstGeom prst="straightConnector1">
                <a:avLst/>
              </a:prstGeom>
              <a:noFill/>
              <a:ln cap="flat" cmpd="sng" w="9525">
                <a:solidFill>
                  <a:schemeClr val="dk1"/>
                </a:solidFill>
                <a:prstDash val="solid"/>
                <a:round/>
                <a:headEnd len="sm" w="sm" type="none"/>
                <a:tailEnd len="sm" w="sm" type="none"/>
              </a:ln>
            </p:spPr>
          </p:cxnSp>
          <p:cxnSp>
            <p:nvCxnSpPr>
              <p:cNvPr id="315" name="Google Shape;315;p13"/>
              <p:cNvCxnSpPr/>
              <p:nvPr/>
            </p:nvCxnSpPr>
            <p:spPr>
              <a:xfrm>
                <a:off x="7301845" y="2657568"/>
                <a:ext cx="256395" cy="2508115"/>
              </a:xfrm>
              <a:prstGeom prst="straightConnector1">
                <a:avLst/>
              </a:prstGeom>
              <a:noFill/>
              <a:ln cap="flat" cmpd="sng" w="9525">
                <a:solidFill>
                  <a:schemeClr val="dk1"/>
                </a:solidFill>
                <a:prstDash val="solid"/>
                <a:round/>
                <a:headEnd len="sm" w="sm" type="none"/>
                <a:tailEnd len="sm" w="sm" type="none"/>
              </a:ln>
            </p:spPr>
          </p:cxnSp>
          <p:sp>
            <p:nvSpPr>
              <p:cNvPr id="316" name="Google Shape;316;p13"/>
              <p:cNvSpPr/>
              <p:nvPr/>
            </p:nvSpPr>
            <p:spPr>
              <a:xfrm rot="10800000">
                <a:off x="7283406" y="2993323"/>
                <a:ext cx="58441" cy="42716"/>
              </a:xfrm>
              <a:custGeom>
                <a:rect b="b" l="l" r="r" t="t"/>
                <a:pathLst>
                  <a:path extrusionOk="0" h="3666" w="57150">
                    <a:moveTo>
                      <a:pt x="0" y="3666"/>
                    </a:moveTo>
                    <a:cubicBezTo>
                      <a:pt x="20373" y="491"/>
                      <a:pt x="40746" y="-2684"/>
                      <a:pt x="57150" y="3666"/>
                    </a:cubicBezTo>
                  </a:path>
                </a:pathLst>
              </a:custGeom>
              <a:noFill/>
              <a:ln cap="flat" cmpd="sng" w="9525">
                <a:solidFill>
                  <a:schemeClr val="dk1"/>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Times New Roman"/>
                  <a:ea typeface="Times New Roman"/>
                  <a:cs typeface="Times New Roman"/>
                  <a:sym typeface="Times New Roman"/>
                </a:endParaRPr>
              </a:p>
            </p:txBody>
          </p:sp>
          <p:sp>
            <p:nvSpPr>
              <p:cNvPr id="317" name="Google Shape;317;p13"/>
              <p:cNvSpPr txBox="1"/>
              <p:nvPr/>
            </p:nvSpPr>
            <p:spPr>
              <a:xfrm>
                <a:off x="7407751" y="2892468"/>
                <a:ext cx="595298" cy="244424"/>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318" name="Google Shape;318;p13"/>
              <p:cNvSpPr/>
              <p:nvPr/>
            </p:nvSpPr>
            <p:spPr>
              <a:xfrm rot="-10610158">
                <a:off x="7125597" y="4955389"/>
                <a:ext cx="440088" cy="368877"/>
              </a:xfrm>
              <a:prstGeom prst="blockArc">
                <a:avLst>
                  <a:gd fmla="val 10800000" name="adj1"/>
                  <a:gd fmla="val 20974351" name="adj2"/>
                  <a:gd fmla="val 21683" name="adj3"/>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cxnSp>
            <p:nvCxnSpPr>
              <p:cNvPr id="319" name="Google Shape;319;p13"/>
              <p:cNvCxnSpPr/>
              <p:nvPr/>
            </p:nvCxnSpPr>
            <p:spPr>
              <a:xfrm>
                <a:off x="6871725" y="5240511"/>
                <a:ext cx="1072051" cy="0"/>
              </a:xfrm>
              <a:prstGeom prst="straightConnector1">
                <a:avLst/>
              </a:prstGeom>
              <a:noFill/>
              <a:ln cap="flat" cmpd="sng" w="9525">
                <a:solidFill>
                  <a:schemeClr val="accent3"/>
                </a:solidFill>
                <a:prstDash val="dash"/>
                <a:round/>
                <a:headEnd len="sm" w="sm" type="none"/>
                <a:tailEnd len="sm" w="sm" type="none"/>
              </a:ln>
            </p:spPr>
          </p:cxnSp>
          <p:cxnSp>
            <p:nvCxnSpPr>
              <p:cNvPr id="320" name="Google Shape;320;p13"/>
              <p:cNvCxnSpPr/>
              <p:nvPr/>
            </p:nvCxnSpPr>
            <p:spPr>
              <a:xfrm>
                <a:off x="6863631" y="5324646"/>
                <a:ext cx="1072051" cy="0"/>
              </a:xfrm>
              <a:prstGeom prst="straightConnector1">
                <a:avLst/>
              </a:prstGeom>
              <a:noFill/>
              <a:ln cap="flat" cmpd="sng" w="9525">
                <a:solidFill>
                  <a:schemeClr val="accent3"/>
                </a:solidFill>
                <a:prstDash val="dash"/>
                <a:round/>
                <a:headEnd len="sm" w="sm" type="none"/>
                <a:tailEnd len="sm" w="sm" type="none"/>
              </a:ln>
            </p:spPr>
          </p:cxnSp>
          <p:sp>
            <p:nvSpPr>
              <p:cNvPr id="321" name="Google Shape;321;p13"/>
              <p:cNvSpPr/>
              <p:nvPr/>
            </p:nvSpPr>
            <p:spPr>
              <a:xfrm>
                <a:off x="7962969" y="5235922"/>
                <a:ext cx="45719" cy="99542"/>
              </a:xfrm>
              <a:prstGeom prst="rightBrace">
                <a:avLst>
                  <a:gd fmla="val 8333" name="adj1"/>
                  <a:gd fmla="val 50000" name="adj2"/>
                </a:avLst>
              </a:prstGeom>
              <a:noFill/>
              <a:ln cap="flat" cmpd="sng" w="9525">
                <a:solidFill>
                  <a:srgbClr val="BF0000"/>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Times New Roman"/>
                  <a:ea typeface="Times New Roman"/>
                  <a:cs typeface="Times New Roman"/>
                  <a:sym typeface="Times New Roman"/>
                </a:endParaRPr>
              </a:p>
            </p:txBody>
          </p:sp>
        </p:grpSp>
        <p:sp>
          <p:nvSpPr>
            <p:cNvPr id="322" name="Google Shape;322;p13"/>
            <p:cNvSpPr txBox="1"/>
            <p:nvPr/>
          </p:nvSpPr>
          <p:spPr>
            <a:xfrm>
              <a:off x="8247632" y="4478296"/>
              <a:ext cx="617077" cy="461665"/>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cxnSp>
          <p:nvCxnSpPr>
            <p:cNvPr id="323" name="Google Shape;323;p13"/>
            <p:cNvCxnSpPr/>
            <p:nvPr/>
          </p:nvCxnSpPr>
          <p:spPr>
            <a:xfrm flipH="1" rot="10800000">
              <a:off x="8337326" y="4855352"/>
              <a:ext cx="124599" cy="405926"/>
            </a:xfrm>
            <a:prstGeom prst="straightConnector1">
              <a:avLst/>
            </a:prstGeom>
            <a:noFill/>
            <a:ln cap="flat" cmpd="sng" w="9525">
              <a:solidFill>
                <a:srgbClr val="BF0000"/>
              </a:solidFill>
              <a:prstDash val="solid"/>
              <a:round/>
              <a:headEnd len="sm" w="sm" type="none"/>
              <a:tailEnd len="med" w="med" type="triangle"/>
            </a:ln>
          </p:spPr>
        </p:cxnSp>
      </p:gr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14"/>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二、雷达测高技术发展</a:t>
            </a:r>
            <a:endParaRPr/>
          </a:p>
        </p:txBody>
      </p:sp>
      <p:sp>
        <p:nvSpPr>
          <p:cNvPr id="329" name="Google Shape;329;p14"/>
          <p:cNvSpPr txBox="1"/>
          <p:nvPr/>
        </p:nvSpPr>
        <p:spPr>
          <a:xfrm>
            <a:off x="326919" y="832183"/>
            <a:ext cx="5868749" cy="5477910"/>
          </a:xfrm>
          <a:prstGeom prst="rect">
            <a:avLst/>
          </a:prstGeom>
          <a:blipFill rotWithShape="1">
            <a:blip r:embed="rId3">
              <a:alphaModFix/>
            </a:blip>
            <a:stretch>
              <a:fillRect b="-1156" l="-2159" r="-1078"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grpSp>
        <p:nvGrpSpPr>
          <p:cNvPr id="330" name="Google Shape;330;p14"/>
          <p:cNvGrpSpPr/>
          <p:nvPr/>
        </p:nvGrpSpPr>
        <p:grpSpPr>
          <a:xfrm>
            <a:off x="5973822" y="2123455"/>
            <a:ext cx="3289099" cy="3663590"/>
            <a:chOff x="6243144" y="2320709"/>
            <a:chExt cx="2621565" cy="3015421"/>
          </a:xfrm>
        </p:grpSpPr>
        <p:cxnSp>
          <p:nvCxnSpPr>
            <p:cNvPr id="331" name="Google Shape;331;p14"/>
            <p:cNvCxnSpPr/>
            <p:nvPr/>
          </p:nvCxnSpPr>
          <p:spPr>
            <a:xfrm>
              <a:off x="6243144" y="5324646"/>
              <a:ext cx="2313027" cy="0"/>
            </a:xfrm>
            <a:prstGeom prst="straightConnector1">
              <a:avLst/>
            </a:prstGeom>
            <a:noFill/>
            <a:ln cap="flat" cmpd="sng" w="9525">
              <a:solidFill>
                <a:srgbClr val="0000CB"/>
              </a:solidFill>
              <a:prstDash val="solid"/>
              <a:round/>
              <a:headEnd len="sm" w="sm" type="none"/>
              <a:tailEnd len="sm" w="sm" type="none"/>
            </a:ln>
          </p:spPr>
        </p:cxnSp>
        <p:grpSp>
          <p:nvGrpSpPr>
            <p:cNvPr id="332" name="Google Shape;332;p14"/>
            <p:cNvGrpSpPr/>
            <p:nvPr/>
          </p:nvGrpSpPr>
          <p:grpSpPr>
            <a:xfrm>
              <a:off x="6863631" y="2320709"/>
              <a:ext cx="1480988" cy="3015421"/>
              <a:chOff x="6863631" y="2320709"/>
              <a:chExt cx="1145057" cy="3015421"/>
            </a:xfrm>
          </p:grpSpPr>
          <p:pic>
            <p:nvPicPr>
              <p:cNvPr descr="A picture containing dark&#10;&#10;Description automatically generated" id="333" name="Google Shape;333;p14"/>
              <p:cNvPicPr preferRelativeResize="0"/>
              <p:nvPr/>
            </p:nvPicPr>
            <p:blipFill rotWithShape="1">
              <a:blip r:embed="rId4">
                <a:alphaModFix/>
              </a:blip>
              <a:srcRect b="0" l="0" r="0" t="0"/>
              <a:stretch/>
            </p:blipFill>
            <p:spPr>
              <a:xfrm>
                <a:off x="7068354" y="2320709"/>
                <a:ext cx="780524" cy="454309"/>
              </a:xfrm>
              <a:prstGeom prst="rect">
                <a:avLst/>
              </a:prstGeom>
              <a:noFill/>
              <a:ln>
                <a:noFill/>
              </a:ln>
            </p:spPr>
          </p:pic>
          <p:cxnSp>
            <p:nvCxnSpPr>
              <p:cNvPr id="334" name="Google Shape;334;p14"/>
              <p:cNvCxnSpPr/>
              <p:nvPr/>
            </p:nvCxnSpPr>
            <p:spPr>
              <a:xfrm flipH="1">
                <a:off x="7131660" y="2657568"/>
                <a:ext cx="170185" cy="2524034"/>
              </a:xfrm>
              <a:prstGeom prst="straightConnector1">
                <a:avLst/>
              </a:prstGeom>
              <a:noFill/>
              <a:ln cap="flat" cmpd="sng" w="9525">
                <a:solidFill>
                  <a:schemeClr val="dk1"/>
                </a:solidFill>
                <a:prstDash val="solid"/>
                <a:round/>
                <a:headEnd len="sm" w="sm" type="none"/>
                <a:tailEnd len="sm" w="sm" type="none"/>
              </a:ln>
            </p:spPr>
          </p:cxnSp>
          <p:cxnSp>
            <p:nvCxnSpPr>
              <p:cNvPr id="335" name="Google Shape;335;p14"/>
              <p:cNvCxnSpPr/>
              <p:nvPr/>
            </p:nvCxnSpPr>
            <p:spPr>
              <a:xfrm>
                <a:off x="7301845" y="2657568"/>
                <a:ext cx="256395" cy="2508115"/>
              </a:xfrm>
              <a:prstGeom prst="straightConnector1">
                <a:avLst/>
              </a:prstGeom>
              <a:noFill/>
              <a:ln cap="flat" cmpd="sng" w="9525">
                <a:solidFill>
                  <a:schemeClr val="dk1"/>
                </a:solidFill>
                <a:prstDash val="solid"/>
                <a:round/>
                <a:headEnd len="sm" w="sm" type="none"/>
                <a:tailEnd len="sm" w="sm" type="none"/>
              </a:ln>
            </p:spPr>
          </p:cxnSp>
          <p:sp>
            <p:nvSpPr>
              <p:cNvPr id="336" name="Google Shape;336;p14"/>
              <p:cNvSpPr/>
              <p:nvPr/>
            </p:nvSpPr>
            <p:spPr>
              <a:xfrm rot="10800000">
                <a:off x="7283406" y="2993323"/>
                <a:ext cx="58441" cy="42716"/>
              </a:xfrm>
              <a:custGeom>
                <a:rect b="b" l="l" r="r" t="t"/>
                <a:pathLst>
                  <a:path extrusionOk="0" h="3666" w="57150">
                    <a:moveTo>
                      <a:pt x="0" y="3666"/>
                    </a:moveTo>
                    <a:cubicBezTo>
                      <a:pt x="20373" y="491"/>
                      <a:pt x="40746" y="-2684"/>
                      <a:pt x="57150" y="3666"/>
                    </a:cubicBezTo>
                  </a:path>
                </a:pathLst>
              </a:custGeom>
              <a:noFill/>
              <a:ln cap="flat" cmpd="sng" w="9525">
                <a:solidFill>
                  <a:schemeClr val="dk1"/>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Times New Roman"/>
                  <a:ea typeface="Times New Roman"/>
                  <a:cs typeface="Times New Roman"/>
                  <a:sym typeface="Times New Roman"/>
                </a:endParaRPr>
              </a:p>
            </p:txBody>
          </p:sp>
          <p:sp>
            <p:nvSpPr>
              <p:cNvPr id="337" name="Google Shape;337;p14"/>
              <p:cNvSpPr txBox="1"/>
              <p:nvPr/>
            </p:nvSpPr>
            <p:spPr>
              <a:xfrm>
                <a:off x="7407751" y="2892468"/>
                <a:ext cx="595298" cy="244424"/>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338" name="Google Shape;338;p14"/>
              <p:cNvSpPr/>
              <p:nvPr/>
            </p:nvSpPr>
            <p:spPr>
              <a:xfrm rot="-10610158">
                <a:off x="7125597" y="4955389"/>
                <a:ext cx="440088" cy="368877"/>
              </a:xfrm>
              <a:prstGeom prst="blockArc">
                <a:avLst>
                  <a:gd fmla="val 10800000" name="adj1"/>
                  <a:gd fmla="val 20974351" name="adj2"/>
                  <a:gd fmla="val 21683" name="adj3"/>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cxnSp>
            <p:nvCxnSpPr>
              <p:cNvPr id="339" name="Google Shape;339;p14"/>
              <p:cNvCxnSpPr/>
              <p:nvPr/>
            </p:nvCxnSpPr>
            <p:spPr>
              <a:xfrm>
                <a:off x="6871725" y="5240511"/>
                <a:ext cx="1072051" cy="0"/>
              </a:xfrm>
              <a:prstGeom prst="straightConnector1">
                <a:avLst/>
              </a:prstGeom>
              <a:noFill/>
              <a:ln cap="flat" cmpd="sng" w="9525">
                <a:solidFill>
                  <a:schemeClr val="accent3"/>
                </a:solidFill>
                <a:prstDash val="dash"/>
                <a:round/>
                <a:headEnd len="sm" w="sm" type="none"/>
                <a:tailEnd len="sm" w="sm" type="none"/>
              </a:ln>
            </p:spPr>
          </p:cxnSp>
          <p:cxnSp>
            <p:nvCxnSpPr>
              <p:cNvPr id="340" name="Google Shape;340;p14"/>
              <p:cNvCxnSpPr/>
              <p:nvPr/>
            </p:nvCxnSpPr>
            <p:spPr>
              <a:xfrm>
                <a:off x="6863631" y="5324646"/>
                <a:ext cx="1072051" cy="0"/>
              </a:xfrm>
              <a:prstGeom prst="straightConnector1">
                <a:avLst/>
              </a:prstGeom>
              <a:noFill/>
              <a:ln cap="flat" cmpd="sng" w="9525">
                <a:solidFill>
                  <a:schemeClr val="accent3"/>
                </a:solidFill>
                <a:prstDash val="dash"/>
                <a:round/>
                <a:headEnd len="sm" w="sm" type="none"/>
                <a:tailEnd len="sm" w="sm" type="none"/>
              </a:ln>
            </p:spPr>
          </p:cxnSp>
          <p:sp>
            <p:nvSpPr>
              <p:cNvPr id="341" name="Google Shape;341;p14"/>
              <p:cNvSpPr/>
              <p:nvPr/>
            </p:nvSpPr>
            <p:spPr>
              <a:xfrm>
                <a:off x="7962969" y="5235922"/>
                <a:ext cx="45719" cy="99542"/>
              </a:xfrm>
              <a:prstGeom prst="rightBrace">
                <a:avLst>
                  <a:gd fmla="val 8333" name="adj1"/>
                  <a:gd fmla="val 50000" name="adj2"/>
                </a:avLst>
              </a:prstGeom>
              <a:noFill/>
              <a:ln cap="flat" cmpd="sng" w="9525">
                <a:solidFill>
                  <a:srgbClr val="BF0000"/>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Times New Roman"/>
                  <a:ea typeface="Times New Roman"/>
                  <a:cs typeface="Times New Roman"/>
                  <a:sym typeface="Times New Roman"/>
                </a:endParaRPr>
              </a:p>
            </p:txBody>
          </p:sp>
        </p:grpSp>
        <p:sp>
          <p:nvSpPr>
            <p:cNvPr id="342" name="Google Shape;342;p14"/>
            <p:cNvSpPr txBox="1"/>
            <p:nvPr/>
          </p:nvSpPr>
          <p:spPr>
            <a:xfrm>
              <a:off x="8247632" y="4478296"/>
              <a:ext cx="617077" cy="461665"/>
            </a:xfrm>
            <a:prstGeom prst="rect">
              <a:avLst/>
            </a:pr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cxnSp>
          <p:nvCxnSpPr>
            <p:cNvPr id="343" name="Google Shape;343;p14"/>
            <p:cNvCxnSpPr/>
            <p:nvPr/>
          </p:nvCxnSpPr>
          <p:spPr>
            <a:xfrm flipH="1" rot="10800000">
              <a:off x="8337326" y="4855352"/>
              <a:ext cx="124599" cy="405926"/>
            </a:xfrm>
            <a:prstGeom prst="straightConnector1">
              <a:avLst/>
            </a:prstGeom>
            <a:noFill/>
            <a:ln cap="flat" cmpd="sng" w="9525">
              <a:solidFill>
                <a:srgbClr val="BF0000"/>
              </a:solidFill>
              <a:prstDash val="solid"/>
              <a:round/>
              <a:headEnd len="sm" w="sm" type="none"/>
              <a:tailEnd len="med" w="med" type="triangle"/>
            </a:ln>
          </p:spPr>
        </p:cxnSp>
      </p:gr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15"/>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二、雷达测高技术发展</a:t>
            </a:r>
            <a:endParaRPr/>
          </a:p>
        </p:txBody>
      </p:sp>
      <p:sp>
        <p:nvSpPr>
          <p:cNvPr id="349" name="Google Shape;349;p15"/>
          <p:cNvSpPr txBox="1"/>
          <p:nvPr/>
        </p:nvSpPr>
        <p:spPr>
          <a:xfrm>
            <a:off x="396341" y="849079"/>
            <a:ext cx="7223659" cy="662554"/>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2）合成孔径雷达测高技术</a:t>
            </a:r>
            <a:r>
              <a:rPr b="1" lang="zh-CN" sz="2800">
                <a:solidFill>
                  <a:srgbClr val="000000"/>
                </a:solidFill>
                <a:latin typeface="Arial"/>
                <a:ea typeface="Arial"/>
                <a:cs typeface="Arial"/>
                <a:sym typeface="Arial"/>
              </a:rPr>
              <a:t>（SAR）</a:t>
            </a:r>
            <a:endParaRPr b="1" sz="2800">
              <a:solidFill>
                <a:srgbClr val="333333"/>
              </a:solidFill>
              <a:latin typeface="Arial"/>
              <a:ea typeface="Arial"/>
              <a:cs typeface="Arial"/>
              <a:sym typeface="Arial"/>
            </a:endParaRPr>
          </a:p>
        </p:txBody>
      </p:sp>
      <p:sp>
        <p:nvSpPr>
          <p:cNvPr id="350" name="Google Shape;350;p15"/>
          <p:cNvSpPr txBox="1"/>
          <p:nvPr/>
        </p:nvSpPr>
        <p:spPr>
          <a:xfrm>
            <a:off x="524685" y="1341795"/>
            <a:ext cx="8222974" cy="2224776"/>
          </a:xfrm>
          <a:prstGeom prst="rect">
            <a:avLst/>
          </a:prstGeom>
          <a:noFill/>
          <a:ln>
            <a:noFill/>
          </a:ln>
        </p:spPr>
        <p:txBody>
          <a:bodyPr anchorCtr="0" anchor="t" bIns="45700" lIns="91425" spcFirstLastPara="1" rIns="91425" wrap="square" tIns="45700">
            <a:spAutoFit/>
          </a:bodyPr>
          <a:lstStyle/>
          <a:p>
            <a:pPr indent="0" lvl="0" marL="0" marR="0" rtl="0" algn="just">
              <a:lnSpc>
                <a:spcPct val="200000"/>
              </a:lnSpc>
              <a:spcBef>
                <a:spcPts val="0"/>
              </a:spcBef>
              <a:spcAft>
                <a:spcPts val="0"/>
              </a:spcAft>
              <a:buNone/>
            </a:pPr>
            <a:r>
              <a:rPr b="1" lang="zh-CN" sz="1800">
                <a:solidFill>
                  <a:srgbClr val="000000"/>
                </a:solidFill>
                <a:latin typeface="Arial"/>
                <a:ea typeface="Arial"/>
                <a:cs typeface="Arial"/>
                <a:sym typeface="Arial"/>
              </a:rPr>
              <a:t>合成孔径雷达</a:t>
            </a:r>
            <a:r>
              <a:rPr lang="zh-CN" sz="1800">
                <a:solidFill>
                  <a:srgbClr val="000000"/>
                </a:solidFill>
                <a:latin typeface="Arial"/>
                <a:ea typeface="Arial"/>
                <a:cs typeface="Arial"/>
                <a:sym typeface="Arial"/>
              </a:rPr>
              <a:t>：也称为延迟多普勒雷达，是利用雷达与目标的相对运动把尺寸较小的真实天线孔径用数据处理的方法合成一较大的等效天线孔径的雷达。目前的Cryosat-2和Sentinel-3卫星高度计均属于此类型，相对于脉冲有限雷达测高，合成孔径雷达测高可将沿轨分辨率从几千米提高到几百米。</a:t>
            </a:r>
            <a:endParaRPr sz="1800">
              <a:solidFill>
                <a:srgbClr val="000000"/>
              </a:solidFill>
              <a:latin typeface="Arial"/>
              <a:ea typeface="Arial"/>
              <a:cs typeface="Arial"/>
              <a:sym typeface="Arial"/>
            </a:endParaRPr>
          </a:p>
        </p:txBody>
      </p:sp>
      <p:grpSp>
        <p:nvGrpSpPr>
          <p:cNvPr id="351" name="Google Shape;351;p15"/>
          <p:cNvGrpSpPr/>
          <p:nvPr/>
        </p:nvGrpSpPr>
        <p:grpSpPr>
          <a:xfrm>
            <a:off x="2194858" y="3546693"/>
            <a:ext cx="4720540" cy="3244845"/>
            <a:chOff x="2475348" y="3134571"/>
            <a:chExt cx="4995516" cy="3460193"/>
          </a:xfrm>
        </p:grpSpPr>
        <p:sp>
          <p:nvSpPr>
            <p:cNvPr id="352" name="Google Shape;352;p15"/>
            <p:cNvSpPr/>
            <p:nvPr/>
          </p:nvSpPr>
          <p:spPr>
            <a:xfrm>
              <a:off x="3035374" y="5712818"/>
              <a:ext cx="1542472" cy="711201"/>
            </a:xfrm>
            <a:prstGeom prst="ellipse">
              <a:avLst/>
            </a:prstGeom>
            <a:solidFill>
              <a:schemeClr val="lt1"/>
            </a:solidFill>
            <a:ln cap="flat" cmpd="sng" w="25400">
              <a:solidFill>
                <a:schemeClr val="dk1"/>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000">
                <a:solidFill>
                  <a:srgbClr val="FF0000"/>
                </a:solidFill>
                <a:latin typeface="Arial"/>
                <a:ea typeface="Arial"/>
                <a:cs typeface="Arial"/>
                <a:sym typeface="Arial"/>
              </a:endParaRPr>
            </a:p>
          </p:txBody>
        </p:sp>
        <p:pic>
          <p:nvPicPr>
            <p:cNvPr descr="A picture containing dark&#10;&#10;Description automatically generated" id="353" name="Google Shape;353;p15"/>
            <p:cNvPicPr preferRelativeResize="0"/>
            <p:nvPr/>
          </p:nvPicPr>
          <p:blipFill rotWithShape="1">
            <a:blip r:embed="rId3">
              <a:alphaModFix/>
            </a:blip>
            <a:srcRect b="0" l="0" r="0" t="0"/>
            <a:stretch/>
          </p:blipFill>
          <p:spPr>
            <a:xfrm>
              <a:off x="3186289" y="3134571"/>
              <a:ext cx="1053204" cy="588857"/>
            </a:xfrm>
            <a:prstGeom prst="rect">
              <a:avLst/>
            </a:prstGeom>
            <a:noFill/>
            <a:ln>
              <a:noFill/>
            </a:ln>
          </p:spPr>
        </p:pic>
        <p:cxnSp>
          <p:nvCxnSpPr>
            <p:cNvPr id="354" name="Google Shape;354;p15"/>
            <p:cNvCxnSpPr>
              <a:stCxn id="353" idx="2"/>
              <a:endCxn id="352" idx="2"/>
            </p:cNvCxnSpPr>
            <p:nvPr/>
          </p:nvCxnSpPr>
          <p:spPr>
            <a:xfrm flipH="1">
              <a:off x="3035491" y="3723428"/>
              <a:ext cx="677400" cy="2345100"/>
            </a:xfrm>
            <a:prstGeom prst="straightConnector1">
              <a:avLst/>
            </a:prstGeom>
            <a:noFill/>
            <a:ln cap="flat" cmpd="sng" w="9525">
              <a:solidFill>
                <a:srgbClr val="0000CB"/>
              </a:solidFill>
              <a:prstDash val="solid"/>
              <a:round/>
              <a:headEnd len="sm" w="sm" type="none"/>
              <a:tailEnd len="med" w="med" type="triangle"/>
            </a:ln>
          </p:spPr>
        </p:cxnSp>
        <p:cxnSp>
          <p:nvCxnSpPr>
            <p:cNvPr id="355" name="Google Shape;355;p15"/>
            <p:cNvCxnSpPr>
              <a:stCxn id="353" idx="2"/>
              <a:endCxn id="352" idx="6"/>
            </p:cNvCxnSpPr>
            <p:nvPr/>
          </p:nvCxnSpPr>
          <p:spPr>
            <a:xfrm>
              <a:off x="3712891" y="3723428"/>
              <a:ext cx="864900" cy="2345100"/>
            </a:xfrm>
            <a:prstGeom prst="straightConnector1">
              <a:avLst/>
            </a:prstGeom>
            <a:noFill/>
            <a:ln cap="flat" cmpd="sng" w="9525">
              <a:solidFill>
                <a:srgbClr val="0000CB"/>
              </a:solidFill>
              <a:prstDash val="solid"/>
              <a:round/>
              <a:headEnd len="sm" w="sm" type="none"/>
              <a:tailEnd len="med" w="med" type="triangle"/>
            </a:ln>
          </p:spPr>
        </p:cxnSp>
        <p:sp>
          <p:nvSpPr>
            <p:cNvPr id="356" name="Google Shape;356;p15"/>
            <p:cNvSpPr/>
            <p:nvPr/>
          </p:nvSpPr>
          <p:spPr>
            <a:xfrm>
              <a:off x="5052420" y="5712818"/>
              <a:ext cx="1542472" cy="711201"/>
            </a:xfrm>
            <a:prstGeom prst="ellipse">
              <a:avLst/>
            </a:prstGeom>
            <a:solidFill>
              <a:schemeClr val="lt1"/>
            </a:solidFill>
            <a:ln cap="flat" cmpd="sng" w="25400">
              <a:solidFill>
                <a:schemeClr val="dk1"/>
              </a:solidFill>
              <a:prstDash val="solid"/>
              <a:round/>
              <a:headEnd len="sm" w="sm" type="none"/>
              <a:tailEnd len="sm" w="sm" type="none"/>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000">
                <a:solidFill>
                  <a:srgbClr val="FF0000"/>
                </a:solidFill>
                <a:latin typeface="Arial"/>
                <a:ea typeface="Arial"/>
                <a:cs typeface="Arial"/>
                <a:sym typeface="Arial"/>
              </a:endParaRPr>
            </a:p>
          </p:txBody>
        </p:sp>
        <p:pic>
          <p:nvPicPr>
            <p:cNvPr descr="A picture containing dark&#10;&#10;Description automatically generated" id="357" name="Google Shape;357;p15"/>
            <p:cNvPicPr preferRelativeResize="0"/>
            <p:nvPr/>
          </p:nvPicPr>
          <p:blipFill rotWithShape="1">
            <a:blip r:embed="rId3">
              <a:alphaModFix/>
            </a:blip>
            <a:srcRect b="0" l="0" r="0" t="0"/>
            <a:stretch/>
          </p:blipFill>
          <p:spPr>
            <a:xfrm>
              <a:off x="5203335" y="3134571"/>
              <a:ext cx="1053204" cy="588857"/>
            </a:xfrm>
            <a:prstGeom prst="rect">
              <a:avLst/>
            </a:prstGeom>
            <a:noFill/>
            <a:ln>
              <a:noFill/>
            </a:ln>
          </p:spPr>
        </p:pic>
        <p:cxnSp>
          <p:nvCxnSpPr>
            <p:cNvPr id="358" name="Google Shape;358;p15"/>
            <p:cNvCxnSpPr>
              <a:stCxn id="357" idx="2"/>
              <a:endCxn id="356" idx="2"/>
            </p:cNvCxnSpPr>
            <p:nvPr/>
          </p:nvCxnSpPr>
          <p:spPr>
            <a:xfrm flipH="1">
              <a:off x="5052537" y="3723428"/>
              <a:ext cx="677400" cy="2345100"/>
            </a:xfrm>
            <a:prstGeom prst="straightConnector1">
              <a:avLst/>
            </a:prstGeom>
            <a:noFill/>
            <a:ln cap="flat" cmpd="sng" w="9525">
              <a:solidFill>
                <a:srgbClr val="0000CB"/>
              </a:solidFill>
              <a:prstDash val="solid"/>
              <a:round/>
              <a:headEnd len="sm" w="sm" type="none"/>
              <a:tailEnd len="med" w="med" type="triangle"/>
            </a:ln>
          </p:spPr>
        </p:cxnSp>
        <p:cxnSp>
          <p:nvCxnSpPr>
            <p:cNvPr id="359" name="Google Shape;359;p15"/>
            <p:cNvCxnSpPr>
              <a:stCxn id="357" idx="2"/>
              <a:endCxn id="356" idx="6"/>
            </p:cNvCxnSpPr>
            <p:nvPr/>
          </p:nvCxnSpPr>
          <p:spPr>
            <a:xfrm>
              <a:off x="5729937" y="3723428"/>
              <a:ext cx="864900" cy="2345100"/>
            </a:xfrm>
            <a:prstGeom prst="straightConnector1">
              <a:avLst/>
            </a:prstGeom>
            <a:noFill/>
            <a:ln cap="flat" cmpd="sng" w="9525">
              <a:solidFill>
                <a:srgbClr val="0000CB"/>
              </a:solidFill>
              <a:prstDash val="solid"/>
              <a:round/>
              <a:headEnd len="sm" w="sm" type="none"/>
              <a:tailEnd len="med" w="med" type="triangle"/>
            </a:ln>
          </p:spPr>
        </p:cxnSp>
        <p:cxnSp>
          <p:nvCxnSpPr>
            <p:cNvPr id="360" name="Google Shape;360;p15"/>
            <p:cNvCxnSpPr/>
            <p:nvPr/>
          </p:nvCxnSpPr>
          <p:spPr>
            <a:xfrm>
              <a:off x="2475348" y="3609238"/>
              <a:ext cx="4359821" cy="0"/>
            </a:xfrm>
            <a:prstGeom prst="straightConnector1">
              <a:avLst/>
            </a:prstGeom>
            <a:noFill/>
            <a:ln cap="flat" cmpd="sng" w="19050">
              <a:solidFill>
                <a:schemeClr val="dk1"/>
              </a:solidFill>
              <a:prstDash val="dash"/>
              <a:round/>
              <a:headEnd len="sm" w="sm" type="none"/>
              <a:tailEnd len="med" w="med" type="triangle"/>
            </a:ln>
          </p:spPr>
        </p:cxnSp>
        <p:cxnSp>
          <p:nvCxnSpPr>
            <p:cNvPr id="361" name="Google Shape;361;p15"/>
            <p:cNvCxnSpPr/>
            <p:nvPr/>
          </p:nvCxnSpPr>
          <p:spPr>
            <a:xfrm>
              <a:off x="2946402" y="6068419"/>
              <a:ext cx="1754909" cy="0"/>
            </a:xfrm>
            <a:prstGeom prst="straightConnector1">
              <a:avLst/>
            </a:prstGeom>
            <a:noFill/>
            <a:ln cap="flat" cmpd="sng" w="9525">
              <a:solidFill>
                <a:schemeClr val="dk1"/>
              </a:solidFill>
              <a:prstDash val="solid"/>
              <a:round/>
              <a:headEnd len="sm" w="sm" type="none"/>
              <a:tailEnd len="med" w="med" type="triangle"/>
            </a:ln>
          </p:spPr>
        </p:cxnSp>
        <p:cxnSp>
          <p:nvCxnSpPr>
            <p:cNvPr id="362" name="Google Shape;362;p15"/>
            <p:cNvCxnSpPr/>
            <p:nvPr/>
          </p:nvCxnSpPr>
          <p:spPr>
            <a:xfrm rot="10800000">
              <a:off x="3806610" y="5578764"/>
              <a:ext cx="0" cy="1016000"/>
            </a:xfrm>
            <a:prstGeom prst="straightConnector1">
              <a:avLst/>
            </a:prstGeom>
            <a:noFill/>
            <a:ln cap="flat" cmpd="sng" w="9525">
              <a:solidFill>
                <a:srgbClr val="BF0000"/>
              </a:solidFill>
              <a:prstDash val="solid"/>
              <a:round/>
              <a:headEnd len="sm" w="sm" type="none"/>
              <a:tailEnd len="med" w="med" type="triangle"/>
            </a:ln>
          </p:spPr>
        </p:cxnSp>
        <p:sp>
          <p:nvSpPr>
            <p:cNvPr id="363" name="Google Shape;363;p15"/>
            <p:cNvSpPr txBox="1"/>
            <p:nvPr/>
          </p:nvSpPr>
          <p:spPr>
            <a:xfrm>
              <a:off x="3404818" y="5209432"/>
              <a:ext cx="877163" cy="3693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600">
                  <a:solidFill>
                    <a:schemeClr val="accent2"/>
                  </a:solidFill>
                  <a:latin typeface="Arial"/>
                  <a:ea typeface="Arial"/>
                  <a:cs typeface="Arial"/>
                  <a:sym typeface="Arial"/>
                </a:rPr>
                <a:t>距离向</a:t>
              </a:r>
              <a:endParaRPr/>
            </a:p>
          </p:txBody>
        </p:sp>
        <p:sp>
          <p:nvSpPr>
            <p:cNvPr id="364" name="Google Shape;364;p15"/>
            <p:cNvSpPr txBox="1"/>
            <p:nvPr/>
          </p:nvSpPr>
          <p:spPr>
            <a:xfrm>
              <a:off x="4154429" y="6140060"/>
              <a:ext cx="846833" cy="361023"/>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600">
                  <a:solidFill>
                    <a:schemeClr val="dk1"/>
                  </a:solidFill>
                  <a:latin typeface="Arial"/>
                  <a:ea typeface="Arial"/>
                  <a:cs typeface="Arial"/>
                  <a:sym typeface="Arial"/>
                </a:rPr>
                <a:t>沿轨向</a:t>
              </a:r>
              <a:endParaRPr/>
            </a:p>
          </p:txBody>
        </p:sp>
        <p:sp>
          <p:nvSpPr>
            <p:cNvPr id="365" name="Google Shape;365;p15"/>
            <p:cNvSpPr txBox="1"/>
            <p:nvPr/>
          </p:nvSpPr>
          <p:spPr>
            <a:xfrm>
              <a:off x="5972622" y="3681901"/>
              <a:ext cx="1498242" cy="361023"/>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600">
                  <a:solidFill>
                    <a:schemeClr val="dk1"/>
                  </a:solidFill>
                  <a:latin typeface="Arial"/>
                  <a:ea typeface="Arial"/>
                  <a:cs typeface="Arial"/>
                  <a:sym typeface="Arial"/>
                </a:rPr>
                <a:t>卫星飞行方向</a:t>
              </a:r>
              <a:endParaRPr/>
            </a:p>
          </p:txBody>
        </p:sp>
      </p:gr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16"/>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二、雷达测高技术发展</a:t>
            </a:r>
            <a:endParaRPr/>
          </a:p>
        </p:txBody>
      </p:sp>
      <p:sp>
        <p:nvSpPr>
          <p:cNvPr id="371" name="Google Shape;371;p16"/>
          <p:cNvSpPr txBox="1"/>
          <p:nvPr/>
        </p:nvSpPr>
        <p:spPr>
          <a:xfrm>
            <a:off x="396341" y="849079"/>
            <a:ext cx="7197155" cy="662554"/>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3）合成孔径雷达干涉</a:t>
            </a:r>
            <a:r>
              <a:rPr b="1" lang="zh-CN" sz="2800">
                <a:solidFill>
                  <a:srgbClr val="000000"/>
                </a:solidFill>
                <a:latin typeface="Arial"/>
                <a:ea typeface="Arial"/>
                <a:cs typeface="Arial"/>
                <a:sym typeface="Arial"/>
              </a:rPr>
              <a:t>（SARIn）</a:t>
            </a:r>
            <a:r>
              <a:rPr b="1" lang="zh-CN" sz="2800">
                <a:solidFill>
                  <a:srgbClr val="333333"/>
                </a:solidFill>
                <a:latin typeface="Arial"/>
                <a:ea typeface="Arial"/>
                <a:cs typeface="Arial"/>
                <a:sym typeface="Arial"/>
              </a:rPr>
              <a:t>测高技术</a:t>
            </a:r>
            <a:endParaRPr b="1" sz="2800">
              <a:solidFill>
                <a:srgbClr val="333333"/>
              </a:solidFill>
              <a:latin typeface="Arial"/>
              <a:ea typeface="Arial"/>
              <a:cs typeface="Arial"/>
              <a:sym typeface="Arial"/>
            </a:endParaRPr>
          </a:p>
        </p:txBody>
      </p:sp>
      <p:sp>
        <p:nvSpPr>
          <p:cNvPr id="372" name="Google Shape;372;p16"/>
          <p:cNvSpPr txBox="1"/>
          <p:nvPr/>
        </p:nvSpPr>
        <p:spPr>
          <a:xfrm>
            <a:off x="296950" y="1610214"/>
            <a:ext cx="4003379" cy="3692806"/>
          </a:xfrm>
          <a:prstGeom prst="rect">
            <a:avLst/>
          </a:prstGeom>
          <a:noFill/>
          <a:ln>
            <a:noFill/>
          </a:ln>
        </p:spPr>
        <p:txBody>
          <a:bodyPr anchorCtr="0" anchor="t" bIns="45700" lIns="91425" spcFirstLastPara="1" rIns="91425" wrap="square" tIns="45700">
            <a:spAutoFit/>
          </a:bodyPr>
          <a:lstStyle/>
          <a:p>
            <a:pPr indent="0" lvl="0" marL="0" marR="0" rtl="0" algn="just">
              <a:lnSpc>
                <a:spcPct val="200000"/>
              </a:lnSpc>
              <a:spcBef>
                <a:spcPts val="0"/>
              </a:spcBef>
              <a:spcAft>
                <a:spcPts val="0"/>
              </a:spcAft>
              <a:buNone/>
            </a:pPr>
            <a:r>
              <a:rPr b="1" lang="zh-CN" sz="2000">
                <a:solidFill>
                  <a:srgbClr val="000000"/>
                </a:solidFill>
                <a:latin typeface="Arial"/>
                <a:ea typeface="Arial"/>
                <a:cs typeface="Arial"/>
                <a:sym typeface="Arial"/>
              </a:rPr>
              <a:t>合成孔径雷达干涉高度计</a:t>
            </a:r>
            <a:r>
              <a:rPr lang="zh-CN" sz="2000">
                <a:solidFill>
                  <a:srgbClr val="000000"/>
                </a:solidFill>
                <a:latin typeface="Arial"/>
                <a:ea typeface="Arial"/>
                <a:cs typeface="Arial"/>
                <a:sym typeface="Arial"/>
              </a:rPr>
              <a:t>：SARIn高度计与SAR高度计测高的主要区别在于前者在垂轨方向采用了相位干涉处理，而在沿轨方向两者均采用孔径合成技术。已有的SARIn高度计主要有Cryosat-2和SWOT。</a:t>
            </a:r>
            <a:endParaRPr sz="2000">
              <a:solidFill>
                <a:srgbClr val="000000"/>
              </a:solidFill>
              <a:latin typeface="Arial"/>
              <a:ea typeface="Arial"/>
              <a:cs typeface="Arial"/>
              <a:sym typeface="Arial"/>
            </a:endParaRPr>
          </a:p>
        </p:txBody>
      </p:sp>
      <p:pic>
        <p:nvPicPr>
          <p:cNvPr id="373" name="Google Shape;373;p16"/>
          <p:cNvPicPr preferRelativeResize="0"/>
          <p:nvPr/>
        </p:nvPicPr>
        <p:blipFill rotWithShape="1">
          <a:blip r:embed="rId3">
            <a:alphaModFix/>
          </a:blip>
          <a:srcRect b="0" l="0" r="0" t="0"/>
          <a:stretch/>
        </p:blipFill>
        <p:spPr>
          <a:xfrm>
            <a:off x="4506685" y="1716157"/>
            <a:ext cx="4158250" cy="3692022"/>
          </a:xfrm>
          <a:prstGeom prst="rect">
            <a:avLst/>
          </a:prstGeom>
          <a:noFill/>
          <a:ln>
            <a:noFill/>
          </a:ln>
        </p:spPr>
      </p:pic>
    </p:spTree>
  </p:cSld>
  <p:clrMapOvr>
    <a:masterClrMapping/>
  </p:clrMapOvr>
  <p:transition>
    <p:fade/>
  </p:transition>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17"/>
          <p:cNvSpPr/>
          <p:nvPr/>
        </p:nvSpPr>
        <p:spPr>
          <a:xfrm>
            <a:off x="0" y="3471863"/>
            <a:ext cx="9144000" cy="1543050"/>
          </a:xfrm>
          <a:prstGeom prst="rect">
            <a:avLst/>
          </a:prstGeom>
          <a:solidFill>
            <a:schemeClr val="accent1"/>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
        <p:nvSpPr>
          <p:cNvPr id="379" name="Google Shape;379;p17"/>
          <p:cNvSpPr/>
          <p:nvPr/>
        </p:nvSpPr>
        <p:spPr>
          <a:xfrm>
            <a:off x="189064" y="3882144"/>
            <a:ext cx="8753057"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zh-CN" sz="4000">
                <a:solidFill>
                  <a:schemeClr val="lt1"/>
                </a:solidFill>
                <a:latin typeface="Microsoft Yahei"/>
                <a:ea typeface="Microsoft Yahei"/>
                <a:cs typeface="Microsoft Yahei"/>
                <a:sym typeface="Microsoft Yahei"/>
              </a:rPr>
              <a:t>三、雷达测高波形分析</a:t>
            </a:r>
            <a:endParaRPr/>
          </a:p>
        </p:txBody>
      </p:sp>
      <p:sp>
        <p:nvSpPr>
          <p:cNvPr id="380" name="Google Shape;380;p17"/>
          <p:cNvSpPr/>
          <p:nvPr/>
        </p:nvSpPr>
        <p:spPr>
          <a:xfrm>
            <a:off x="0" y="5014912"/>
            <a:ext cx="9144000" cy="72000"/>
          </a:xfrm>
          <a:prstGeom prst="rect">
            <a:avLst/>
          </a:prstGeom>
          <a:solidFill>
            <a:srgbClr val="BFBFBF"/>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Microsoft Yahei"/>
              <a:ea typeface="Microsoft Yahei"/>
              <a:cs typeface="Microsoft Yahei"/>
              <a:sym typeface="Microsoft Yahei"/>
            </a:endParaRPr>
          </a:p>
        </p:txBody>
      </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18"/>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386" name="Google Shape;386;p18"/>
          <p:cNvSpPr txBox="1"/>
          <p:nvPr/>
        </p:nvSpPr>
        <p:spPr>
          <a:xfrm>
            <a:off x="396341" y="828298"/>
            <a:ext cx="7459186" cy="662554"/>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1）雷达回波波形概念</a:t>
            </a:r>
            <a:endParaRPr b="1" sz="2800">
              <a:solidFill>
                <a:srgbClr val="333333"/>
              </a:solidFill>
              <a:latin typeface="Arial"/>
              <a:ea typeface="Arial"/>
              <a:cs typeface="Arial"/>
              <a:sym typeface="Arial"/>
            </a:endParaRPr>
          </a:p>
        </p:txBody>
      </p:sp>
      <p:sp>
        <p:nvSpPr>
          <p:cNvPr id="387" name="Google Shape;387;p18"/>
          <p:cNvSpPr txBox="1"/>
          <p:nvPr/>
        </p:nvSpPr>
        <p:spPr>
          <a:xfrm>
            <a:off x="396341" y="1470364"/>
            <a:ext cx="8250703" cy="961225"/>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zh-CN" sz="2000">
                <a:solidFill>
                  <a:schemeClr val="dk1"/>
                </a:solidFill>
                <a:latin typeface="Arial"/>
                <a:ea typeface="Arial"/>
                <a:cs typeface="Arial"/>
                <a:sym typeface="Arial"/>
              </a:rPr>
              <a:t>雷达高度计（脉冲有限/SAR高度计）的关键原理是测量雷达回波的脉冲形状和时间信息。</a:t>
            </a:r>
            <a:endParaRPr sz="2000">
              <a:solidFill>
                <a:schemeClr val="dk1"/>
              </a:solidFill>
              <a:latin typeface="Arial"/>
              <a:ea typeface="Arial"/>
              <a:cs typeface="Arial"/>
              <a:sym typeface="Arial"/>
            </a:endParaRPr>
          </a:p>
        </p:txBody>
      </p:sp>
      <p:pic>
        <p:nvPicPr>
          <p:cNvPr descr="A picture containing windmill&#10;&#10;Description automatically generated" id="388" name="Google Shape;388;p18"/>
          <p:cNvPicPr preferRelativeResize="0"/>
          <p:nvPr/>
        </p:nvPicPr>
        <p:blipFill rotWithShape="1">
          <a:blip r:embed="rId3">
            <a:alphaModFix/>
          </a:blip>
          <a:srcRect b="0" l="0" r="0" t="0"/>
          <a:stretch/>
        </p:blipFill>
        <p:spPr>
          <a:xfrm>
            <a:off x="1882104" y="2522942"/>
            <a:ext cx="5379791" cy="4226301"/>
          </a:xfrm>
          <a:prstGeom prst="rect">
            <a:avLst/>
          </a:prstGeom>
          <a:noFill/>
          <a:ln>
            <a:noFill/>
          </a:ln>
        </p:spPr>
      </p:pic>
    </p:spTree>
  </p:cSld>
  <p:clrMapOvr>
    <a:masterClrMapping/>
  </p:clrMapOvr>
  <p:transition>
    <p:fade/>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19"/>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394" name="Google Shape;394;p19"/>
          <p:cNvSpPr txBox="1"/>
          <p:nvPr/>
        </p:nvSpPr>
        <p:spPr>
          <a:xfrm>
            <a:off x="396341" y="828298"/>
            <a:ext cx="7459186" cy="662554"/>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1）雷达回波过程模拟（以脉冲有限雷达为例）</a:t>
            </a:r>
            <a:endParaRPr b="1" sz="2800">
              <a:solidFill>
                <a:srgbClr val="333333"/>
              </a:solidFill>
              <a:latin typeface="Arial"/>
              <a:ea typeface="Arial"/>
              <a:cs typeface="Arial"/>
              <a:sym typeface="Arial"/>
            </a:endParaRPr>
          </a:p>
        </p:txBody>
      </p:sp>
      <p:grpSp>
        <p:nvGrpSpPr>
          <p:cNvPr id="395" name="Google Shape;395;p19"/>
          <p:cNvGrpSpPr/>
          <p:nvPr/>
        </p:nvGrpSpPr>
        <p:grpSpPr>
          <a:xfrm>
            <a:off x="57743" y="1908696"/>
            <a:ext cx="6002012" cy="4743896"/>
            <a:chOff x="1316789" y="2105578"/>
            <a:chExt cx="6002012" cy="4743896"/>
          </a:xfrm>
        </p:grpSpPr>
        <p:cxnSp>
          <p:nvCxnSpPr>
            <p:cNvPr id="396" name="Google Shape;396;p19"/>
            <p:cNvCxnSpPr/>
            <p:nvPr/>
          </p:nvCxnSpPr>
          <p:spPr>
            <a:xfrm flipH="1" rot="10800000">
              <a:off x="1825199" y="3725438"/>
              <a:ext cx="5493602" cy="24873"/>
            </a:xfrm>
            <a:prstGeom prst="straightConnector1">
              <a:avLst/>
            </a:prstGeom>
            <a:noFill/>
            <a:ln cap="flat" cmpd="sng" w="19050">
              <a:solidFill>
                <a:srgbClr val="0000CB"/>
              </a:solidFill>
              <a:prstDash val="solid"/>
              <a:round/>
              <a:headEnd len="sm" w="sm" type="none"/>
              <a:tailEnd len="sm" w="sm" type="none"/>
            </a:ln>
          </p:spPr>
        </p:cxnSp>
        <p:grpSp>
          <p:nvGrpSpPr>
            <p:cNvPr id="397" name="Google Shape;397;p19"/>
            <p:cNvGrpSpPr/>
            <p:nvPr/>
          </p:nvGrpSpPr>
          <p:grpSpPr>
            <a:xfrm>
              <a:off x="2209689" y="2105578"/>
              <a:ext cx="543054" cy="1632958"/>
              <a:chOff x="1008718" y="2153425"/>
              <a:chExt cx="652694" cy="2031566"/>
            </a:xfrm>
          </p:grpSpPr>
          <p:pic>
            <p:nvPicPr>
              <p:cNvPr descr="A picture containing dark&#10;&#10;Description automatically generated" id="398" name="Google Shape;398;p19"/>
              <p:cNvPicPr preferRelativeResize="0"/>
              <p:nvPr/>
            </p:nvPicPr>
            <p:blipFill rotWithShape="1">
              <a:blip r:embed="rId3">
                <a:alphaModFix/>
              </a:blip>
              <a:srcRect b="0" l="0" r="0" t="0"/>
              <a:stretch/>
            </p:blipFill>
            <p:spPr>
              <a:xfrm>
                <a:off x="1008718" y="2153425"/>
                <a:ext cx="652694" cy="295532"/>
              </a:xfrm>
              <a:prstGeom prst="rect">
                <a:avLst/>
              </a:prstGeom>
              <a:noFill/>
              <a:ln>
                <a:noFill/>
              </a:ln>
            </p:spPr>
          </p:pic>
          <p:cxnSp>
            <p:nvCxnSpPr>
              <p:cNvPr id="399" name="Google Shape;399;p19"/>
              <p:cNvCxnSpPr/>
              <p:nvPr/>
            </p:nvCxnSpPr>
            <p:spPr>
              <a:xfrm flipH="1">
                <a:off x="1066116" y="2372555"/>
                <a:ext cx="173628" cy="1641906"/>
              </a:xfrm>
              <a:prstGeom prst="straightConnector1">
                <a:avLst/>
              </a:prstGeom>
              <a:noFill/>
              <a:ln cap="flat" cmpd="sng" w="9525">
                <a:solidFill>
                  <a:schemeClr val="dk1"/>
                </a:solidFill>
                <a:prstDash val="solid"/>
                <a:round/>
                <a:headEnd len="sm" w="sm" type="none"/>
                <a:tailEnd len="sm" w="sm" type="none"/>
              </a:ln>
            </p:spPr>
          </p:cxnSp>
          <p:cxnSp>
            <p:nvCxnSpPr>
              <p:cNvPr id="400" name="Google Shape;400;p19"/>
              <p:cNvCxnSpPr/>
              <p:nvPr/>
            </p:nvCxnSpPr>
            <p:spPr>
              <a:xfrm>
                <a:off x="1239744" y="2372555"/>
                <a:ext cx="261196" cy="1625387"/>
              </a:xfrm>
              <a:prstGeom prst="straightConnector1">
                <a:avLst/>
              </a:prstGeom>
              <a:noFill/>
              <a:ln cap="flat" cmpd="sng" w="9525">
                <a:solidFill>
                  <a:schemeClr val="dk1"/>
                </a:solidFill>
                <a:prstDash val="solid"/>
                <a:round/>
                <a:headEnd len="sm" w="sm" type="none"/>
                <a:tailEnd len="sm" w="sm" type="none"/>
              </a:ln>
            </p:spPr>
          </p:cxnSp>
          <p:sp>
            <p:nvSpPr>
              <p:cNvPr id="401" name="Google Shape;401;p19"/>
              <p:cNvSpPr/>
              <p:nvPr/>
            </p:nvSpPr>
            <p:spPr>
              <a:xfrm rot="10800000">
                <a:off x="1057893" y="3810894"/>
                <a:ext cx="447559" cy="374097"/>
              </a:xfrm>
              <a:prstGeom prst="blockArc">
                <a:avLst>
                  <a:gd fmla="val 10800000" name="adj1"/>
                  <a:gd fmla="val 21273342" name="adj2"/>
                  <a:gd fmla="val 21538" name="adj3"/>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grpSp>
        <p:grpSp>
          <p:nvGrpSpPr>
            <p:cNvPr id="402" name="Google Shape;402;p19"/>
            <p:cNvGrpSpPr/>
            <p:nvPr/>
          </p:nvGrpSpPr>
          <p:grpSpPr>
            <a:xfrm>
              <a:off x="3161123" y="2129544"/>
              <a:ext cx="543054" cy="1632958"/>
              <a:chOff x="1008718" y="2153425"/>
              <a:chExt cx="652694" cy="2031566"/>
            </a:xfrm>
          </p:grpSpPr>
          <p:pic>
            <p:nvPicPr>
              <p:cNvPr descr="A picture containing dark&#10;&#10;Description automatically generated" id="403" name="Google Shape;403;p19"/>
              <p:cNvPicPr preferRelativeResize="0"/>
              <p:nvPr/>
            </p:nvPicPr>
            <p:blipFill rotWithShape="1">
              <a:blip r:embed="rId3">
                <a:alphaModFix/>
              </a:blip>
              <a:srcRect b="0" l="0" r="0" t="0"/>
              <a:stretch/>
            </p:blipFill>
            <p:spPr>
              <a:xfrm>
                <a:off x="1008718" y="2153425"/>
                <a:ext cx="652694" cy="295532"/>
              </a:xfrm>
              <a:prstGeom prst="rect">
                <a:avLst/>
              </a:prstGeom>
              <a:noFill/>
              <a:ln>
                <a:noFill/>
              </a:ln>
            </p:spPr>
          </p:pic>
          <p:cxnSp>
            <p:nvCxnSpPr>
              <p:cNvPr id="404" name="Google Shape;404;p19"/>
              <p:cNvCxnSpPr/>
              <p:nvPr/>
            </p:nvCxnSpPr>
            <p:spPr>
              <a:xfrm flipH="1">
                <a:off x="1066116" y="2372555"/>
                <a:ext cx="173628" cy="1641906"/>
              </a:xfrm>
              <a:prstGeom prst="straightConnector1">
                <a:avLst/>
              </a:prstGeom>
              <a:noFill/>
              <a:ln cap="flat" cmpd="sng" w="9525">
                <a:solidFill>
                  <a:schemeClr val="dk1"/>
                </a:solidFill>
                <a:prstDash val="solid"/>
                <a:round/>
                <a:headEnd len="sm" w="sm" type="none"/>
                <a:tailEnd len="sm" w="sm" type="none"/>
              </a:ln>
            </p:spPr>
          </p:cxnSp>
          <p:cxnSp>
            <p:nvCxnSpPr>
              <p:cNvPr id="405" name="Google Shape;405;p19"/>
              <p:cNvCxnSpPr/>
              <p:nvPr/>
            </p:nvCxnSpPr>
            <p:spPr>
              <a:xfrm>
                <a:off x="1239744" y="2372555"/>
                <a:ext cx="261196" cy="1625387"/>
              </a:xfrm>
              <a:prstGeom prst="straightConnector1">
                <a:avLst/>
              </a:prstGeom>
              <a:noFill/>
              <a:ln cap="flat" cmpd="sng" w="9525">
                <a:solidFill>
                  <a:schemeClr val="dk1"/>
                </a:solidFill>
                <a:prstDash val="solid"/>
                <a:round/>
                <a:headEnd len="sm" w="sm" type="none"/>
                <a:tailEnd len="sm" w="sm" type="none"/>
              </a:ln>
            </p:spPr>
          </p:cxnSp>
          <p:sp>
            <p:nvSpPr>
              <p:cNvPr id="406" name="Google Shape;406;p19"/>
              <p:cNvSpPr/>
              <p:nvPr/>
            </p:nvSpPr>
            <p:spPr>
              <a:xfrm rot="10800000">
                <a:off x="1057893" y="3810894"/>
                <a:ext cx="447559" cy="374097"/>
              </a:xfrm>
              <a:prstGeom prst="blockArc">
                <a:avLst>
                  <a:gd fmla="val 10800000" name="adj1"/>
                  <a:gd fmla="val 21273342" name="adj2"/>
                  <a:gd fmla="val 21538" name="adj3"/>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grpSp>
        <p:grpSp>
          <p:nvGrpSpPr>
            <p:cNvPr id="407" name="Google Shape;407;p19"/>
            <p:cNvGrpSpPr/>
            <p:nvPr/>
          </p:nvGrpSpPr>
          <p:grpSpPr>
            <a:xfrm>
              <a:off x="6255472" y="2211253"/>
              <a:ext cx="543054" cy="1641331"/>
              <a:chOff x="4773079" y="2182538"/>
              <a:chExt cx="652694" cy="2041983"/>
            </a:xfrm>
          </p:grpSpPr>
          <p:pic>
            <p:nvPicPr>
              <p:cNvPr descr="A picture containing dark&#10;&#10;Description automatically generated" id="408" name="Google Shape;408;p19"/>
              <p:cNvPicPr preferRelativeResize="0"/>
              <p:nvPr/>
            </p:nvPicPr>
            <p:blipFill rotWithShape="1">
              <a:blip r:embed="rId3">
                <a:alphaModFix/>
              </a:blip>
              <a:srcRect b="0" l="0" r="0" t="0"/>
              <a:stretch/>
            </p:blipFill>
            <p:spPr>
              <a:xfrm>
                <a:off x="4773079" y="2182538"/>
                <a:ext cx="652694" cy="295532"/>
              </a:xfrm>
              <a:prstGeom prst="rect">
                <a:avLst/>
              </a:prstGeom>
              <a:noFill/>
              <a:ln>
                <a:noFill/>
              </a:ln>
            </p:spPr>
          </p:pic>
          <p:cxnSp>
            <p:nvCxnSpPr>
              <p:cNvPr id="409" name="Google Shape;409;p19"/>
              <p:cNvCxnSpPr/>
              <p:nvPr/>
            </p:nvCxnSpPr>
            <p:spPr>
              <a:xfrm flipH="1">
                <a:off x="4826081" y="2401668"/>
                <a:ext cx="173628" cy="1641906"/>
              </a:xfrm>
              <a:prstGeom prst="straightConnector1">
                <a:avLst/>
              </a:prstGeom>
              <a:noFill/>
              <a:ln cap="flat" cmpd="sng" w="9525">
                <a:solidFill>
                  <a:schemeClr val="dk1"/>
                </a:solidFill>
                <a:prstDash val="solid"/>
                <a:round/>
                <a:headEnd len="sm" w="sm" type="none"/>
                <a:tailEnd len="sm" w="sm" type="none"/>
              </a:ln>
            </p:spPr>
          </p:cxnSp>
          <p:cxnSp>
            <p:nvCxnSpPr>
              <p:cNvPr id="410" name="Google Shape;410;p19"/>
              <p:cNvCxnSpPr/>
              <p:nvPr/>
            </p:nvCxnSpPr>
            <p:spPr>
              <a:xfrm>
                <a:off x="5004105" y="2401668"/>
                <a:ext cx="260896" cy="1634102"/>
              </a:xfrm>
              <a:prstGeom prst="straightConnector1">
                <a:avLst/>
              </a:prstGeom>
              <a:noFill/>
              <a:ln cap="flat" cmpd="sng" w="9525">
                <a:solidFill>
                  <a:schemeClr val="dk1"/>
                </a:solidFill>
                <a:prstDash val="solid"/>
                <a:round/>
                <a:headEnd len="sm" w="sm" type="none"/>
                <a:tailEnd len="sm" w="sm" type="none"/>
              </a:ln>
            </p:spPr>
          </p:cxnSp>
          <p:sp>
            <p:nvSpPr>
              <p:cNvPr id="411" name="Google Shape;411;p19"/>
              <p:cNvSpPr/>
              <p:nvPr/>
            </p:nvSpPr>
            <p:spPr>
              <a:xfrm rot="-10636665">
                <a:off x="4822254" y="3840007"/>
                <a:ext cx="447559" cy="374097"/>
              </a:xfrm>
              <a:prstGeom prst="blockArc">
                <a:avLst>
                  <a:gd fmla="val 10800000" name="adj1"/>
                  <a:gd fmla="val 21273342" name="adj2"/>
                  <a:gd fmla="val 21538" name="adj3"/>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grpSp>
        <p:grpSp>
          <p:nvGrpSpPr>
            <p:cNvPr id="412" name="Google Shape;412;p19"/>
            <p:cNvGrpSpPr/>
            <p:nvPr/>
          </p:nvGrpSpPr>
          <p:grpSpPr>
            <a:xfrm>
              <a:off x="5181059" y="2193535"/>
              <a:ext cx="543054" cy="1641331"/>
              <a:chOff x="4773079" y="2182538"/>
              <a:chExt cx="652694" cy="2041983"/>
            </a:xfrm>
          </p:grpSpPr>
          <p:pic>
            <p:nvPicPr>
              <p:cNvPr descr="A picture containing dark&#10;&#10;Description automatically generated" id="413" name="Google Shape;413;p19"/>
              <p:cNvPicPr preferRelativeResize="0"/>
              <p:nvPr/>
            </p:nvPicPr>
            <p:blipFill rotWithShape="1">
              <a:blip r:embed="rId3">
                <a:alphaModFix/>
              </a:blip>
              <a:srcRect b="0" l="0" r="0" t="0"/>
              <a:stretch/>
            </p:blipFill>
            <p:spPr>
              <a:xfrm>
                <a:off x="4773079" y="2182538"/>
                <a:ext cx="652694" cy="295532"/>
              </a:xfrm>
              <a:prstGeom prst="rect">
                <a:avLst/>
              </a:prstGeom>
              <a:noFill/>
              <a:ln>
                <a:noFill/>
              </a:ln>
            </p:spPr>
          </p:pic>
          <p:cxnSp>
            <p:nvCxnSpPr>
              <p:cNvPr id="414" name="Google Shape;414;p19"/>
              <p:cNvCxnSpPr/>
              <p:nvPr/>
            </p:nvCxnSpPr>
            <p:spPr>
              <a:xfrm flipH="1">
                <a:off x="4826081" y="2401668"/>
                <a:ext cx="173628" cy="1641906"/>
              </a:xfrm>
              <a:prstGeom prst="straightConnector1">
                <a:avLst/>
              </a:prstGeom>
              <a:noFill/>
              <a:ln cap="flat" cmpd="sng" w="9525">
                <a:solidFill>
                  <a:schemeClr val="dk1"/>
                </a:solidFill>
                <a:prstDash val="solid"/>
                <a:round/>
                <a:headEnd len="sm" w="sm" type="none"/>
                <a:tailEnd len="sm" w="sm" type="none"/>
              </a:ln>
            </p:spPr>
          </p:cxnSp>
          <p:cxnSp>
            <p:nvCxnSpPr>
              <p:cNvPr id="415" name="Google Shape;415;p19"/>
              <p:cNvCxnSpPr/>
              <p:nvPr/>
            </p:nvCxnSpPr>
            <p:spPr>
              <a:xfrm>
                <a:off x="5004105" y="2401668"/>
                <a:ext cx="260896" cy="1634102"/>
              </a:xfrm>
              <a:prstGeom prst="straightConnector1">
                <a:avLst/>
              </a:prstGeom>
              <a:noFill/>
              <a:ln cap="flat" cmpd="sng" w="9525">
                <a:solidFill>
                  <a:schemeClr val="dk1"/>
                </a:solidFill>
                <a:prstDash val="solid"/>
                <a:round/>
                <a:headEnd len="sm" w="sm" type="none"/>
                <a:tailEnd len="sm" w="sm" type="none"/>
              </a:ln>
            </p:spPr>
          </p:cxnSp>
          <p:sp>
            <p:nvSpPr>
              <p:cNvPr id="416" name="Google Shape;416;p19"/>
              <p:cNvSpPr/>
              <p:nvPr/>
            </p:nvSpPr>
            <p:spPr>
              <a:xfrm rot="-10636665">
                <a:off x="4822254" y="3840007"/>
                <a:ext cx="447559" cy="374097"/>
              </a:xfrm>
              <a:prstGeom prst="blockArc">
                <a:avLst>
                  <a:gd fmla="val 10800000" name="adj1"/>
                  <a:gd fmla="val 21273342" name="adj2"/>
                  <a:gd fmla="val 21538" name="adj3"/>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grpSp>
        <p:grpSp>
          <p:nvGrpSpPr>
            <p:cNvPr id="417" name="Google Shape;417;p19"/>
            <p:cNvGrpSpPr/>
            <p:nvPr/>
          </p:nvGrpSpPr>
          <p:grpSpPr>
            <a:xfrm>
              <a:off x="4167948" y="2164497"/>
              <a:ext cx="543054" cy="1641331"/>
              <a:chOff x="4773079" y="2182538"/>
              <a:chExt cx="652694" cy="2041983"/>
            </a:xfrm>
          </p:grpSpPr>
          <p:pic>
            <p:nvPicPr>
              <p:cNvPr descr="A picture containing dark&#10;&#10;Description automatically generated" id="418" name="Google Shape;418;p19"/>
              <p:cNvPicPr preferRelativeResize="0"/>
              <p:nvPr/>
            </p:nvPicPr>
            <p:blipFill rotWithShape="1">
              <a:blip r:embed="rId3">
                <a:alphaModFix/>
              </a:blip>
              <a:srcRect b="0" l="0" r="0" t="0"/>
              <a:stretch/>
            </p:blipFill>
            <p:spPr>
              <a:xfrm>
                <a:off x="4773079" y="2182538"/>
                <a:ext cx="652694" cy="295532"/>
              </a:xfrm>
              <a:prstGeom prst="rect">
                <a:avLst/>
              </a:prstGeom>
              <a:noFill/>
              <a:ln>
                <a:noFill/>
              </a:ln>
            </p:spPr>
          </p:pic>
          <p:cxnSp>
            <p:nvCxnSpPr>
              <p:cNvPr id="419" name="Google Shape;419;p19"/>
              <p:cNvCxnSpPr/>
              <p:nvPr/>
            </p:nvCxnSpPr>
            <p:spPr>
              <a:xfrm flipH="1">
                <a:off x="4826081" y="2401668"/>
                <a:ext cx="173628" cy="1641906"/>
              </a:xfrm>
              <a:prstGeom prst="straightConnector1">
                <a:avLst/>
              </a:prstGeom>
              <a:noFill/>
              <a:ln cap="flat" cmpd="sng" w="9525">
                <a:solidFill>
                  <a:schemeClr val="dk1"/>
                </a:solidFill>
                <a:prstDash val="solid"/>
                <a:round/>
                <a:headEnd len="sm" w="sm" type="none"/>
                <a:tailEnd len="sm" w="sm" type="none"/>
              </a:ln>
            </p:spPr>
          </p:cxnSp>
          <p:cxnSp>
            <p:nvCxnSpPr>
              <p:cNvPr id="420" name="Google Shape;420;p19"/>
              <p:cNvCxnSpPr/>
              <p:nvPr/>
            </p:nvCxnSpPr>
            <p:spPr>
              <a:xfrm>
                <a:off x="5004105" y="2401668"/>
                <a:ext cx="260896" cy="1634102"/>
              </a:xfrm>
              <a:prstGeom prst="straightConnector1">
                <a:avLst/>
              </a:prstGeom>
              <a:noFill/>
              <a:ln cap="flat" cmpd="sng" w="9525">
                <a:solidFill>
                  <a:schemeClr val="dk1"/>
                </a:solidFill>
                <a:prstDash val="solid"/>
                <a:round/>
                <a:headEnd len="sm" w="sm" type="none"/>
                <a:tailEnd len="sm" w="sm" type="none"/>
              </a:ln>
            </p:spPr>
          </p:cxnSp>
          <p:sp>
            <p:nvSpPr>
              <p:cNvPr id="421" name="Google Shape;421;p19"/>
              <p:cNvSpPr/>
              <p:nvPr/>
            </p:nvSpPr>
            <p:spPr>
              <a:xfrm rot="-10636665">
                <a:off x="4822254" y="3840007"/>
                <a:ext cx="447559" cy="374097"/>
              </a:xfrm>
              <a:prstGeom prst="blockArc">
                <a:avLst>
                  <a:gd fmla="val 10800000" name="adj1"/>
                  <a:gd fmla="val 21273342" name="adj2"/>
                  <a:gd fmla="val 21538" name="adj3"/>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grpSp>
        <p:sp>
          <p:nvSpPr>
            <p:cNvPr id="422" name="Google Shape;422;p19"/>
            <p:cNvSpPr/>
            <p:nvPr/>
          </p:nvSpPr>
          <p:spPr>
            <a:xfrm>
              <a:off x="3292003" y="4097155"/>
              <a:ext cx="206137" cy="205563"/>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23" name="Google Shape;423;p19"/>
            <p:cNvSpPr/>
            <p:nvPr/>
          </p:nvSpPr>
          <p:spPr>
            <a:xfrm>
              <a:off x="2403937" y="4177719"/>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24" name="Google Shape;424;p19"/>
            <p:cNvSpPr/>
            <p:nvPr/>
          </p:nvSpPr>
          <p:spPr>
            <a:xfrm>
              <a:off x="4212047" y="4013900"/>
              <a:ext cx="365190" cy="361318"/>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25" name="Google Shape;425;p19"/>
            <p:cNvSpPr/>
            <p:nvPr/>
          </p:nvSpPr>
          <p:spPr>
            <a:xfrm>
              <a:off x="5215043" y="4032314"/>
              <a:ext cx="375305" cy="358109"/>
            </a:xfrm>
            <a:prstGeom prst="donut">
              <a:avLst>
                <a:gd fmla="val 27022" name="adj"/>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26" name="Google Shape;426;p19"/>
            <p:cNvSpPr/>
            <p:nvPr/>
          </p:nvSpPr>
          <p:spPr>
            <a:xfrm>
              <a:off x="6251876" y="3968592"/>
              <a:ext cx="486937" cy="485554"/>
            </a:xfrm>
            <a:prstGeom prst="donut">
              <a:avLst>
                <a:gd fmla="val 19937" name="adj"/>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grpSp>
          <p:nvGrpSpPr>
            <p:cNvPr id="427" name="Google Shape;427;p19"/>
            <p:cNvGrpSpPr/>
            <p:nvPr/>
          </p:nvGrpSpPr>
          <p:grpSpPr>
            <a:xfrm>
              <a:off x="1316789" y="4457238"/>
              <a:ext cx="5964449" cy="2120072"/>
              <a:chOff x="263207" y="4512270"/>
              <a:chExt cx="5964449" cy="2270730"/>
            </a:xfrm>
          </p:grpSpPr>
          <p:cxnSp>
            <p:nvCxnSpPr>
              <p:cNvPr id="428" name="Google Shape;428;p19"/>
              <p:cNvCxnSpPr/>
              <p:nvPr/>
            </p:nvCxnSpPr>
            <p:spPr>
              <a:xfrm>
                <a:off x="842636" y="6424506"/>
                <a:ext cx="5230905" cy="0"/>
              </a:xfrm>
              <a:prstGeom prst="straightConnector1">
                <a:avLst/>
              </a:prstGeom>
              <a:noFill/>
              <a:ln cap="flat" cmpd="sng" w="9525">
                <a:solidFill>
                  <a:schemeClr val="dk1"/>
                </a:solidFill>
                <a:prstDash val="solid"/>
                <a:round/>
                <a:headEnd len="sm" w="sm" type="none"/>
                <a:tailEnd len="med" w="med" type="triangle"/>
              </a:ln>
            </p:spPr>
          </p:cxnSp>
          <p:cxnSp>
            <p:nvCxnSpPr>
              <p:cNvPr id="429" name="Google Shape;429;p19"/>
              <p:cNvCxnSpPr/>
              <p:nvPr/>
            </p:nvCxnSpPr>
            <p:spPr>
              <a:xfrm rot="10800000">
                <a:off x="842636" y="4512270"/>
                <a:ext cx="0" cy="1912236"/>
              </a:xfrm>
              <a:prstGeom prst="straightConnector1">
                <a:avLst/>
              </a:prstGeom>
              <a:noFill/>
              <a:ln cap="flat" cmpd="sng" w="9525">
                <a:solidFill>
                  <a:schemeClr val="dk1"/>
                </a:solidFill>
                <a:prstDash val="solid"/>
                <a:round/>
                <a:headEnd len="sm" w="sm" type="none"/>
                <a:tailEnd len="med" w="med" type="triangle"/>
              </a:ln>
            </p:spPr>
          </p:cxnSp>
          <p:sp>
            <p:nvSpPr>
              <p:cNvPr id="430" name="Google Shape;430;p19"/>
              <p:cNvSpPr txBox="1"/>
              <p:nvPr/>
            </p:nvSpPr>
            <p:spPr>
              <a:xfrm>
                <a:off x="263207" y="4560969"/>
                <a:ext cx="595035" cy="362613"/>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600">
                    <a:solidFill>
                      <a:schemeClr val="dk1"/>
                    </a:solidFill>
                    <a:latin typeface="Arial"/>
                    <a:ea typeface="Arial"/>
                    <a:cs typeface="Arial"/>
                    <a:sym typeface="Arial"/>
                  </a:rPr>
                  <a:t>功率</a:t>
                </a:r>
                <a:endParaRPr/>
              </a:p>
            </p:txBody>
          </p:sp>
          <p:sp>
            <p:nvSpPr>
              <p:cNvPr id="431" name="Google Shape;431;p19"/>
              <p:cNvSpPr txBox="1"/>
              <p:nvPr/>
            </p:nvSpPr>
            <p:spPr>
              <a:xfrm>
                <a:off x="5632621" y="6420387"/>
                <a:ext cx="595035" cy="362613"/>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600">
                    <a:solidFill>
                      <a:schemeClr val="dk1"/>
                    </a:solidFill>
                    <a:latin typeface="Arial"/>
                    <a:ea typeface="Arial"/>
                    <a:cs typeface="Arial"/>
                    <a:sym typeface="Arial"/>
                  </a:rPr>
                  <a:t>时间</a:t>
                </a:r>
                <a:endParaRPr/>
              </a:p>
            </p:txBody>
          </p:sp>
          <p:sp>
            <p:nvSpPr>
              <p:cNvPr id="432" name="Google Shape;432;p19"/>
              <p:cNvSpPr/>
              <p:nvPr/>
            </p:nvSpPr>
            <p:spPr>
              <a:xfrm>
                <a:off x="1348325" y="6111261"/>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33" name="Google Shape;433;p19"/>
              <p:cNvSpPr/>
              <p:nvPr/>
            </p:nvSpPr>
            <p:spPr>
              <a:xfrm>
                <a:off x="2313355" y="5578936"/>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34" name="Google Shape;434;p19"/>
              <p:cNvSpPr/>
              <p:nvPr/>
            </p:nvSpPr>
            <p:spPr>
              <a:xfrm>
                <a:off x="3320181" y="4757301"/>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35" name="Google Shape;435;p19"/>
              <p:cNvSpPr/>
              <p:nvPr/>
            </p:nvSpPr>
            <p:spPr>
              <a:xfrm>
                <a:off x="4343408" y="4823802"/>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36" name="Google Shape;436;p19"/>
              <p:cNvSpPr/>
              <p:nvPr/>
            </p:nvSpPr>
            <p:spPr>
              <a:xfrm>
                <a:off x="5419311" y="4917755"/>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37" name="Google Shape;437;p19"/>
              <p:cNvSpPr/>
              <p:nvPr/>
            </p:nvSpPr>
            <p:spPr>
              <a:xfrm>
                <a:off x="1343061" y="4751109"/>
                <a:ext cx="4095214" cy="1413978"/>
              </a:xfrm>
              <a:custGeom>
                <a:rect b="b" l="l" r="r" t="t"/>
                <a:pathLst>
                  <a:path extrusionOk="0" h="1380185" w="4071487">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a:noFill/>
              <a:ln cap="flat" cmpd="sng" w="9525">
                <a:solidFill>
                  <a:srgbClr val="BF0000"/>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Arial"/>
                  <a:ea typeface="Arial"/>
                  <a:cs typeface="Arial"/>
                  <a:sym typeface="Arial"/>
                </a:endParaRPr>
              </a:p>
            </p:txBody>
          </p:sp>
        </p:grpSp>
        <p:sp>
          <p:nvSpPr>
            <p:cNvPr id="438" name="Google Shape;438;p19"/>
            <p:cNvSpPr txBox="1"/>
            <p:nvPr/>
          </p:nvSpPr>
          <p:spPr>
            <a:xfrm>
              <a:off x="3008236" y="6510920"/>
              <a:ext cx="328799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1600">
                  <a:solidFill>
                    <a:schemeClr val="dk1"/>
                  </a:solidFill>
                  <a:latin typeface="Arial"/>
                  <a:ea typeface="Arial"/>
                  <a:cs typeface="Arial"/>
                  <a:sym typeface="Arial"/>
                </a:rPr>
                <a:t>雷达高度计回波波形</a:t>
              </a:r>
              <a:endParaRPr/>
            </a:p>
          </p:txBody>
        </p:sp>
        <p:cxnSp>
          <p:nvCxnSpPr>
            <p:cNvPr id="439" name="Google Shape;439;p19"/>
            <p:cNvCxnSpPr/>
            <p:nvPr/>
          </p:nvCxnSpPr>
          <p:spPr>
            <a:xfrm>
              <a:off x="2414433" y="2193535"/>
              <a:ext cx="18462" cy="4049066"/>
            </a:xfrm>
            <a:prstGeom prst="straightConnector1">
              <a:avLst/>
            </a:prstGeom>
            <a:noFill/>
            <a:ln cap="flat" cmpd="sng" w="9525">
              <a:solidFill>
                <a:schemeClr val="dk1"/>
              </a:solidFill>
              <a:prstDash val="dash"/>
              <a:round/>
              <a:headEnd len="sm" w="sm" type="none"/>
              <a:tailEnd len="sm" w="sm" type="none"/>
            </a:ln>
          </p:spPr>
        </p:cxnSp>
        <p:cxnSp>
          <p:nvCxnSpPr>
            <p:cNvPr id="440" name="Google Shape;440;p19"/>
            <p:cNvCxnSpPr/>
            <p:nvPr/>
          </p:nvCxnSpPr>
          <p:spPr>
            <a:xfrm>
              <a:off x="3354483" y="2248317"/>
              <a:ext cx="46486" cy="3983301"/>
            </a:xfrm>
            <a:prstGeom prst="straightConnector1">
              <a:avLst/>
            </a:prstGeom>
            <a:noFill/>
            <a:ln cap="flat" cmpd="sng" w="9525">
              <a:solidFill>
                <a:schemeClr val="dk1"/>
              </a:solidFill>
              <a:prstDash val="dash"/>
              <a:round/>
              <a:headEnd len="sm" w="sm" type="none"/>
              <a:tailEnd len="sm" w="sm" type="none"/>
            </a:ln>
          </p:spPr>
        </p:cxnSp>
        <p:cxnSp>
          <p:nvCxnSpPr>
            <p:cNvPr id="441" name="Google Shape;441;p19"/>
            <p:cNvCxnSpPr/>
            <p:nvPr/>
          </p:nvCxnSpPr>
          <p:spPr>
            <a:xfrm>
              <a:off x="4362828" y="2305679"/>
              <a:ext cx="55573" cy="3914047"/>
            </a:xfrm>
            <a:prstGeom prst="straightConnector1">
              <a:avLst/>
            </a:prstGeom>
            <a:noFill/>
            <a:ln cap="flat" cmpd="sng" w="9525">
              <a:solidFill>
                <a:schemeClr val="dk1"/>
              </a:solidFill>
              <a:prstDash val="dash"/>
              <a:round/>
              <a:headEnd len="sm" w="sm" type="none"/>
              <a:tailEnd len="sm" w="sm" type="none"/>
            </a:ln>
          </p:spPr>
        </p:cxnSp>
        <p:cxnSp>
          <p:nvCxnSpPr>
            <p:cNvPr id="442" name="Google Shape;442;p19"/>
            <p:cNvCxnSpPr/>
            <p:nvPr/>
          </p:nvCxnSpPr>
          <p:spPr>
            <a:xfrm>
              <a:off x="5362342" y="2340632"/>
              <a:ext cx="86564" cy="3914047"/>
            </a:xfrm>
            <a:prstGeom prst="straightConnector1">
              <a:avLst/>
            </a:prstGeom>
            <a:noFill/>
            <a:ln cap="flat" cmpd="sng" w="9525">
              <a:solidFill>
                <a:schemeClr val="dk1"/>
              </a:solidFill>
              <a:prstDash val="dash"/>
              <a:round/>
              <a:headEnd len="sm" w="sm" type="none"/>
              <a:tailEnd len="sm" w="sm" type="none"/>
            </a:ln>
          </p:spPr>
        </p:cxnSp>
        <p:cxnSp>
          <p:nvCxnSpPr>
            <p:cNvPr id="443" name="Google Shape;443;p19"/>
            <p:cNvCxnSpPr/>
            <p:nvPr/>
          </p:nvCxnSpPr>
          <p:spPr>
            <a:xfrm>
              <a:off x="6446769" y="2342629"/>
              <a:ext cx="86564" cy="3914047"/>
            </a:xfrm>
            <a:prstGeom prst="straightConnector1">
              <a:avLst/>
            </a:prstGeom>
            <a:noFill/>
            <a:ln cap="flat" cmpd="sng" w="9525">
              <a:solidFill>
                <a:schemeClr val="dk1"/>
              </a:solidFill>
              <a:prstDash val="dash"/>
              <a:round/>
              <a:headEnd len="sm" w="sm" type="none"/>
              <a:tailEnd len="sm" w="sm" type="none"/>
            </a:ln>
          </p:spPr>
        </p:cxnSp>
        <p:sp>
          <p:nvSpPr>
            <p:cNvPr id="444" name="Google Shape;444;p19"/>
            <p:cNvSpPr txBox="1"/>
            <p:nvPr/>
          </p:nvSpPr>
          <p:spPr>
            <a:xfrm>
              <a:off x="2273496" y="6257937"/>
              <a:ext cx="388248" cy="307777"/>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45" name="Google Shape;445;p19"/>
            <p:cNvSpPr txBox="1"/>
            <p:nvPr/>
          </p:nvSpPr>
          <p:spPr>
            <a:xfrm>
              <a:off x="3182667" y="6256676"/>
              <a:ext cx="523541" cy="327077"/>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46" name="Google Shape;446;p19"/>
            <p:cNvSpPr txBox="1"/>
            <p:nvPr/>
          </p:nvSpPr>
          <p:spPr>
            <a:xfrm>
              <a:off x="4260169" y="6257182"/>
              <a:ext cx="384080" cy="307777"/>
            </a:xfrm>
            <a:prstGeom prst="rect">
              <a:avLst/>
            </a:pr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47" name="Google Shape;447;p19"/>
            <p:cNvSpPr txBox="1"/>
            <p:nvPr/>
          </p:nvSpPr>
          <p:spPr>
            <a:xfrm>
              <a:off x="5214729" y="6250084"/>
              <a:ext cx="527709" cy="327077"/>
            </a:xfrm>
            <a:prstGeom prst="rect">
              <a:avLst/>
            </a:prstGeom>
            <a:blipFill rotWithShape="1">
              <a:blip r:embed="rId7">
                <a:alphaModFix/>
              </a:blip>
              <a:stretch>
                <a:fillRect b="-3702"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48" name="Google Shape;448;p19"/>
            <p:cNvSpPr txBox="1"/>
            <p:nvPr/>
          </p:nvSpPr>
          <p:spPr>
            <a:xfrm>
              <a:off x="6344482" y="6231661"/>
              <a:ext cx="388248" cy="307777"/>
            </a:xfrm>
            <a:prstGeom prst="rect">
              <a:avLst/>
            </a:prstGeom>
            <a:blipFill rotWithShape="1">
              <a:blip r:embed="rId8">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grpSp>
      <p:sp>
        <p:nvSpPr>
          <p:cNvPr id="449" name="Google Shape;449;p19"/>
          <p:cNvSpPr txBox="1"/>
          <p:nvPr/>
        </p:nvSpPr>
        <p:spPr>
          <a:xfrm>
            <a:off x="485598" y="6057862"/>
            <a:ext cx="304891" cy="261610"/>
          </a:xfrm>
          <a:prstGeom prst="rect">
            <a:avLst/>
          </a:prstGeom>
          <a:blipFill rotWithShape="1">
            <a:blip r:embed="rId9">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50" name="Google Shape;450;p19"/>
          <p:cNvSpPr txBox="1"/>
          <p:nvPr/>
        </p:nvSpPr>
        <p:spPr>
          <a:xfrm>
            <a:off x="5979007" y="1699882"/>
            <a:ext cx="3125237" cy="4770537"/>
          </a:xfrm>
          <a:prstGeom prst="rect">
            <a:avLst/>
          </a:prstGeom>
          <a:blipFill rotWithShape="1">
            <a:blip r:embed="rId10">
              <a:alphaModFix/>
            </a:blip>
            <a:stretch>
              <a:fillRect b="-1278" l="-1952" r="-9569" t="-766"/>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20"/>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456" name="Google Shape;456;p20"/>
          <p:cNvSpPr txBox="1"/>
          <p:nvPr/>
        </p:nvSpPr>
        <p:spPr>
          <a:xfrm>
            <a:off x="390941" y="826981"/>
            <a:ext cx="8348866" cy="67576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波形重追踪概念</a:t>
            </a:r>
            <a:endParaRPr b="1" sz="2800">
              <a:solidFill>
                <a:srgbClr val="333333"/>
              </a:solidFill>
              <a:latin typeface="Arial"/>
              <a:ea typeface="Arial"/>
              <a:cs typeface="Arial"/>
              <a:sym typeface="Arial"/>
            </a:endParaRPr>
          </a:p>
        </p:txBody>
      </p:sp>
      <p:sp>
        <p:nvSpPr>
          <p:cNvPr id="457" name="Google Shape;457;p20"/>
          <p:cNvSpPr txBox="1"/>
          <p:nvPr/>
        </p:nvSpPr>
        <p:spPr>
          <a:xfrm>
            <a:off x="404193" y="1476238"/>
            <a:ext cx="8348866" cy="3905043"/>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zh-CN" sz="2400">
                <a:solidFill>
                  <a:srgbClr val="000000"/>
                </a:solidFill>
                <a:latin typeface="Arial"/>
                <a:ea typeface="Arial"/>
                <a:cs typeface="Arial"/>
                <a:sym typeface="Arial"/>
              </a:rPr>
              <a:t>﻿波形重追踪最初是基于冰盖表面高程计算提出的（Martin et al., 1983），是指当星载雷达高度计处于非纯海洋面，如冰面、海-冰、陆-海、或者陆面时，高度计的回波波形会产生变形，导致观测距离不准确，此时就需要重新确定波形及距离阀门（跟踪点）的位置，即对高度计数据进行后处理以获取精确的距离观测值。因此，</a:t>
            </a:r>
            <a:r>
              <a:rPr b="1" lang="zh-CN" sz="2400">
                <a:solidFill>
                  <a:srgbClr val="000000"/>
                </a:solidFill>
                <a:latin typeface="Arial"/>
                <a:ea typeface="Arial"/>
                <a:cs typeface="Arial"/>
                <a:sym typeface="Arial"/>
              </a:rPr>
              <a:t>将此后处理过程称为波形重追踪或波形重构。</a:t>
            </a:r>
            <a:endParaRPr b="1" sz="2400">
              <a:solidFill>
                <a:srgbClr val="000000"/>
              </a:solidFill>
              <a:latin typeface="Arial"/>
              <a:ea typeface="Arial"/>
              <a:cs typeface="Arial"/>
              <a:sym typeface="Arial"/>
            </a:endParaRPr>
          </a:p>
        </p:txBody>
      </p:sp>
      <p:sp>
        <p:nvSpPr>
          <p:cNvPr id="458" name="Google Shape;458;p20"/>
          <p:cNvSpPr txBox="1"/>
          <p:nvPr/>
        </p:nvSpPr>
        <p:spPr>
          <a:xfrm>
            <a:off x="119269" y="5951407"/>
            <a:ext cx="8905461" cy="830997"/>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1600">
                <a:solidFill>
                  <a:srgbClr val="0070C0"/>
                </a:solidFill>
                <a:latin typeface="Times New Roman"/>
                <a:ea typeface="Times New Roman"/>
                <a:cs typeface="Times New Roman"/>
                <a:sym typeface="Times New Roman"/>
              </a:rPr>
              <a:t>Martin T V , Zwally H J , Brenner A C ,et al.Analysis and retracking of continental ice sheet radar altimeter waveforms[J].Journal of Geophysical Research Oceans, 1983, 88(C3):1608-1616.DOI:10.1029/JC088iC03p01608.</a:t>
            </a:r>
            <a:endParaRPr/>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21"/>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464" name="Google Shape;464;p21"/>
          <p:cNvSpPr txBox="1"/>
          <p:nvPr/>
        </p:nvSpPr>
        <p:spPr>
          <a:xfrm>
            <a:off x="390941" y="780599"/>
            <a:ext cx="8348866" cy="67576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波形重追踪概念</a:t>
            </a:r>
            <a:endParaRPr b="1" sz="2800">
              <a:solidFill>
                <a:srgbClr val="333333"/>
              </a:solidFill>
              <a:latin typeface="Arial"/>
              <a:ea typeface="Arial"/>
              <a:cs typeface="Arial"/>
              <a:sym typeface="Arial"/>
            </a:endParaRPr>
          </a:p>
        </p:txBody>
      </p:sp>
      <p:sp>
        <p:nvSpPr>
          <p:cNvPr id="465" name="Google Shape;465;p21"/>
          <p:cNvSpPr txBox="1"/>
          <p:nvPr/>
        </p:nvSpPr>
        <p:spPr>
          <a:xfrm>
            <a:off x="404193" y="1394562"/>
            <a:ext cx="8420628" cy="168905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zh-CN" sz="2400">
                <a:solidFill>
                  <a:srgbClr val="000000"/>
                </a:solidFill>
                <a:latin typeface="Arial"/>
                <a:ea typeface="Arial"/>
                <a:cs typeface="Arial"/>
                <a:sym typeface="Arial"/>
              </a:rPr>
              <a:t>﻿波形重跟踪即</a:t>
            </a:r>
            <a:r>
              <a:rPr b="1" lang="zh-CN" sz="2400">
                <a:solidFill>
                  <a:srgbClr val="000000"/>
                </a:solidFill>
                <a:latin typeface="Arial"/>
                <a:ea typeface="Arial"/>
                <a:cs typeface="Arial"/>
                <a:sym typeface="Arial"/>
              </a:rPr>
              <a:t>计算预设跟踪点与重跟踪点之间的距离</a:t>
            </a:r>
            <a:r>
              <a:rPr lang="zh-CN" sz="2400">
                <a:solidFill>
                  <a:srgbClr val="000000"/>
                </a:solidFill>
                <a:latin typeface="Arial"/>
                <a:ea typeface="Arial"/>
                <a:cs typeface="Arial"/>
                <a:sym typeface="Arial"/>
              </a:rPr>
              <a:t>，由于波形受到反射面影响，预设跟踪点与实际波形前缘中点（实际跟踪点）存在偏差，两点间的差异即为波形重跟踪距离改正。</a:t>
            </a:r>
            <a:endParaRPr sz="2400">
              <a:solidFill>
                <a:srgbClr val="000000"/>
              </a:solidFill>
              <a:latin typeface="Arial"/>
              <a:ea typeface="Arial"/>
              <a:cs typeface="Arial"/>
              <a:sym typeface="Arial"/>
            </a:endParaRPr>
          </a:p>
        </p:txBody>
      </p:sp>
      <p:cxnSp>
        <p:nvCxnSpPr>
          <p:cNvPr id="466" name="Google Shape;466;p21"/>
          <p:cNvCxnSpPr/>
          <p:nvPr/>
        </p:nvCxnSpPr>
        <p:spPr>
          <a:xfrm>
            <a:off x="3297499" y="3350237"/>
            <a:ext cx="6386" cy="2599238"/>
          </a:xfrm>
          <a:prstGeom prst="straightConnector1">
            <a:avLst/>
          </a:prstGeom>
          <a:noFill/>
          <a:ln cap="flat" cmpd="sng" w="28575">
            <a:solidFill>
              <a:srgbClr val="269FA0"/>
            </a:solidFill>
            <a:prstDash val="solid"/>
            <a:round/>
            <a:headEnd len="sm" w="sm" type="none"/>
            <a:tailEnd len="sm" w="sm" type="none"/>
          </a:ln>
        </p:spPr>
      </p:cxnSp>
      <p:cxnSp>
        <p:nvCxnSpPr>
          <p:cNvPr id="467" name="Google Shape;467;p21"/>
          <p:cNvCxnSpPr/>
          <p:nvPr/>
        </p:nvCxnSpPr>
        <p:spPr>
          <a:xfrm>
            <a:off x="2171969" y="5967764"/>
            <a:ext cx="5104421" cy="0"/>
          </a:xfrm>
          <a:prstGeom prst="straightConnector1">
            <a:avLst/>
          </a:prstGeom>
          <a:noFill/>
          <a:ln cap="flat" cmpd="sng" w="9525">
            <a:solidFill>
              <a:schemeClr val="dk1"/>
            </a:solidFill>
            <a:prstDash val="solid"/>
            <a:round/>
            <a:headEnd len="sm" w="sm" type="none"/>
            <a:tailEnd len="med" w="med" type="triangle"/>
          </a:ln>
        </p:spPr>
      </p:cxnSp>
      <p:cxnSp>
        <p:nvCxnSpPr>
          <p:cNvPr id="468" name="Google Shape;468;p21"/>
          <p:cNvCxnSpPr/>
          <p:nvPr/>
        </p:nvCxnSpPr>
        <p:spPr>
          <a:xfrm rot="10800000">
            <a:off x="2171969" y="3225799"/>
            <a:ext cx="0" cy="2741965"/>
          </a:xfrm>
          <a:prstGeom prst="straightConnector1">
            <a:avLst/>
          </a:prstGeom>
          <a:noFill/>
          <a:ln cap="flat" cmpd="sng" w="9525">
            <a:solidFill>
              <a:schemeClr val="dk1"/>
            </a:solidFill>
            <a:prstDash val="solid"/>
            <a:round/>
            <a:headEnd len="sm" w="sm" type="none"/>
            <a:tailEnd len="med" w="med" type="triangle"/>
          </a:ln>
        </p:spPr>
      </p:cxnSp>
      <p:sp>
        <p:nvSpPr>
          <p:cNvPr id="469" name="Google Shape;469;p21"/>
          <p:cNvSpPr txBox="1"/>
          <p:nvPr/>
        </p:nvSpPr>
        <p:spPr>
          <a:xfrm>
            <a:off x="1599357" y="3295629"/>
            <a:ext cx="59503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600">
                <a:solidFill>
                  <a:schemeClr val="dk1"/>
                </a:solidFill>
                <a:latin typeface="Arial"/>
                <a:ea typeface="Arial"/>
                <a:cs typeface="Arial"/>
                <a:sym typeface="Arial"/>
              </a:rPr>
              <a:t>功率</a:t>
            </a:r>
            <a:endParaRPr/>
          </a:p>
        </p:txBody>
      </p:sp>
      <p:sp>
        <p:nvSpPr>
          <p:cNvPr id="470" name="Google Shape;470;p21"/>
          <p:cNvSpPr txBox="1"/>
          <p:nvPr/>
        </p:nvSpPr>
        <p:spPr>
          <a:xfrm>
            <a:off x="6838938" y="5961857"/>
            <a:ext cx="59503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600">
                <a:solidFill>
                  <a:schemeClr val="dk1"/>
                </a:solidFill>
                <a:latin typeface="Arial"/>
                <a:ea typeface="Arial"/>
                <a:cs typeface="Arial"/>
                <a:sym typeface="Arial"/>
              </a:rPr>
              <a:t>时间</a:t>
            </a:r>
            <a:endParaRPr/>
          </a:p>
        </p:txBody>
      </p:sp>
      <p:sp>
        <p:nvSpPr>
          <p:cNvPr id="471" name="Google Shape;471;p21"/>
          <p:cNvSpPr/>
          <p:nvPr/>
        </p:nvSpPr>
        <p:spPr>
          <a:xfrm>
            <a:off x="3816495" y="4481029"/>
            <a:ext cx="58657" cy="67176"/>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472" name="Google Shape;472;p21"/>
          <p:cNvSpPr/>
          <p:nvPr/>
        </p:nvSpPr>
        <p:spPr>
          <a:xfrm>
            <a:off x="2607622" y="3568270"/>
            <a:ext cx="4048862" cy="2066846"/>
          </a:xfrm>
          <a:custGeom>
            <a:rect b="b" l="l" r="r" t="t"/>
            <a:pathLst>
              <a:path extrusionOk="0" h="1380185" w="4071487">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a:noFill/>
          <a:ln cap="flat" cmpd="sng" w="28575">
            <a:solidFill>
              <a:srgbClr val="BF0000"/>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1" i="0" sz="2400" u="none" cap="none" strike="noStrike">
              <a:solidFill>
                <a:schemeClr val="lt1"/>
              </a:solidFill>
              <a:latin typeface="Arial"/>
              <a:ea typeface="Arial"/>
              <a:cs typeface="Arial"/>
              <a:sym typeface="Arial"/>
            </a:endParaRPr>
          </a:p>
        </p:txBody>
      </p:sp>
      <p:sp>
        <p:nvSpPr>
          <p:cNvPr id="473" name="Google Shape;473;p21"/>
          <p:cNvSpPr txBox="1"/>
          <p:nvPr/>
        </p:nvSpPr>
        <p:spPr>
          <a:xfrm>
            <a:off x="3257098" y="6379850"/>
            <a:ext cx="320848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600">
                <a:solidFill>
                  <a:schemeClr val="dk1"/>
                </a:solidFill>
                <a:latin typeface="Arial"/>
                <a:ea typeface="Arial"/>
                <a:cs typeface="Arial"/>
                <a:sym typeface="Arial"/>
              </a:rPr>
              <a:t>雷达高度计回波波形</a:t>
            </a:r>
            <a:endParaRPr/>
          </a:p>
        </p:txBody>
      </p:sp>
      <p:sp>
        <p:nvSpPr>
          <p:cNvPr id="474" name="Google Shape;474;p21"/>
          <p:cNvSpPr txBox="1"/>
          <p:nvPr/>
        </p:nvSpPr>
        <p:spPr>
          <a:xfrm>
            <a:off x="2553353" y="5991318"/>
            <a:ext cx="352404" cy="261610"/>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75" name="Google Shape;475;p21"/>
          <p:cNvSpPr txBox="1"/>
          <p:nvPr/>
        </p:nvSpPr>
        <p:spPr>
          <a:xfrm>
            <a:off x="3451247" y="5989382"/>
            <a:ext cx="463011" cy="276742"/>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76" name="Google Shape;476;p21"/>
          <p:cNvSpPr txBox="1"/>
          <p:nvPr/>
        </p:nvSpPr>
        <p:spPr>
          <a:xfrm>
            <a:off x="4489954" y="5990159"/>
            <a:ext cx="352404" cy="261610"/>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77" name="Google Shape;477;p21"/>
          <p:cNvSpPr txBox="1"/>
          <p:nvPr/>
        </p:nvSpPr>
        <p:spPr>
          <a:xfrm>
            <a:off x="5436206" y="5979258"/>
            <a:ext cx="463012" cy="276742"/>
          </a:xfrm>
          <a:prstGeom prst="rect">
            <a:avLst/>
          </a:pr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78" name="Google Shape;478;p21"/>
          <p:cNvSpPr txBox="1"/>
          <p:nvPr/>
        </p:nvSpPr>
        <p:spPr>
          <a:xfrm>
            <a:off x="6525901" y="5950964"/>
            <a:ext cx="352404" cy="261610"/>
          </a:xfrm>
          <a:prstGeom prst="rect">
            <a:avLst/>
          </a:pr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479" name="Google Shape;479;p21"/>
          <p:cNvSpPr txBox="1"/>
          <p:nvPr/>
        </p:nvSpPr>
        <p:spPr>
          <a:xfrm>
            <a:off x="3826192" y="4481029"/>
            <a:ext cx="1068413"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200">
                <a:solidFill>
                  <a:schemeClr val="accent3"/>
                </a:solidFill>
                <a:latin typeface="Arial"/>
                <a:ea typeface="Arial"/>
                <a:cs typeface="Arial"/>
                <a:sym typeface="Arial"/>
              </a:rPr>
              <a:t>预设跟踪点</a:t>
            </a:r>
            <a:endParaRPr b="1" sz="1200">
              <a:solidFill>
                <a:schemeClr val="accent3"/>
              </a:solidFill>
              <a:latin typeface="Arial"/>
              <a:ea typeface="Arial"/>
              <a:cs typeface="Arial"/>
              <a:sym typeface="Arial"/>
            </a:endParaRPr>
          </a:p>
        </p:txBody>
      </p:sp>
      <p:sp>
        <p:nvSpPr>
          <p:cNvPr id="480" name="Google Shape;480;p21"/>
          <p:cNvSpPr txBox="1"/>
          <p:nvPr/>
        </p:nvSpPr>
        <p:spPr>
          <a:xfrm>
            <a:off x="2679004" y="3851386"/>
            <a:ext cx="1011547" cy="46166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200">
                <a:solidFill>
                  <a:schemeClr val="accent3"/>
                </a:solidFill>
                <a:latin typeface="Arial"/>
                <a:ea typeface="Arial"/>
                <a:cs typeface="Arial"/>
                <a:sym typeface="Arial"/>
              </a:rPr>
              <a:t>实际波形前缘中点</a:t>
            </a:r>
            <a:endParaRPr b="1" sz="1200">
              <a:solidFill>
                <a:schemeClr val="accent3"/>
              </a:solidFill>
              <a:latin typeface="Arial"/>
              <a:ea typeface="Arial"/>
              <a:cs typeface="Arial"/>
              <a:sym typeface="Arial"/>
            </a:endParaRPr>
          </a:p>
        </p:txBody>
      </p:sp>
      <p:cxnSp>
        <p:nvCxnSpPr>
          <p:cNvPr id="481" name="Google Shape;481;p21"/>
          <p:cNvCxnSpPr/>
          <p:nvPr/>
        </p:nvCxnSpPr>
        <p:spPr>
          <a:xfrm>
            <a:off x="3303885" y="4862228"/>
            <a:ext cx="555107" cy="0"/>
          </a:xfrm>
          <a:prstGeom prst="straightConnector1">
            <a:avLst/>
          </a:prstGeom>
          <a:noFill/>
          <a:ln cap="flat" cmpd="sng" w="19050">
            <a:solidFill>
              <a:srgbClr val="0000CB"/>
            </a:solidFill>
            <a:prstDash val="solid"/>
            <a:round/>
            <a:headEnd len="med" w="med" type="triangle"/>
            <a:tailEnd len="med" w="med" type="triangle"/>
          </a:ln>
        </p:spPr>
      </p:cxnSp>
      <p:sp>
        <p:nvSpPr>
          <p:cNvPr id="482" name="Google Shape;482;p21"/>
          <p:cNvSpPr txBox="1"/>
          <p:nvPr/>
        </p:nvSpPr>
        <p:spPr>
          <a:xfrm>
            <a:off x="3258272" y="4893271"/>
            <a:ext cx="646331" cy="2308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900">
                <a:solidFill>
                  <a:schemeClr val="dk2"/>
                </a:solidFill>
                <a:latin typeface="Arial"/>
                <a:ea typeface="Arial"/>
                <a:cs typeface="Arial"/>
                <a:sym typeface="Arial"/>
              </a:rPr>
              <a:t>改正距离</a:t>
            </a:r>
            <a:endParaRPr/>
          </a:p>
        </p:txBody>
      </p:sp>
      <p:cxnSp>
        <p:nvCxnSpPr>
          <p:cNvPr id="483" name="Google Shape;483;p21"/>
          <p:cNvCxnSpPr/>
          <p:nvPr/>
        </p:nvCxnSpPr>
        <p:spPr>
          <a:xfrm>
            <a:off x="3843495" y="3350237"/>
            <a:ext cx="15497" cy="2614573"/>
          </a:xfrm>
          <a:prstGeom prst="straightConnector1">
            <a:avLst/>
          </a:prstGeom>
          <a:noFill/>
          <a:ln cap="flat" cmpd="sng" w="28575">
            <a:solidFill>
              <a:srgbClr val="269FA0"/>
            </a:solidFill>
            <a:prstDash val="solid"/>
            <a:round/>
            <a:headEnd len="sm" w="sm" type="none"/>
            <a:tailEnd len="sm" w="sm" type="none"/>
          </a:ln>
        </p:spPr>
      </p:cxnSp>
      <p:sp>
        <p:nvSpPr>
          <p:cNvPr id="484" name="Google Shape;484;p21"/>
          <p:cNvSpPr/>
          <p:nvPr/>
        </p:nvSpPr>
        <p:spPr>
          <a:xfrm>
            <a:off x="2613151" y="3461010"/>
            <a:ext cx="4265154" cy="2158053"/>
          </a:xfrm>
          <a:custGeom>
            <a:rect b="b" l="l" r="r" t="t"/>
            <a:pathLst>
              <a:path extrusionOk="0" h="2158053" w="4265154">
                <a:moveTo>
                  <a:pt x="0" y="2158053"/>
                </a:moveTo>
                <a:cubicBezTo>
                  <a:pt x="83360" y="2113560"/>
                  <a:pt x="119448" y="2093763"/>
                  <a:pt x="172459" y="2058812"/>
                </a:cubicBezTo>
                <a:cubicBezTo>
                  <a:pt x="225470" y="2023861"/>
                  <a:pt x="282374" y="1988062"/>
                  <a:pt x="318068" y="1948347"/>
                </a:cubicBezTo>
                <a:cubicBezTo>
                  <a:pt x="353762" y="1908632"/>
                  <a:pt x="362926" y="1878649"/>
                  <a:pt x="386626" y="1820523"/>
                </a:cubicBezTo>
                <a:cubicBezTo>
                  <a:pt x="410326" y="1762397"/>
                  <a:pt x="409128" y="1774496"/>
                  <a:pt x="460269" y="1599594"/>
                </a:cubicBezTo>
                <a:cubicBezTo>
                  <a:pt x="511410" y="1424692"/>
                  <a:pt x="592567" y="1010801"/>
                  <a:pt x="693471" y="771111"/>
                </a:cubicBezTo>
                <a:cubicBezTo>
                  <a:pt x="794375" y="531421"/>
                  <a:pt x="926589" y="289378"/>
                  <a:pt x="1065692" y="161454"/>
                </a:cubicBezTo>
                <a:cubicBezTo>
                  <a:pt x="1204795" y="33531"/>
                  <a:pt x="1326240" y="19585"/>
                  <a:pt x="1528091" y="3570"/>
                </a:cubicBezTo>
                <a:cubicBezTo>
                  <a:pt x="1729942" y="-12445"/>
                  <a:pt x="1942333" y="28474"/>
                  <a:pt x="2276795" y="65366"/>
                </a:cubicBezTo>
                <a:cubicBezTo>
                  <a:pt x="2611257" y="102259"/>
                  <a:pt x="3203469" y="185035"/>
                  <a:pt x="3534862" y="224925"/>
                </a:cubicBezTo>
                <a:cubicBezTo>
                  <a:pt x="3866255" y="264815"/>
                  <a:pt x="4065704" y="284760"/>
                  <a:pt x="4265154" y="304705"/>
                </a:cubicBezTo>
              </a:path>
            </a:pathLst>
          </a:custGeom>
          <a:noFill/>
          <a:ln cap="flat" cmpd="sng" w="28575">
            <a:solidFill>
              <a:srgbClr val="0000CB"/>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0" i="0" sz="2400" u="none" cap="none" strike="noStrike">
              <a:solidFill>
                <a:schemeClr val="lt1"/>
              </a:solidFill>
              <a:latin typeface="Times New Roman"/>
              <a:ea typeface="Times New Roman"/>
              <a:cs typeface="Times New Roman"/>
              <a:sym typeface="Times New Roman"/>
            </a:endParaRPr>
          </a:p>
        </p:txBody>
      </p:sp>
      <p:sp>
        <p:nvSpPr>
          <p:cNvPr id="485" name="Google Shape;485;p21"/>
          <p:cNvSpPr/>
          <p:nvPr/>
        </p:nvSpPr>
        <p:spPr>
          <a:xfrm>
            <a:off x="3267295" y="4236876"/>
            <a:ext cx="64123" cy="68439"/>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cxnSp>
        <p:nvCxnSpPr>
          <p:cNvPr id="486" name="Google Shape;486;p21"/>
          <p:cNvCxnSpPr/>
          <p:nvPr/>
        </p:nvCxnSpPr>
        <p:spPr>
          <a:xfrm>
            <a:off x="5225982" y="5515187"/>
            <a:ext cx="441181" cy="0"/>
          </a:xfrm>
          <a:prstGeom prst="straightConnector1">
            <a:avLst/>
          </a:prstGeom>
          <a:noFill/>
          <a:ln cap="flat" cmpd="sng" w="28575">
            <a:solidFill>
              <a:srgbClr val="0000CB"/>
            </a:solidFill>
            <a:prstDash val="solid"/>
            <a:round/>
            <a:headEnd len="sm" w="sm" type="none"/>
            <a:tailEnd len="sm" w="sm" type="none"/>
          </a:ln>
        </p:spPr>
      </p:cxnSp>
      <p:sp>
        <p:nvSpPr>
          <p:cNvPr id="487" name="Google Shape;487;p21"/>
          <p:cNvSpPr txBox="1"/>
          <p:nvPr/>
        </p:nvSpPr>
        <p:spPr>
          <a:xfrm>
            <a:off x="5678952" y="5376687"/>
            <a:ext cx="1068413"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200">
                <a:solidFill>
                  <a:schemeClr val="accent3"/>
                </a:solidFill>
                <a:latin typeface="Arial"/>
                <a:ea typeface="Arial"/>
                <a:cs typeface="Arial"/>
                <a:sym typeface="Arial"/>
              </a:rPr>
              <a:t>非标准波形</a:t>
            </a:r>
            <a:endParaRPr b="1" sz="1200">
              <a:solidFill>
                <a:schemeClr val="accent3"/>
              </a:solidFill>
              <a:latin typeface="Arial"/>
              <a:ea typeface="Arial"/>
              <a:cs typeface="Arial"/>
              <a:sym typeface="Arial"/>
            </a:endParaRPr>
          </a:p>
        </p:txBody>
      </p:sp>
      <p:cxnSp>
        <p:nvCxnSpPr>
          <p:cNvPr id="488" name="Google Shape;488;p21"/>
          <p:cNvCxnSpPr/>
          <p:nvPr/>
        </p:nvCxnSpPr>
        <p:spPr>
          <a:xfrm>
            <a:off x="5225982" y="5239381"/>
            <a:ext cx="441181" cy="0"/>
          </a:xfrm>
          <a:prstGeom prst="straightConnector1">
            <a:avLst/>
          </a:prstGeom>
          <a:noFill/>
          <a:ln cap="flat" cmpd="sng" w="28575">
            <a:solidFill>
              <a:schemeClr val="accent2"/>
            </a:solidFill>
            <a:prstDash val="solid"/>
            <a:round/>
            <a:headEnd len="sm" w="sm" type="none"/>
            <a:tailEnd len="sm" w="sm" type="none"/>
          </a:ln>
        </p:spPr>
      </p:cxnSp>
      <p:sp>
        <p:nvSpPr>
          <p:cNvPr id="489" name="Google Shape;489;p21"/>
          <p:cNvSpPr txBox="1"/>
          <p:nvPr/>
        </p:nvSpPr>
        <p:spPr>
          <a:xfrm>
            <a:off x="5678952" y="5100881"/>
            <a:ext cx="1231358"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200">
                <a:solidFill>
                  <a:schemeClr val="accent3"/>
                </a:solidFill>
                <a:latin typeface="Arial"/>
                <a:ea typeface="Arial"/>
                <a:cs typeface="Arial"/>
                <a:sym typeface="Arial"/>
              </a:rPr>
              <a:t>标准海洋波形</a:t>
            </a:r>
            <a:endParaRPr b="1" sz="1200">
              <a:solidFill>
                <a:schemeClr val="accent3"/>
              </a:solidFill>
              <a:latin typeface="Arial"/>
              <a:ea typeface="Arial"/>
              <a:cs typeface="Arial"/>
              <a:sym typeface="Arial"/>
            </a:endParaRPr>
          </a:p>
        </p:txBody>
      </p:sp>
    </p:spTree>
  </p:cSld>
  <p:clrMapOvr>
    <a:masterClrMapping/>
  </p:clrMapOvr>
  <p:transition>
    <p:fade/>
  </p:transition>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22"/>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495" name="Google Shape;495;p22"/>
          <p:cNvSpPr txBox="1"/>
          <p:nvPr/>
        </p:nvSpPr>
        <p:spPr>
          <a:xfrm>
            <a:off x="390941" y="780599"/>
            <a:ext cx="8348866" cy="67576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波形重追踪算法</a:t>
            </a:r>
            <a:endParaRPr b="1" sz="2800">
              <a:solidFill>
                <a:srgbClr val="333333"/>
              </a:solidFill>
              <a:latin typeface="Arial"/>
              <a:ea typeface="Arial"/>
              <a:cs typeface="Arial"/>
              <a:sym typeface="Arial"/>
            </a:endParaRPr>
          </a:p>
        </p:txBody>
      </p:sp>
      <p:sp>
        <p:nvSpPr>
          <p:cNvPr id="496" name="Google Shape;496;p22"/>
          <p:cNvSpPr txBox="1"/>
          <p:nvPr/>
        </p:nvSpPr>
        <p:spPr>
          <a:xfrm>
            <a:off x="390941" y="1361834"/>
            <a:ext cx="8362118" cy="4602991"/>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zh-CN" sz="2200">
                <a:solidFill>
                  <a:srgbClr val="000000"/>
                </a:solidFill>
                <a:latin typeface="Arial"/>
                <a:ea typeface="Arial"/>
                <a:cs typeface="Arial"/>
                <a:sym typeface="Arial"/>
              </a:rPr>
              <a:t>﻿经过多年的发展，波形重跟踪被广泛用于水位监测中，具体包括：海洋波形重追踪方法、阈值法、OCOG、ICE1、SAMOSA算法等。</a:t>
            </a:r>
            <a:endParaRPr sz="2200">
              <a:solidFill>
                <a:srgbClr val="000000"/>
              </a:solidFill>
              <a:latin typeface="Arial"/>
              <a:ea typeface="Arial"/>
              <a:cs typeface="Arial"/>
              <a:sym typeface="Arial"/>
            </a:endParaRPr>
          </a:p>
          <a:p>
            <a:pPr indent="-457200" lvl="0" marL="457200" marR="0" rtl="0" algn="just">
              <a:lnSpc>
                <a:spcPct val="150000"/>
              </a:lnSpc>
              <a:spcBef>
                <a:spcPts val="1100"/>
              </a:spcBef>
              <a:spcAft>
                <a:spcPts val="0"/>
              </a:spcAft>
              <a:buClr>
                <a:srgbClr val="000000"/>
              </a:buClr>
              <a:buSzPts val="2200"/>
              <a:buFont typeface="Arial"/>
              <a:buAutoNum type="arabicPeriod"/>
            </a:pPr>
            <a:r>
              <a:rPr lang="zh-CN" sz="2200">
                <a:solidFill>
                  <a:srgbClr val="000000"/>
                </a:solidFill>
                <a:latin typeface="Arial"/>
                <a:ea typeface="Arial"/>
                <a:cs typeface="Arial"/>
                <a:sym typeface="Arial"/>
              </a:rPr>
              <a:t>海洋波形重追踪方法</a:t>
            </a:r>
            <a:endParaRPr sz="2200">
              <a:solidFill>
                <a:srgbClr val="000000"/>
              </a:solidFill>
              <a:latin typeface="Arial"/>
              <a:ea typeface="Arial"/>
              <a:cs typeface="Arial"/>
              <a:sym typeface="Arial"/>
            </a:endParaRPr>
          </a:p>
          <a:p>
            <a:pPr indent="0" lvl="0" marL="0" marR="0" rtl="0" algn="just">
              <a:lnSpc>
                <a:spcPct val="150000"/>
              </a:lnSpc>
              <a:spcBef>
                <a:spcPts val="1100"/>
              </a:spcBef>
              <a:spcAft>
                <a:spcPts val="0"/>
              </a:spcAft>
              <a:buNone/>
            </a:pPr>
            <a:r>
              <a:rPr lang="zh-CN" sz="2200">
                <a:solidFill>
                  <a:srgbClr val="000000"/>
                </a:solidFill>
                <a:latin typeface="Arial"/>
                <a:ea typeface="Arial"/>
                <a:cs typeface="Arial"/>
                <a:sym typeface="Arial"/>
              </a:rPr>
              <a:t>对应海洋观测任务，一般采用Brown（1977）提出的经典回波波形，海洋波形重追踪法</a:t>
            </a:r>
            <a:r>
              <a:rPr b="1" lang="zh-CN" sz="2200">
                <a:solidFill>
                  <a:srgbClr val="000000"/>
                </a:solidFill>
                <a:latin typeface="Arial"/>
                <a:ea typeface="Arial"/>
                <a:cs typeface="Arial"/>
                <a:sym typeface="Arial"/>
              </a:rPr>
              <a:t>采用加权最小二乘估计</a:t>
            </a:r>
            <a:r>
              <a:rPr lang="zh-CN" sz="2200">
                <a:solidFill>
                  <a:srgbClr val="000000"/>
                </a:solidFill>
                <a:latin typeface="Arial"/>
                <a:ea typeface="Arial"/>
                <a:cs typeface="Arial"/>
                <a:sym typeface="Arial"/>
              </a:rPr>
              <a:t>将所测波形拟合成理论回波功率波形模型。</a:t>
            </a:r>
            <a:endParaRPr sz="2200">
              <a:solidFill>
                <a:srgbClr val="000000"/>
              </a:solidFill>
              <a:latin typeface="Arial"/>
              <a:ea typeface="Arial"/>
              <a:cs typeface="Arial"/>
              <a:sym typeface="Arial"/>
            </a:endParaRPr>
          </a:p>
          <a:p>
            <a:pPr indent="0" lvl="0" marL="0" marR="0" rtl="0" algn="just">
              <a:lnSpc>
                <a:spcPct val="150000"/>
              </a:lnSpc>
              <a:spcBef>
                <a:spcPts val="1100"/>
              </a:spcBef>
              <a:spcAft>
                <a:spcPts val="0"/>
              </a:spcAft>
              <a:buNone/>
            </a:pPr>
            <a:r>
              <a:rPr lang="zh-CN" sz="2200">
                <a:solidFill>
                  <a:srgbClr val="000000"/>
                </a:solidFill>
                <a:latin typeface="Arial"/>
                <a:ea typeface="Arial"/>
                <a:cs typeface="Arial"/>
                <a:sym typeface="Arial"/>
              </a:rPr>
              <a:t>尽管海洋波形重追踪法的最佳应用场景为海面，但在其他地表高程测量时，也常使用该方法。</a:t>
            </a:r>
            <a:endParaRPr sz="2200">
              <a:solidFill>
                <a:srgbClr val="000000"/>
              </a:solidFill>
              <a:latin typeface="Arial"/>
              <a:ea typeface="Arial"/>
              <a:cs typeface="Arial"/>
              <a:sym typeface="Arial"/>
            </a:endParaRPr>
          </a:p>
        </p:txBody>
      </p:sp>
      <p:sp>
        <p:nvSpPr>
          <p:cNvPr id="497" name="Google Shape;497;p22"/>
          <p:cNvSpPr txBox="1"/>
          <p:nvPr/>
        </p:nvSpPr>
        <p:spPr>
          <a:xfrm>
            <a:off x="327025" y="6061225"/>
            <a:ext cx="8601075" cy="584775"/>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1600">
                <a:solidFill>
                  <a:srgbClr val="0070C0"/>
                </a:solidFill>
                <a:latin typeface="Times New Roman"/>
                <a:ea typeface="Times New Roman"/>
                <a:cs typeface="Times New Roman"/>
                <a:sym typeface="Times New Roman"/>
              </a:rPr>
              <a:t>Brown,G.The average impulse response of a rough surface and its applications[J].Antennas &amp; Propagation IEEE Transactions on, 1977. DOI:10.1109/TAP.1977.1141536.</a:t>
            </a:r>
            <a:endParaRPr/>
          </a:p>
        </p:txBody>
      </p:sp>
    </p:spTree>
  </p:cSld>
  <p:clrMapOvr>
    <a:masterClrMapping/>
  </p:clrMapOvr>
  <p:transition>
    <p:fade/>
  </p:transition>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23"/>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503" name="Google Shape;503;p23"/>
          <p:cNvSpPr txBox="1"/>
          <p:nvPr/>
        </p:nvSpPr>
        <p:spPr>
          <a:xfrm>
            <a:off x="390941" y="780599"/>
            <a:ext cx="8348866" cy="67576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波形重追踪算法</a:t>
            </a:r>
            <a:endParaRPr b="1" sz="2800">
              <a:solidFill>
                <a:srgbClr val="333333"/>
              </a:solidFill>
              <a:latin typeface="Arial"/>
              <a:ea typeface="Arial"/>
              <a:cs typeface="Arial"/>
              <a:sym typeface="Arial"/>
            </a:endParaRPr>
          </a:p>
        </p:txBody>
      </p:sp>
      <p:sp>
        <p:nvSpPr>
          <p:cNvPr id="504" name="Google Shape;504;p23"/>
          <p:cNvSpPr txBox="1"/>
          <p:nvPr/>
        </p:nvSpPr>
        <p:spPr>
          <a:xfrm>
            <a:off x="404193" y="1374690"/>
            <a:ext cx="8362118" cy="1985159"/>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2400">
                <a:solidFill>
                  <a:srgbClr val="000000"/>
                </a:solidFill>
                <a:latin typeface="Arial"/>
                <a:ea typeface="Arial"/>
                <a:cs typeface="Arial"/>
                <a:sym typeface="Arial"/>
              </a:rPr>
              <a:t>2. 重力偏移重追踪方法（ OCOG ）</a:t>
            </a:r>
            <a:endParaRPr sz="2400">
              <a:solidFill>
                <a:srgbClr val="000000"/>
              </a:solidFill>
              <a:latin typeface="Arial"/>
              <a:ea typeface="Arial"/>
              <a:cs typeface="Arial"/>
              <a:sym typeface="Arial"/>
            </a:endParaRPr>
          </a:p>
          <a:p>
            <a:pPr indent="0" lvl="0" marL="0" marR="0" rtl="0" algn="just">
              <a:spcBef>
                <a:spcPts val="1100"/>
              </a:spcBef>
              <a:spcAft>
                <a:spcPts val="0"/>
              </a:spcAft>
              <a:buNone/>
            </a:pPr>
            <a:r>
              <a:rPr lang="zh-CN" sz="2200">
                <a:solidFill>
                  <a:srgbClr val="000000"/>
                </a:solidFill>
                <a:latin typeface="Arial"/>
                <a:ea typeface="Arial"/>
                <a:cs typeface="Arial"/>
                <a:sym typeface="Arial"/>
              </a:rPr>
              <a:t>Wingham于1986年提出了重力偏移重追踪方法OCOG（Offset Center Of Gravity）。该方法目的是实现对波形的稳健跟踪，其基本思想是通过数值统计计算出波形振幅A、宽度W以及每个返回波形的重心。并根据计算参数获得波形前缘中点位置。</a:t>
            </a:r>
            <a:endParaRPr sz="2200">
              <a:solidFill>
                <a:srgbClr val="000000"/>
              </a:solidFill>
              <a:latin typeface="Arial"/>
              <a:ea typeface="Arial"/>
              <a:cs typeface="Arial"/>
              <a:sym typeface="Arial"/>
            </a:endParaRPr>
          </a:p>
        </p:txBody>
      </p:sp>
      <p:sp>
        <p:nvSpPr>
          <p:cNvPr id="505" name="Google Shape;505;p23"/>
          <p:cNvSpPr txBox="1"/>
          <p:nvPr/>
        </p:nvSpPr>
        <p:spPr>
          <a:xfrm>
            <a:off x="231321" y="6242980"/>
            <a:ext cx="8782050" cy="584775"/>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0" i="0" lang="zh-CN" sz="1600">
                <a:solidFill>
                  <a:srgbClr val="0070C0"/>
                </a:solidFill>
                <a:latin typeface="Arial"/>
                <a:ea typeface="Arial"/>
                <a:cs typeface="Arial"/>
                <a:sym typeface="Arial"/>
              </a:rPr>
              <a:t>Wingham D J, Rapley C G</a:t>
            </a:r>
            <a:r>
              <a:rPr lang="zh-CN" sz="1600">
                <a:solidFill>
                  <a:srgbClr val="0070C0"/>
                </a:solidFill>
                <a:latin typeface="Arial"/>
                <a:ea typeface="Arial"/>
                <a:cs typeface="Arial"/>
                <a:sym typeface="Arial"/>
              </a:rPr>
              <a:t>, Griffiths H. New techniques in satellite altimeter tracking systems. </a:t>
            </a:r>
            <a:r>
              <a:rPr lang="zh-CN" sz="1600" u="sng">
                <a:solidFill>
                  <a:srgbClr val="0070C0"/>
                </a:solidFill>
                <a:latin typeface="Arial"/>
                <a:ea typeface="Arial"/>
                <a:cs typeface="Arial"/>
                <a:sym typeface="Arial"/>
                <a:hlinkClick r:id="rId3">
                  <a:extLst>
                    <a:ext uri="{A12FA001-AC4F-418D-AE19-62706E023703}">
                      <ahyp:hlinkClr val="tx"/>
                    </a:ext>
                  </a:extLst>
                </a:hlinkClick>
              </a:rPr>
              <a:t>Proc IGARSS'86 Symp, Zurich , 1986: 1339-1344.</a:t>
            </a:r>
            <a:endParaRPr sz="1600">
              <a:solidFill>
                <a:srgbClr val="0070C0"/>
              </a:solidFill>
              <a:latin typeface="Arial"/>
              <a:ea typeface="Arial"/>
              <a:cs typeface="Arial"/>
              <a:sym typeface="Arial"/>
            </a:endParaRPr>
          </a:p>
        </p:txBody>
      </p:sp>
      <p:grpSp>
        <p:nvGrpSpPr>
          <p:cNvPr id="506" name="Google Shape;506;p23"/>
          <p:cNvGrpSpPr/>
          <p:nvPr/>
        </p:nvGrpSpPr>
        <p:grpSpPr>
          <a:xfrm>
            <a:off x="1930400" y="3503385"/>
            <a:ext cx="4946585" cy="2731463"/>
            <a:chOff x="-2801304" y="3087198"/>
            <a:chExt cx="5849239" cy="3096422"/>
          </a:xfrm>
        </p:grpSpPr>
        <p:grpSp>
          <p:nvGrpSpPr>
            <p:cNvPr id="507" name="Google Shape;507;p23"/>
            <p:cNvGrpSpPr/>
            <p:nvPr/>
          </p:nvGrpSpPr>
          <p:grpSpPr>
            <a:xfrm>
              <a:off x="-2801304" y="3087198"/>
              <a:ext cx="5849239" cy="3096422"/>
              <a:chOff x="1838621" y="3815974"/>
              <a:chExt cx="5544176" cy="2641842"/>
            </a:xfrm>
          </p:grpSpPr>
          <p:cxnSp>
            <p:nvCxnSpPr>
              <p:cNvPr id="508" name="Google Shape;508;p23"/>
              <p:cNvCxnSpPr/>
              <p:nvPr/>
            </p:nvCxnSpPr>
            <p:spPr>
              <a:xfrm>
                <a:off x="3794979" y="3815974"/>
                <a:ext cx="0" cy="2341922"/>
              </a:xfrm>
              <a:prstGeom prst="straightConnector1">
                <a:avLst/>
              </a:prstGeom>
              <a:noFill/>
              <a:ln cap="flat" cmpd="sng" w="28575">
                <a:solidFill>
                  <a:srgbClr val="269FA0"/>
                </a:solidFill>
                <a:prstDash val="solid"/>
                <a:round/>
                <a:headEnd len="sm" w="sm" type="none"/>
                <a:tailEnd len="sm" w="sm" type="none"/>
              </a:ln>
            </p:spPr>
          </p:cxnSp>
          <p:grpSp>
            <p:nvGrpSpPr>
              <p:cNvPr id="509" name="Google Shape;509;p23"/>
              <p:cNvGrpSpPr/>
              <p:nvPr/>
            </p:nvGrpSpPr>
            <p:grpSpPr>
              <a:xfrm>
                <a:off x="1838621" y="3815975"/>
                <a:ext cx="5544176" cy="2641841"/>
                <a:chOff x="1690182" y="3556577"/>
                <a:chExt cx="5544176" cy="2641841"/>
              </a:xfrm>
            </p:grpSpPr>
            <p:grpSp>
              <p:nvGrpSpPr>
                <p:cNvPr id="510" name="Google Shape;510;p23"/>
                <p:cNvGrpSpPr/>
                <p:nvPr/>
              </p:nvGrpSpPr>
              <p:grpSpPr>
                <a:xfrm>
                  <a:off x="1690182" y="3556577"/>
                  <a:ext cx="5544176" cy="2641841"/>
                  <a:chOff x="1373898" y="4321270"/>
                  <a:chExt cx="5994181" cy="2016157"/>
                </a:xfrm>
              </p:grpSpPr>
              <p:grpSp>
                <p:nvGrpSpPr>
                  <p:cNvPr id="511" name="Google Shape;511;p23"/>
                  <p:cNvGrpSpPr/>
                  <p:nvPr/>
                </p:nvGrpSpPr>
                <p:grpSpPr>
                  <a:xfrm>
                    <a:off x="1373898" y="4321270"/>
                    <a:ext cx="5994181" cy="2001958"/>
                    <a:chOff x="240849" y="4512270"/>
                    <a:chExt cx="5994181" cy="2144223"/>
                  </a:xfrm>
                </p:grpSpPr>
                <p:cxnSp>
                  <p:nvCxnSpPr>
                    <p:cNvPr id="512" name="Google Shape;512;p23"/>
                    <p:cNvCxnSpPr/>
                    <p:nvPr/>
                  </p:nvCxnSpPr>
                  <p:spPr>
                    <a:xfrm>
                      <a:off x="842636" y="6424506"/>
                      <a:ext cx="5230905" cy="0"/>
                    </a:xfrm>
                    <a:prstGeom prst="straightConnector1">
                      <a:avLst/>
                    </a:prstGeom>
                    <a:noFill/>
                    <a:ln cap="flat" cmpd="sng" w="9525">
                      <a:solidFill>
                        <a:schemeClr val="dk1"/>
                      </a:solidFill>
                      <a:prstDash val="solid"/>
                      <a:round/>
                      <a:headEnd len="sm" w="sm" type="none"/>
                      <a:tailEnd len="med" w="med" type="triangle"/>
                    </a:ln>
                  </p:spPr>
                </p:cxnSp>
                <p:cxnSp>
                  <p:nvCxnSpPr>
                    <p:cNvPr id="513" name="Google Shape;513;p23"/>
                    <p:cNvCxnSpPr/>
                    <p:nvPr/>
                  </p:nvCxnSpPr>
                  <p:spPr>
                    <a:xfrm rot="10800000">
                      <a:off x="842636" y="4512270"/>
                      <a:ext cx="0" cy="1912236"/>
                    </a:xfrm>
                    <a:prstGeom prst="straightConnector1">
                      <a:avLst/>
                    </a:prstGeom>
                    <a:noFill/>
                    <a:ln cap="flat" cmpd="sng" w="9525">
                      <a:solidFill>
                        <a:schemeClr val="dk1"/>
                      </a:solidFill>
                      <a:prstDash val="solid"/>
                      <a:round/>
                      <a:headEnd len="sm" w="sm" type="none"/>
                      <a:tailEnd len="med" w="med" type="triangle"/>
                    </a:ln>
                  </p:spPr>
                </p:cxnSp>
                <p:sp>
                  <p:nvSpPr>
                    <p:cNvPr id="514" name="Google Shape;514;p23"/>
                    <p:cNvSpPr txBox="1"/>
                    <p:nvPr/>
                  </p:nvSpPr>
                  <p:spPr>
                    <a:xfrm>
                      <a:off x="240849" y="4560969"/>
                      <a:ext cx="609781" cy="23610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600">
                          <a:solidFill>
                            <a:schemeClr val="dk1"/>
                          </a:solidFill>
                          <a:latin typeface="Arial"/>
                          <a:ea typeface="Arial"/>
                          <a:cs typeface="Arial"/>
                          <a:sym typeface="Arial"/>
                        </a:rPr>
                        <a:t>功率</a:t>
                      </a:r>
                      <a:endParaRPr/>
                    </a:p>
                  </p:txBody>
                </p:sp>
                <p:sp>
                  <p:nvSpPr>
                    <p:cNvPr id="515" name="Google Shape;515;p23"/>
                    <p:cNvSpPr txBox="1"/>
                    <p:nvPr/>
                  </p:nvSpPr>
                  <p:spPr>
                    <a:xfrm>
                      <a:off x="5625249" y="6420387"/>
                      <a:ext cx="609781" cy="23610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600">
                          <a:solidFill>
                            <a:schemeClr val="dk1"/>
                          </a:solidFill>
                          <a:latin typeface="Arial"/>
                          <a:ea typeface="Arial"/>
                          <a:cs typeface="Arial"/>
                          <a:sym typeface="Arial"/>
                        </a:rPr>
                        <a:t>时间</a:t>
                      </a:r>
                      <a:endParaRPr/>
                    </a:p>
                  </p:txBody>
                </p:sp>
                <p:sp>
                  <p:nvSpPr>
                    <p:cNvPr id="516" name="Google Shape;516;p23"/>
                    <p:cNvSpPr/>
                    <p:nvPr/>
                  </p:nvSpPr>
                  <p:spPr>
                    <a:xfrm>
                      <a:off x="1336414" y="6102257"/>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17" name="Google Shape;517;p23"/>
                    <p:cNvSpPr/>
                    <p:nvPr/>
                  </p:nvSpPr>
                  <p:spPr>
                    <a:xfrm>
                      <a:off x="2313355" y="5578936"/>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18" name="Google Shape;518;p23"/>
                    <p:cNvSpPr/>
                    <p:nvPr/>
                  </p:nvSpPr>
                  <p:spPr>
                    <a:xfrm>
                      <a:off x="3320181" y="4757301"/>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19" name="Google Shape;519;p23"/>
                    <p:cNvSpPr/>
                    <p:nvPr/>
                  </p:nvSpPr>
                  <p:spPr>
                    <a:xfrm>
                      <a:off x="4343408" y="4823802"/>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20" name="Google Shape;520;p23"/>
                    <p:cNvSpPr/>
                    <p:nvPr/>
                  </p:nvSpPr>
                  <p:spPr>
                    <a:xfrm>
                      <a:off x="5419311" y="4917755"/>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21" name="Google Shape;521;p23"/>
                    <p:cNvSpPr/>
                    <p:nvPr/>
                  </p:nvSpPr>
                  <p:spPr>
                    <a:xfrm>
                      <a:off x="1311563" y="4751109"/>
                      <a:ext cx="4130214" cy="1418449"/>
                    </a:xfrm>
                    <a:custGeom>
                      <a:rect b="b" l="l" r="r" t="t"/>
                      <a:pathLst>
                        <a:path extrusionOk="0" h="1380185" w="4071487">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a:noFill/>
                    <a:ln cap="flat" cmpd="sng" w="9525">
                      <a:solidFill>
                        <a:srgbClr val="BF0000"/>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1" i="0" sz="2400" u="none" cap="none" strike="noStrike">
                        <a:solidFill>
                          <a:schemeClr val="lt1"/>
                        </a:solidFill>
                        <a:latin typeface="Arial"/>
                        <a:ea typeface="Arial"/>
                        <a:cs typeface="Arial"/>
                        <a:sym typeface="Arial"/>
                      </a:endParaRPr>
                    </a:p>
                  </p:txBody>
                </p:sp>
              </p:grpSp>
              <p:sp>
                <p:nvSpPr>
                  <p:cNvPr id="522" name="Google Shape;522;p23"/>
                  <p:cNvSpPr txBox="1"/>
                  <p:nvPr/>
                </p:nvSpPr>
                <p:spPr>
                  <a:xfrm>
                    <a:off x="2323507" y="6121970"/>
                    <a:ext cx="447162" cy="204460"/>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23" name="Google Shape;523;p23"/>
                  <p:cNvSpPr txBox="1"/>
                  <p:nvPr/>
                </p:nvSpPr>
                <p:spPr>
                  <a:xfrm>
                    <a:off x="3226510" y="6120709"/>
                    <a:ext cx="594791" cy="216718"/>
                  </a:xfrm>
                  <a:prstGeom prst="rect">
                    <a:avLst/>
                  </a:prstGeom>
                  <a:blipFill rotWithShape="1">
                    <a:blip r:embed="rId5">
                      <a:alphaModFix/>
                    </a:blip>
                    <a:stretch>
                      <a:fillRect b="-2081"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24" name="Google Shape;524;p23"/>
                  <p:cNvSpPr txBox="1"/>
                  <p:nvPr/>
                </p:nvSpPr>
                <p:spPr>
                  <a:xfrm>
                    <a:off x="4308095" y="6121215"/>
                    <a:ext cx="447162" cy="204460"/>
                  </a:xfrm>
                  <a:prstGeom prst="rect">
                    <a:avLst/>
                  </a:pr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25" name="Google Shape;525;p23"/>
                  <p:cNvSpPr txBox="1"/>
                  <p:nvPr/>
                </p:nvSpPr>
                <p:spPr>
                  <a:xfrm>
                    <a:off x="5260655" y="6114117"/>
                    <a:ext cx="594791" cy="216718"/>
                  </a:xfrm>
                  <a:prstGeom prst="rect">
                    <a:avLst/>
                  </a:prstGeom>
                  <a:blipFill rotWithShape="1">
                    <a:blip r:embed="rId7">
                      <a:alphaModFix/>
                    </a:blip>
                    <a:stretch>
                      <a:fillRect b="-4166"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26" name="Google Shape;526;p23"/>
                  <p:cNvSpPr txBox="1"/>
                  <p:nvPr/>
                </p:nvSpPr>
                <p:spPr>
                  <a:xfrm>
                    <a:off x="6394492" y="6095694"/>
                    <a:ext cx="447162" cy="204460"/>
                  </a:xfrm>
                  <a:prstGeom prst="rect">
                    <a:avLst/>
                  </a:prstGeom>
                  <a:blipFill rotWithShape="1">
                    <a:blip r:embed="rId8">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grpSp>
            <p:sp>
              <p:nvSpPr>
                <p:cNvPr id="527" name="Google Shape;527;p23"/>
                <p:cNvSpPr txBox="1"/>
                <p:nvPr/>
              </p:nvSpPr>
              <p:spPr>
                <a:xfrm>
                  <a:off x="3241873" y="5012077"/>
                  <a:ext cx="958790" cy="39388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200">
                      <a:solidFill>
                        <a:schemeClr val="accent3"/>
                      </a:solidFill>
                      <a:latin typeface="Arial"/>
                      <a:ea typeface="Arial"/>
                      <a:cs typeface="Arial"/>
                      <a:sym typeface="Arial"/>
                    </a:rPr>
                    <a:t>实际波形前缘中点</a:t>
                  </a:r>
                  <a:endParaRPr b="1" sz="1200">
                    <a:solidFill>
                      <a:schemeClr val="accent3"/>
                    </a:solidFill>
                    <a:latin typeface="Arial"/>
                    <a:ea typeface="Arial"/>
                    <a:cs typeface="Arial"/>
                    <a:sym typeface="Arial"/>
                  </a:endParaRPr>
                </a:p>
              </p:txBody>
            </p:sp>
          </p:grpSp>
        </p:grpSp>
        <p:cxnSp>
          <p:nvCxnSpPr>
            <p:cNvPr id="528" name="Google Shape;528;p23"/>
            <p:cNvCxnSpPr/>
            <p:nvPr/>
          </p:nvCxnSpPr>
          <p:spPr>
            <a:xfrm>
              <a:off x="1576681" y="3840713"/>
              <a:ext cx="0" cy="1971661"/>
            </a:xfrm>
            <a:prstGeom prst="straightConnector1">
              <a:avLst/>
            </a:prstGeom>
            <a:noFill/>
            <a:ln cap="flat" cmpd="sng" w="9525">
              <a:solidFill>
                <a:srgbClr val="0000CB"/>
              </a:solidFill>
              <a:prstDash val="solid"/>
              <a:round/>
              <a:headEnd len="med" w="med" type="triangle"/>
              <a:tailEnd len="med" w="med" type="triangle"/>
            </a:ln>
          </p:spPr>
        </p:cxnSp>
        <p:cxnSp>
          <p:nvCxnSpPr>
            <p:cNvPr id="529" name="Google Shape;529;p23"/>
            <p:cNvCxnSpPr/>
            <p:nvPr/>
          </p:nvCxnSpPr>
          <p:spPr>
            <a:xfrm>
              <a:off x="-714788" y="3835312"/>
              <a:ext cx="2227969" cy="0"/>
            </a:xfrm>
            <a:prstGeom prst="straightConnector1">
              <a:avLst/>
            </a:prstGeom>
            <a:noFill/>
            <a:ln cap="flat" cmpd="sng" w="9525">
              <a:solidFill>
                <a:srgbClr val="0000CB"/>
              </a:solidFill>
              <a:prstDash val="solid"/>
              <a:round/>
              <a:headEnd len="med" w="med" type="triangle"/>
              <a:tailEnd len="med" w="med" type="triangle"/>
            </a:ln>
          </p:spPr>
        </p:cxnSp>
        <p:sp>
          <p:nvSpPr>
            <p:cNvPr id="530" name="Google Shape;530;p23"/>
            <p:cNvSpPr txBox="1"/>
            <p:nvPr/>
          </p:nvSpPr>
          <p:spPr>
            <a:xfrm>
              <a:off x="16213" y="3848933"/>
              <a:ext cx="700833" cy="400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2000">
                  <a:solidFill>
                    <a:schemeClr val="dk2"/>
                  </a:solidFill>
                  <a:latin typeface="Arial"/>
                  <a:ea typeface="Arial"/>
                  <a:cs typeface="Arial"/>
                  <a:sym typeface="Arial"/>
                </a:rPr>
                <a:t>宽度</a:t>
              </a:r>
              <a:endParaRPr/>
            </a:p>
          </p:txBody>
        </p:sp>
        <p:sp>
          <p:nvSpPr>
            <p:cNvPr id="531" name="Google Shape;531;p23"/>
            <p:cNvSpPr txBox="1"/>
            <p:nvPr/>
          </p:nvSpPr>
          <p:spPr>
            <a:xfrm>
              <a:off x="1552699" y="4593091"/>
              <a:ext cx="697628" cy="400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2000">
                  <a:solidFill>
                    <a:schemeClr val="dk2"/>
                  </a:solidFill>
                  <a:latin typeface="Arial"/>
                  <a:ea typeface="Arial"/>
                  <a:cs typeface="Arial"/>
                  <a:sym typeface="Arial"/>
                </a:rPr>
                <a:t>振幅</a:t>
              </a:r>
              <a:endParaRPr/>
            </a:p>
          </p:txBody>
        </p:sp>
      </p:grpSp>
    </p:spTree>
  </p:cSld>
  <p:clrMapOvr>
    <a:masterClrMapping/>
  </p:clrMapOvr>
  <p:transition>
    <p:fade/>
  </p:transition>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24"/>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537" name="Google Shape;537;p24"/>
          <p:cNvSpPr txBox="1"/>
          <p:nvPr/>
        </p:nvSpPr>
        <p:spPr>
          <a:xfrm>
            <a:off x="390941" y="780599"/>
            <a:ext cx="8348866" cy="67576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波形重追踪算法</a:t>
            </a:r>
            <a:endParaRPr b="1" sz="2800">
              <a:solidFill>
                <a:srgbClr val="333333"/>
              </a:solidFill>
              <a:latin typeface="Arial"/>
              <a:ea typeface="Arial"/>
              <a:cs typeface="Arial"/>
              <a:sym typeface="Arial"/>
            </a:endParaRPr>
          </a:p>
        </p:txBody>
      </p:sp>
      <p:sp>
        <p:nvSpPr>
          <p:cNvPr id="538" name="Google Shape;538;p24"/>
          <p:cNvSpPr txBox="1"/>
          <p:nvPr/>
        </p:nvSpPr>
        <p:spPr>
          <a:xfrm>
            <a:off x="336551" y="1368340"/>
            <a:ext cx="8576758" cy="2408352"/>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2400">
                <a:solidFill>
                  <a:srgbClr val="000000"/>
                </a:solidFill>
                <a:latin typeface="Arial"/>
                <a:ea typeface="Arial"/>
                <a:cs typeface="Arial"/>
                <a:sym typeface="Arial"/>
              </a:rPr>
              <a:t>3. ICE1算法</a:t>
            </a:r>
            <a:endParaRPr sz="2400">
              <a:solidFill>
                <a:srgbClr val="000000"/>
              </a:solidFill>
              <a:latin typeface="Arial"/>
              <a:ea typeface="Arial"/>
              <a:cs typeface="Arial"/>
              <a:sym typeface="Arial"/>
            </a:endParaRPr>
          </a:p>
          <a:p>
            <a:pPr indent="0" lvl="0" marL="0" marR="0" rtl="0" algn="just">
              <a:spcBef>
                <a:spcPts val="1150"/>
              </a:spcBef>
              <a:spcAft>
                <a:spcPts val="0"/>
              </a:spcAft>
              <a:buNone/>
            </a:pPr>
            <a:r>
              <a:rPr lang="zh-CN" sz="2300">
                <a:solidFill>
                  <a:srgbClr val="000000"/>
                </a:solidFill>
                <a:latin typeface="Arial"/>
                <a:ea typeface="Arial"/>
                <a:cs typeface="Arial"/>
                <a:sym typeface="Arial"/>
              </a:rPr>
              <a:t>Bamber在1994年提出利用ICE1算法对ERS-1雷达测高数据进行波形重追踪，该算法利用重力偏移算法OCOG得出波形振幅，</a:t>
            </a:r>
            <a:r>
              <a:rPr b="1" lang="zh-CN" sz="2300">
                <a:solidFill>
                  <a:srgbClr val="000000"/>
                </a:solidFill>
                <a:latin typeface="Arial"/>
                <a:ea typeface="Arial"/>
                <a:cs typeface="Arial"/>
                <a:sym typeface="Arial"/>
              </a:rPr>
              <a:t>找到第一个功率值大于该振幅的某一阈值比例值</a:t>
            </a:r>
            <a:r>
              <a:rPr lang="zh-CN" sz="2300">
                <a:solidFill>
                  <a:srgbClr val="000000"/>
                </a:solidFill>
                <a:latin typeface="Arial"/>
                <a:ea typeface="Arial"/>
                <a:cs typeface="Arial"/>
                <a:sym typeface="Arial"/>
              </a:rPr>
              <a:t>（如30%，孙明智等，2022）的距离门位置，然后在该距离门和上一个距离门之间内插到该阈值所对应的重跟踪点。</a:t>
            </a:r>
            <a:endParaRPr sz="2300">
              <a:solidFill>
                <a:srgbClr val="000000"/>
              </a:solidFill>
              <a:latin typeface="Arial"/>
              <a:ea typeface="Arial"/>
              <a:cs typeface="Arial"/>
              <a:sym typeface="Arial"/>
            </a:endParaRPr>
          </a:p>
        </p:txBody>
      </p:sp>
      <p:sp>
        <p:nvSpPr>
          <p:cNvPr id="539" name="Google Shape;539;p24"/>
          <p:cNvSpPr txBox="1"/>
          <p:nvPr/>
        </p:nvSpPr>
        <p:spPr>
          <a:xfrm>
            <a:off x="0" y="6132417"/>
            <a:ext cx="9143999" cy="738664"/>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0" i="0" lang="zh-CN" sz="1200">
                <a:solidFill>
                  <a:srgbClr val="0070C0"/>
                </a:solidFill>
                <a:latin typeface="Arial"/>
                <a:ea typeface="Arial"/>
                <a:cs typeface="Arial"/>
                <a:sym typeface="Arial"/>
              </a:rPr>
              <a:t>Bamber J L. </a:t>
            </a:r>
            <a:r>
              <a:rPr lang="zh-CN" sz="1200">
                <a:solidFill>
                  <a:srgbClr val="0070C0"/>
                </a:solidFill>
                <a:latin typeface="Arial"/>
                <a:ea typeface="Arial"/>
                <a:cs typeface="Arial"/>
                <a:sym typeface="Arial"/>
              </a:rPr>
              <a:t>1994. Ice sheet altimeter processing scheme. International Journal of Remote Sensing, 15(4): 925-938 </a:t>
            </a:r>
            <a:endParaRPr/>
          </a:p>
          <a:p>
            <a:pPr indent="0" lvl="0" marL="0" marR="0" rtl="0" algn="just">
              <a:spcBef>
                <a:spcPts val="600"/>
              </a:spcBef>
              <a:spcAft>
                <a:spcPts val="0"/>
              </a:spcAft>
              <a:buNone/>
            </a:pPr>
            <a:r>
              <a:rPr lang="zh-CN" sz="1200">
                <a:solidFill>
                  <a:srgbClr val="0070C0"/>
                </a:solidFill>
                <a:latin typeface="Arial"/>
                <a:ea typeface="Arial"/>
                <a:cs typeface="Arial"/>
                <a:sym typeface="Arial"/>
              </a:rPr>
              <a:t>孙明智，刘新，汪海洪，袁佳佳，李成名，郭金运.2022.多源卫星测高数据监测拉昂错1992年—2020年水位变化.遥感学报，26（1）： 126-137</a:t>
            </a:r>
            <a:endParaRPr sz="1200">
              <a:solidFill>
                <a:srgbClr val="0070C0"/>
              </a:solidFill>
              <a:latin typeface="Arial"/>
              <a:ea typeface="Arial"/>
              <a:cs typeface="Arial"/>
              <a:sym typeface="Arial"/>
            </a:endParaRPr>
          </a:p>
        </p:txBody>
      </p:sp>
      <p:grpSp>
        <p:nvGrpSpPr>
          <p:cNvPr id="540" name="Google Shape;540;p24"/>
          <p:cNvGrpSpPr/>
          <p:nvPr/>
        </p:nvGrpSpPr>
        <p:grpSpPr>
          <a:xfrm>
            <a:off x="1691226" y="3713984"/>
            <a:ext cx="5185759" cy="2448293"/>
            <a:chOff x="1691226" y="3713984"/>
            <a:chExt cx="5185759" cy="2448293"/>
          </a:xfrm>
        </p:grpSpPr>
        <p:grpSp>
          <p:nvGrpSpPr>
            <p:cNvPr id="541" name="Google Shape;541;p24"/>
            <p:cNvGrpSpPr/>
            <p:nvPr/>
          </p:nvGrpSpPr>
          <p:grpSpPr>
            <a:xfrm>
              <a:off x="1691226" y="3744686"/>
              <a:ext cx="5185759" cy="2417591"/>
              <a:chOff x="1691226" y="3503386"/>
              <a:chExt cx="5185759" cy="2731462"/>
            </a:xfrm>
          </p:grpSpPr>
          <p:cxnSp>
            <p:nvCxnSpPr>
              <p:cNvPr id="542" name="Google Shape;542;p24"/>
              <p:cNvCxnSpPr/>
              <p:nvPr/>
            </p:nvCxnSpPr>
            <p:spPr>
              <a:xfrm>
                <a:off x="2433610" y="4612398"/>
                <a:ext cx="3195103" cy="0"/>
              </a:xfrm>
              <a:prstGeom prst="straightConnector1">
                <a:avLst/>
              </a:prstGeom>
              <a:noFill/>
              <a:ln cap="flat" cmpd="sng" w="28575">
                <a:solidFill>
                  <a:srgbClr val="269FA0"/>
                </a:solidFill>
                <a:prstDash val="solid"/>
                <a:round/>
                <a:headEnd len="sm" w="sm" type="none"/>
                <a:tailEnd len="sm" w="sm" type="none"/>
              </a:ln>
            </p:spPr>
          </p:cxnSp>
          <p:grpSp>
            <p:nvGrpSpPr>
              <p:cNvPr id="543" name="Google Shape;543;p24"/>
              <p:cNvGrpSpPr/>
              <p:nvPr/>
            </p:nvGrpSpPr>
            <p:grpSpPr>
              <a:xfrm>
                <a:off x="1930400" y="3503386"/>
                <a:ext cx="4946585" cy="2731462"/>
                <a:chOff x="1690182" y="3556577"/>
                <a:chExt cx="5544176" cy="2641841"/>
              </a:xfrm>
            </p:grpSpPr>
            <p:grpSp>
              <p:nvGrpSpPr>
                <p:cNvPr id="544" name="Google Shape;544;p24"/>
                <p:cNvGrpSpPr/>
                <p:nvPr/>
              </p:nvGrpSpPr>
              <p:grpSpPr>
                <a:xfrm>
                  <a:off x="1690182" y="3556577"/>
                  <a:ext cx="5544176" cy="2641841"/>
                  <a:chOff x="1373898" y="4321270"/>
                  <a:chExt cx="5994181" cy="2016157"/>
                </a:xfrm>
              </p:grpSpPr>
              <p:grpSp>
                <p:nvGrpSpPr>
                  <p:cNvPr id="545" name="Google Shape;545;p24"/>
                  <p:cNvGrpSpPr/>
                  <p:nvPr/>
                </p:nvGrpSpPr>
                <p:grpSpPr>
                  <a:xfrm>
                    <a:off x="1373898" y="4321270"/>
                    <a:ext cx="5994181" cy="2001958"/>
                    <a:chOff x="240849" y="4512270"/>
                    <a:chExt cx="5994181" cy="2144223"/>
                  </a:xfrm>
                </p:grpSpPr>
                <p:cxnSp>
                  <p:nvCxnSpPr>
                    <p:cNvPr id="546" name="Google Shape;546;p24"/>
                    <p:cNvCxnSpPr/>
                    <p:nvPr/>
                  </p:nvCxnSpPr>
                  <p:spPr>
                    <a:xfrm>
                      <a:off x="842636" y="6424506"/>
                      <a:ext cx="5230905" cy="0"/>
                    </a:xfrm>
                    <a:prstGeom prst="straightConnector1">
                      <a:avLst/>
                    </a:prstGeom>
                    <a:noFill/>
                    <a:ln cap="flat" cmpd="sng" w="9525">
                      <a:solidFill>
                        <a:schemeClr val="dk1"/>
                      </a:solidFill>
                      <a:prstDash val="solid"/>
                      <a:round/>
                      <a:headEnd len="sm" w="sm" type="none"/>
                      <a:tailEnd len="med" w="med" type="triangle"/>
                    </a:ln>
                  </p:spPr>
                </p:cxnSp>
                <p:cxnSp>
                  <p:nvCxnSpPr>
                    <p:cNvPr id="547" name="Google Shape;547;p24"/>
                    <p:cNvCxnSpPr/>
                    <p:nvPr/>
                  </p:nvCxnSpPr>
                  <p:spPr>
                    <a:xfrm rot="10800000">
                      <a:off x="842636" y="4512270"/>
                      <a:ext cx="0" cy="1912236"/>
                    </a:xfrm>
                    <a:prstGeom prst="straightConnector1">
                      <a:avLst/>
                    </a:prstGeom>
                    <a:noFill/>
                    <a:ln cap="flat" cmpd="sng" w="9525">
                      <a:solidFill>
                        <a:schemeClr val="dk1"/>
                      </a:solidFill>
                      <a:prstDash val="solid"/>
                      <a:round/>
                      <a:headEnd len="sm" w="sm" type="none"/>
                      <a:tailEnd len="med" w="med" type="triangle"/>
                    </a:ln>
                  </p:spPr>
                </p:cxnSp>
                <p:sp>
                  <p:nvSpPr>
                    <p:cNvPr id="548" name="Google Shape;548;p24"/>
                    <p:cNvSpPr txBox="1"/>
                    <p:nvPr/>
                  </p:nvSpPr>
                  <p:spPr>
                    <a:xfrm>
                      <a:off x="240849" y="4560969"/>
                      <a:ext cx="609781" cy="23610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600">
                          <a:solidFill>
                            <a:schemeClr val="dk1"/>
                          </a:solidFill>
                          <a:latin typeface="Arial"/>
                          <a:ea typeface="Arial"/>
                          <a:cs typeface="Arial"/>
                          <a:sym typeface="Arial"/>
                        </a:rPr>
                        <a:t>功率</a:t>
                      </a:r>
                      <a:endParaRPr/>
                    </a:p>
                  </p:txBody>
                </p:sp>
                <p:sp>
                  <p:nvSpPr>
                    <p:cNvPr id="549" name="Google Shape;549;p24"/>
                    <p:cNvSpPr txBox="1"/>
                    <p:nvPr/>
                  </p:nvSpPr>
                  <p:spPr>
                    <a:xfrm>
                      <a:off x="5625249" y="6420387"/>
                      <a:ext cx="609781" cy="23610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600">
                          <a:solidFill>
                            <a:schemeClr val="dk1"/>
                          </a:solidFill>
                          <a:latin typeface="Arial"/>
                          <a:ea typeface="Arial"/>
                          <a:cs typeface="Arial"/>
                          <a:sym typeface="Arial"/>
                        </a:rPr>
                        <a:t>时间</a:t>
                      </a:r>
                      <a:endParaRPr/>
                    </a:p>
                  </p:txBody>
                </p:sp>
                <p:sp>
                  <p:nvSpPr>
                    <p:cNvPr id="550" name="Google Shape;550;p24"/>
                    <p:cNvSpPr/>
                    <p:nvPr/>
                  </p:nvSpPr>
                  <p:spPr>
                    <a:xfrm>
                      <a:off x="1336414" y="6102257"/>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51" name="Google Shape;551;p24"/>
                    <p:cNvSpPr/>
                    <p:nvPr/>
                  </p:nvSpPr>
                  <p:spPr>
                    <a:xfrm>
                      <a:off x="2313355" y="5578936"/>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52" name="Google Shape;552;p24"/>
                    <p:cNvSpPr/>
                    <p:nvPr/>
                  </p:nvSpPr>
                  <p:spPr>
                    <a:xfrm>
                      <a:off x="3320181" y="4757301"/>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53" name="Google Shape;553;p24"/>
                    <p:cNvSpPr/>
                    <p:nvPr/>
                  </p:nvSpPr>
                  <p:spPr>
                    <a:xfrm>
                      <a:off x="4343408" y="4823802"/>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54" name="Google Shape;554;p24"/>
                    <p:cNvSpPr/>
                    <p:nvPr/>
                  </p:nvSpPr>
                  <p:spPr>
                    <a:xfrm>
                      <a:off x="5419311" y="4917755"/>
                      <a:ext cx="65712" cy="67300"/>
                    </a:xfrm>
                    <a:prstGeom prst="ellipse">
                      <a:avLst/>
                    </a:prstGeom>
                    <a:solidFill>
                      <a:srgbClr val="262626"/>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sp>
                  <p:nvSpPr>
                    <p:cNvPr id="555" name="Google Shape;555;p24"/>
                    <p:cNvSpPr/>
                    <p:nvPr/>
                  </p:nvSpPr>
                  <p:spPr>
                    <a:xfrm>
                      <a:off x="1311563" y="4751109"/>
                      <a:ext cx="4130214" cy="1418449"/>
                    </a:xfrm>
                    <a:custGeom>
                      <a:rect b="b" l="l" r="r" t="t"/>
                      <a:pathLst>
                        <a:path extrusionOk="0" h="1380185" w="4071487">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a:noFill/>
                    <a:ln cap="flat" cmpd="sng" w="9525">
                      <a:solidFill>
                        <a:srgbClr val="BF0000"/>
                      </a:solidFill>
                      <a:prstDash val="solid"/>
                      <a:round/>
                      <a:headEnd len="sm" w="sm" type="none"/>
                      <a:tailEnd len="sm" w="sm" type="none"/>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2400"/>
                        <a:buFont typeface="Times New Roman"/>
                        <a:buNone/>
                      </a:pPr>
                      <a:r>
                        <a:t/>
                      </a:r>
                      <a:endParaRPr b="1" i="0" sz="2400" u="none" cap="none" strike="noStrike">
                        <a:solidFill>
                          <a:schemeClr val="lt1"/>
                        </a:solidFill>
                        <a:latin typeface="Arial"/>
                        <a:ea typeface="Arial"/>
                        <a:cs typeface="Arial"/>
                        <a:sym typeface="Arial"/>
                      </a:endParaRPr>
                    </a:p>
                  </p:txBody>
                </p:sp>
              </p:grpSp>
              <p:sp>
                <p:nvSpPr>
                  <p:cNvPr id="556" name="Google Shape;556;p24"/>
                  <p:cNvSpPr txBox="1"/>
                  <p:nvPr/>
                </p:nvSpPr>
                <p:spPr>
                  <a:xfrm>
                    <a:off x="2323507" y="6121970"/>
                    <a:ext cx="447162" cy="204460"/>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57" name="Google Shape;557;p24"/>
                  <p:cNvSpPr txBox="1"/>
                  <p:nvPr/>
                </p:nvSpPr>
                <p:spPr>
                  <a:xfrm>
                    <a:off x="3226510" y="6120709"/>
                    <a:ext cx="594791" cy="216718"/>
                  </a:xfrm>
                  <a:prstGeom prst="rect">
                    <a:avLst/>
                  </a:prstGeom>
                  <a:blipFill rotWithShape="1">
                    <a:blip r:embed="rId4">
                      <a:alphaModFix/>
                    </a:blip>
                    <a:stretch>
                      <a:fillRect b="-2081"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58" name="Google Shape;558;p24"/>
                  <p:cNvSpPr txBox="1"/>
                  <p:nvPr/>
                </p:nvSpPr>
                <p:spPr>
                  <a:xfrm>
                    <a:off x="4308095" y="6121215"/>
                    <a:ext cx="447162" cy="204460"/>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59" name="Google Shape;559;p24"/>
                  <p:cNvSpPr txBox="1"/>
                  <p:nvPr/>
                </p:nvSpPr>
                <p:spPr>
                  <a:xfrm>
                    <a:off x="5260655" y="6114117"/>
                    <a:ext cx="594791" cy="216718"/>
                  </a:xfrm>
                  <a:prstGeom prst="rect">
                    <a:avLst/>
                  </a:prstGeom>
                  <a:blipFill rotWithShape="1">
                    <a:blip r:embed="rId6">
                      <a:alphaModFix/>
                    </a:blip>
                    <a:stretch>
                      <a:fillRect b="-4166"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sp>
                <p:nvSpPr>
                  <p:cNvPr id="560" name="Google Shape;560;p24"/>
                  <p:cNvSpPr txBox="1"/>
                  <p:nvPr/>
                </p:nvSpPr>
                <p:spPr>
                  <a:xfrm>
                    <a:off x="6394492" y="6095694"/>
                    <a:ext cx="447162" cy="204460"/>
                  </a:xfrm>
                  <a:prstGeom prst="rect">
                    <a:avLst/>
                  </a:pr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zh-CN" sz="2400">
                        <a:latin typeface="Times New Roman"/>
                        <a:ea typeface="Times New Roman"/>
                        <a:cs typeface="Times New Roman"/>
                        <a:sym typeface="Times New Roman"/>
                      </a:rPr>
                      <a:t> </a:t>
                    </a:r>
                    <a:endParaRPr/>
                  </a:p>
                </p:txBody>
              </p:sp>
            </p:grpSp>
            <p:sp>
              <p:nvSpPr>
                <p:cNvPr id="561" name="Google Shape;561;p24"/>
                <p:cNvSpPr txBox="1"/>
                <p:nvPr/>
              </p:nvSpPr>
              <p:spPr>
                <a:xfrm>
                  <a:off x="4048851" y="4150159"/>
                  <a:ext cx="1384383" cy="50448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200">
                      <a:solidFill>
                        <a:schemeClr val="accent2"/>
                      </a:solidFill>
                      <a:latin typeface="Arial"/>
                      <a:ea typeface="Arial"/>
                      <a:cs typeface="Arial"/>
                      <a:sym typeface="Arial"/>
                    </a:rPr>
                    <a:t>所求波形重追踪点</a:t>
                  </a:r>
                  <a:endParaRPr b="1" sz="1200">
                    <a:solidFill>
                      <a:schemeClr val="accent2"/>
                    </a:solidFill>
                    <a:latin typeface="Arial"/>
                    <a:ea typeface="Arial"/>
                    <a:cs typeface="Arial"/>
                    <a:sym typeface="Arial"/>
                  </a:endParaRPr>
                </a:p>
              </p:txBody>
            </p:sp>
          </p:grpSp>
          <p:sp>
            <p:nvSpPr>
              <p:cNvPr id="562" name="Google Shape;562;p24"/>
              <p:cNvSpPr txBox="1"/>
              <p:nvPr/>
            </p:nvSpPr>
            <p:spPr>
              <a:xfrm>
                <a:off x="1691226" y="4412343"/>
                <a:ext cx="697627" cy="40011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2000">
                    <a:solidFill>
                      <a:srgbClr val="00B050"/>
                    </a:solidFill>
                    <a:latin typeface="Times New Roman"/>
                    <a:ea typeface="Times New Roman"/>
                    <a:cs typeface="Times New Roman"/>
                    <a:sym typeface="Times New Roman"/>
                  </a:rPr>
                  <a:t>阈值</a:t>
                </a:r>
                <a:endParaRPr/>
              </a:p>
            </p:txBody>
          </p:sp>
        </p:grpSp>
        <p:sp>
          <p:nvSpPr>
            <p:cNvPr id="563" name="Google Shape;563;p24"/>
            <p:cNvSpPr txBox="1"/>
            <p:nvPr/>
          </p:nvSpPr>
          <p:spPr>
            <a:xfrm>
              <a:off x="4128813" y="3713984"/>
              <a:ext cx="407484" cy="46166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2400">
                  <a:solidFill>
                    <a:schemeClr val="accent2"/>
                  </a:solidFill>
                  <a:latin typeface="Times New Roman"/>
                  <a:ea typeface="Times New Roman"/>
                  <a:cs typeface="Times New Roman"/>
                  <a:sym typeface="Times New Roman"/>
                </a:rPr>
                <a:t>N</a:t>
              </a:r>
              <a:endParaRPr sz="2400">
                <a:solidFill>
                  <a:schemeClr val="accent2"/>
                </a:solidFill>
                <a:latin typeface="Times New Roman"/>
                <a:ea typeface="Times New Roman"/>
                <a:cs typeface="Times New Roman"/>
                <a:sym typeface="Times New Roman"/>
              </a:endParaRPr>
            </a:p>
          </p:txBody>
        </p:sp>
        <p:sp>
          <p:nvSpPr>
            <p:cNvPr id="564" name="Google Shape;564;p24"/>
            <p:cNvSpPr txBox="1"/>
            <p:nvPr/>
          </p:nvSpPr>
          <p:spPr>
            <a:xfrm>
              <a:off x="3186599" y="4569855"/>
              <a:ext cx="663964" cy="46166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zh-CN" sz="2400">
                  <a:solidFill>
                    <a:schemeClr val="accent2"/>
                  </a:solidFill>
                  <a:latin typeface="Times New Roman"/>
                  <a:ea typeface="Times New Roman"/>
                  <a:cs typeface="Times New Roman"/>
                  <a:sym typeface="Times New Roman"/>
                </a:rPr>
                <a:t>N-1</a:t>
              </a:r>
              <a:endParaRPr sz="2400">
                <a:solidFill>
                  <a:schemeClr val="accent2"/>
                </a:solidFill>
                <a:latin typeface="Times New Roman"/>
                <a:ea typeface="Times New Roman"/>
                <a:cs typeface="Times New Roman"/>
                <a:sym typeface="Times New Roman"/>
              </a:endParaRPr>
            </a:p>
          </p:txBody>
        </p:sp>
        <p:sp>
          <p:nvSpPr>
            <p:cNvPr id="565" name="Google Shape;565;p24"/>
            <p:cNvSpPr/>
            <p:nvPr/>
          </p:nvSpPr>
          <p:spPr>
            <a:xfrm>
              <a:off x="4031161" y="4421005"/>
              <a:ext cx="60824" cy="70390"/>
            </a:xfrm>
            <a:prstGeom prst="ellipse">
              <a:avLst/>
            </a:prstGeom>
            <a:solidFill>
              <a:schemeClr val="accent2"/>
            </a:solidFill>
            <a:ln>
              <a:noFill/>
            </a:ln>
          </p:spPr>
          <p:txBody>
            <a:bodyPr anchorCtr="0" anchor="ctr" bIns="45700" lIns="0" spcFirstLastPara="1" rIns="91425" wrap="square" tIns="45700">
              <a:noAutofit/>
            </a:bodyPr>
            <a:lstStyle/>
            <a:p>
              <a:pPr indent="0" lvl="0" marL="0" marR="0" rtl="0" algn="l">
                <a:spcBef>
                  <a:spcPts val="0"/>
                </a:spcBef>
                <a:spcAft>
                  <a:spcPts val="0"/>
                </a:spcAft>
                <a:buNone/>
              </a:pPr>
              <a:r>
                <a:t/>
              </a:r>
              <a:endParaRPr b="1" sz="2400">
                <a:solidFill>
                  <a:srgbClr val="FF0000"/>
                </a:solidFill>
                <a:latin typeface="Arial"/>
                <a:ea typeface="Arial"/>
                <a:cs typeface="Arial"/>
                <a:sym typeface="Arial"/>
              </a:endParaRPr>
            </a:p>
          </p:txBody>
        </p:sp>
      </p:grpSp>
      <p:cxnSp>
        <p:nvCxnSpPr>
          <p:cNvPr id="566" name="Google Shape;566;p24"/>
          <p:cNvCxnSpPr/>
          <p:nvPr/>
        </p:nvCxnSpPr>
        <p:spPr>
          <a:xfrm>
            <a:off x="5632775" y="4168087"/>
            <a:ext cx="0" cy="1739272"/>
          </a:xfrm>
          <a:prstGeom prst="straightConnector1">
            <a:avLst/>
          </a:prstGeom>
          <a:noFill/>
          <a:ln cap="flat" cmpd="sng" w="9525">
            <a:solidFill>
              <a:srgbClr val="0000CB"/>
            </a:solidFill>
            <a:prstDash val="solid"/>
            <a:round/>
            <a:headEnd len="med" w="med" type="triangle"/>
            <a:tailEnd len="med" w="med" type="triangle"/>
          </a:ln>
        </p:spPr>
      </p:cxnSp>
      <p:sp>
        <p:nvSpPr>
          <p:cNvPr id="567" name="Google Shape;567;p24"/>
          <p:cNvSpPr txBox="1"/>
          <p:nvPr/>
        </p:nvSpPr>
        <p:spPr>
          <a:xfrm>
            <a:off x="5612494" y="4831786"/>
            <a:ext cx="589970" cy="35295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2000">
                <a:solidFill>
                  <a:schemeClr val="dk2"/>
                </a:solidFill>
                <a:latin typeface="Arial"/>
                <a:ea typeface="Arial"/>
                <a:cs typeface="Arial"/>
                <a:sym typeface="Arial"/>
              </a:rPr>
              <a:t>振幅</a:t>
            </a:r>
            <a:endParaRPr/>
          </a:p>
        </p:txBody>
      </p:sp>
      <p:cxnSp>
        <p:nvCxnSpPr>
          <p:cNvPr id="568" name="Google Shape;568;p24"/>
          <p:cNvCxnSpPr/>
          <p:nvPr/>
        </p:nvCxnSpPr>
        <p:spPr>
          <a:xfrm>
            <a:off x="4946975" y="4711096"/>
            <a:ext cx="0" cy="1191313"/>
          </a:xfrm>
          <a:prstGeom prst="straightConnector1">
            <a:avLst/>
          </a:prstGeom>
          <a:noFill/>
          <a:ln cap="flat" cmpd="sng" w="9525">
            <a:solidFill>
              <a:srgbClr val="00B050"/>
            </a:solidFill>
            <a:prstDash val="solid"/>
            <a:round/>
            <a:headEnd len="med" w="med" type="triangle"/>
            <a:tailEnd len="med" w="med" type="triangle"/>
          </a:ln>
        </p:spPr>
      </p:cxnSp>
      <p:sp>
        <p:nvSpPr>
          <p:cNvPr id="569" name="Google Shape;569;p24"/>
          <p:cNvSpPr txBox="1"/>
          <p:nvPr/>
        </p:nvSpPr>
        <p:spPr>
          <a:xfrm>
            <a:off x="4029737" y="5145403"/>
            <a:ext cx="931665"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zh-CN" sz="1400">
                <a:solidFill>
                  <a:srgbClr val="00B050"/>
                </a:solidFill>
                <a:latin typeface="Arial"/>
                <a:ea typeface="Arial"/>
                <a:cs typeface="Arial"/>
                <a:sym typeface="Arial"/>
              </a:rPr>
              <a:t>70%振幅</a:t>
            </a:r>
            <a:endParaRPr/>
          </a:p>
        </p:txBody>
      </p:sp>
    </p:spTree>
  </p:cSld>
  <p:clrMapOvr>
    <a:masterClrMapping/>
  </p:clrMapOvr>
  <p:transition>
    <p:fade/>
  </p:transition>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3" name="Shape 573"/>
        <p:cNvGrpSpPr/>
        <p:nvPr/>
      </p:nvGrpSpPr>
      <p:grpSpPr>
        <a:xfrm>
          <a:off x="0" y="0"/>
          <a:ext cx="0" cy="0"/>
          <a:chOff x="0" y="0"/>
          <a:chExt cx="0" cy="0"/>
        </a:xfrm>
      </p:grpSpPr>
      <p:sp>
        <p:nvSpPr>
          <p:cNvPr id="574" name="Google Shape;574;p25"/>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三、雷达测高波形分析</a:t>
            </a:r>
            <a:endParaRPr/>
          </a:p>
        </p:txBody>
      </p:sp>
      <p:sp>
        <p:nvSpPr>
          <p:cNvPr id="575" name="Google Shape;575;p25"/>
          <p:cNvSpPr txBox="1"/>
          <p:nvPr/>
        </p:nvSpPr>
        <p:spPr>
          <a:xfrm>
            <a:off x="390941" y="780599"/>
            <a:ext cx="8348866" cy="67576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b="1" lang="zh-CN" sz="2800">
                <a:solidFill>
                  <a:srgbClr val="333333"/>
                </a:solidFill>
                <a:latin typeface="Arial"/>
                <a:ea typeface="Arial"/>
                <a:cs typeface="Arial"/>
                <a:sym typeface="Arial"/>
              </a:rPr>
              <a:t>波形重追踪算法</a:t>
            </a:r>
            <a:endParaRPr b="1" sz="2800">
              <a:solidFill>
                <a:srgbClr val="333333"/>
              </a:solidFill>
              <a:latin typeface="Arial"/>
              <a:ea typeface="Arial"/>
              <a:cs typeface="Arial"/>
              <a:sym typeface="Arial"/>
            </a:endParaRPr>
          </a:p>
        </p:txBody>
      </p:sp>
      <p:sp>
        <p:nvSpPr>
          <p:cNvPr id="576" name="Google Shape;576;p25"/>
          <p:cNvSpPr txBox="1"/>
          <p:nvPr/>
        </p:nvSpPr>
        <p:spPr>
          <a:xfrm>
            <a:off x="529948" y="1538215"/>
            <a:ext cx="8283852" cy="3846694"/>
          </a:xfrm>
          <a:prstGeom prst="rect">
            <a:avLst/>
          </a:prstGeom>
          <a:noFill/>
          <a:ln>
            <a:noFill/>
          </a:ln>
        </p:spPr>
        <p:txBody>
          <a:bodyPr anchorCtr="0" anchor="t" bIns="45700" lIns="91425" spcFirstLastPara="1" rIns="91425" wrap="square" tIns="45700">
            <a:spAutoFit/>
          </a:bodyPr>
          <a:lstStyle/>
          <a:p>
            <a:pPr indent="0" lvl="0" marL="0" marR="0" rtl="0" algn="just">
              <a:lnSpc>
                <a:spcPct val="200000"/>
              </a:lnSpc>
              <a:spcBef>
                <a:spcPts val="0"/>
              </a:spcBef>
              <a:spcAft>
                <a:spcPts val="0"/>
              </a:spcAft>
              <a:buNone/>
            </a:pPr>
            <a:r>
              <a:rPr lang="zh-CN" sz="2000">
                <a:solidFill>
                  <a:srgbClr val="000000"/>
                </a:solidFill>
                <a:latin typeface="Arial"/>
                <a:ea typeface="Arial"/>
                <a:cs typeface="Arial"/>
                <a:sym typeface="Arial"/>
              </a:rPr>
              <a:t>4. SAMOSA算法</a:t>
            </a:r>
            <a:endParaRPr sz="2000">
              <a:solidFill>
                <a:srgbClr val="000000"/>
              </a:solidFill>
              <a:latin typeface="Arial"/>
              <a:ea typeface="Arial"/>
              <a:cs typeface="Arial"/>
              <a:sym typeface="Arial"/>
            </a:endParaRPr>
          </a:p>
          <a:p>
            <a:pPr indent="0" lvl="0" marL="0" marR="0" rtl="0" algn="just">
              <a:lnSpc>
                <a:spcPct val="200000"/>
              </a:lnSpc>
              <a:spcBef>
                <a:spcPts val="1000"/>
              </a:spcBef>
              <a:spcAft>
                <a:spcPts val="0"/>
              </a:spcAft>
              <a:buNone/>
            </a:pPr>
            <a:r>
              <a:rPr lang="zh-CN" sz="2000">
                <a:solidFill>
                  <a:srgbClr val="000000"/>
                </a:solidFill>
                <a:latin typeface="Arial"/>
                <a:ea typeface="Arial"/>
                <a:cs typeface="Arial"/>
                <a:sym typeface="Arial"/>
              </a:rPr>
              <a:t>针对合成孔径雷达高度计回波波形处理，欧洲航天局基于合成孔径雷达高度计</a:t>
            </a:r>
            <a:r>
              <a:rPr b="1" lang="zh-CN" sz="2000">
                <a:solidFill>
                  <a:srgbClr val="000000"/>
                </a:solidFill>
                <a:latin typeface="Arial"/>
                <a:ea typeface="Arial"/>
                <a:cs typeface="Arial"/>
                <a:sym typeface="Arial"/>
              </a:rPr>
              <a:t>基本延迟多普勒处理原理</a:t>
            </a:r>
            <a:r>
              <a:rPr lang="zh-CN" sz="2000">
                <a:solidFill>
                  <a:srgbClr val="000000"/>
                </a:solidFill>
                <a:latin typeface="Arial"/>
                <a:ea typeface="Arial"/>
                <a:cs typeface="Arial"/>
                <a:sym typeface="Arial"/>
              </a:rPr>
              <a:t>开发了SAMOSA波形重追踪算法（</a:t>
            </a:r>
            <a:r>
              <a:rPr lang="zh-CN" sz="2000">
                <a:solidFill>
                  <a:srgbClr val="0070C0"/>
                </a:solidFill>
                <a:latin typeface="Arial"/>
                <a:ea typeface="Arial"/>
                <a:cs typeface="Arial"/>
                <a:sym typeface="Arial"/>
              </a:rPr>
              <a:t> Ray 等，2014</a:t>
            </a:r>
            <a:r>
              <a:rPr lang="zh-CN" sz="2000">
                <a:solidFill>
                  <a:srgbClr val="000000"/>
                </a:solidFill>
                <a:latin typeface="Arial"/>
                <a:ea typeface="Arial"/>
                <a:cs typeface="Arial"/>
                <a:sym typeface="Arial"/>
              </a:rPr>
              <a:t>）。欧洲航天局其后又发展了SAMOSA+算法（</a:t>
            </a:r>
            <a:r>
              <a:rPr lang="zh-CN" sz="2000">
                <a:solidFill>
                  <a:srgbClr val="0070C0"/>
                </a:solidFill>
                <a:latin typeface="Arial"/>
                <a:ea typeface="Arial"/>
                <a:cs typeface="Arial"/>
                <a:sym typeface="Arial"/>
              </a:rPr>
              <a:t>Dinardo等，2017</a:t>
            </a:r>
            <a:r>
              <a:rPr lang="zh-CN" sz="2000">
                <a:solidFill>
                  <a:srgbClr val="000000"/>
                </a:solidFill>
                <a:latin typeface="Arial"/>
                <a:ea typeface="Arial"/>
                <a:cs typeface="Arial"/>
                <a:sym typeface="Arial"/>
              </a:rPr>
              <a:t>）。该算法为Cryosat-2和Sentinel-3雷达高度计官方产品中主要数据处理算法。</a:t>
            </a:r>
            <a:endParaRPr sz="2000">
              <a:solidFill>
                <a:srgbClr val="000000"/>
              </a:solidFill>
              <a:latin typeface="Arial"/>
              <a:ea typeface="Arial"/>
              <a:cs typeface="Arial"/>
              <a:sym typeface="Arial"/>
            </a:endParaRPr>
          </a:p>
        </p:txBody>
      </p:sp>
      <p:sp>
        <p:nvSpPr>
          <p:cNvPr id="577" name="Google Shape;577;p25"/>
          <p:cNvSpPr txBox="1"/>
          <p:nvPr/>
        </p:nvSpPr>
        <p:spPr>
          <a:xfrm>
            <a:off x="233588" y="5893251"/>
            <a:ext cx="8695871" cy="923330"/>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lang="zh-CN" sz="1200">
                <a:solidFill>
                  <a:srgbClr val="0070C0"/>
                </a:solidFill>
                <a:latin typeface="Arial"/>
                <a:ea typeface="Arial"/>
                <a:cs typeface="Arial"/>
                <a:sym typeface="Arial"/>
              </a:rPr>
              <a:t>Ray C , Martin-Puig C , Clarizia M P ,et al.SAR Altimeter Backscattered Waveform Model[J].IEEE Transactions on Geoscience &amp; Remote Sensing, 2014, 53(2):911-919.DOI:10.1109/TGRS.2014.2330423.</a:t>
            </a:r>
            <a:endParaRPr/>
          </a:p>
          <a:p>
            <a:pPr indent="0" lvl="0" marL="0" marR="0" rtl="0" algn="just">
              <a:spcBef>
                <a:spcPts val="600"/>
              </a:spcBef>
              <a:spcAft>
                <a:spcPts val="0"/>
              </a:spcAft>
              <a:buNone/>
            </a:pPr>
            <a:r>
              <a:rPr lang="zh-CN" sz="1200">
                <a:solidFill>
                  <a:srgbClr val="0070C0"/>
                </a:solidFill>
                <a:latin typeface="Arial"/>
                <a:ea typeface="Arial"/>
                <a:cs typeface="Arial"/>
                <a:sym typeface="Arial"/>
              </a:rPr>
              <a:t>Dinardo S, Fenoglio-Marc L, Buchhaupt C, et al. Coastal SAR and PLRM Altimetry in German Bight and West Baltic Sea[J]. Advances in Space Research, 2017, 62(6): 1371-1404.</a:t>
            </a:r>
            <a:endParaRPr sz="1200">
              <a:solidFill>
                <a:srgbClr val="0070C0"/>
              </a:solidFill>
              <a:latin typeface="Arial"/>
              <a:ea typeface="Arial"/>
              <a:cs typeface="Arial"/>
              <a:sym typeface="Arial"/>
            </a:endParaRPr>
          </a:p>
        </p:txBody>
      </p:sp>
    </p:spTree>
  </p:cSld>
  <p:clrMapOvr>
    <a:masterClrMapping/>
  </p:clrMapOvr>
  <p:transition>
    <p:fade/>
  </p:transition>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1" name="Shape 581"/>
        <p:cNvGrpSpPr/>
        <p:nvPr/>
      </p:nvGrpSpPr>
      <p:grpSpPr>
        <a:xfrm>
          <a:off x="0" y="0"/>
          <a:ext cx="0" cy="0"/>
          <a:chOff x="0" y="0"/>
          <a:chExt cx="0" cy="0"/>
        </a:xfrm>
      </p:grpSpPr>
      <p:sp>
        <p:nvSpPr>
          <p:cNvPr id="582" name="Google Shape;582;p26"/>
          <p:cNvSpPr txBox="1"/>
          <p:nvPr>
            <p:ph type="title"/>
          </p:nvPr>
        </p:nvSpPr>
        <p:spPr>
          <a:xfrm>
            <a:off x="0" y="8526"/>
            <a:ext cx="9013371" cy="792162"/>
          </a:xfrm>
          <a:prstGeom prst="rect">
            <a:avLst/>
          </a:prstGeom>
          <a:noFill/>
          <a:ln>
            <a:noFill/>
          </a:ln>
        </p:spPr>
        <p:txBody>
          <a:bodyPr anchorCtr="0" anchor="ctr" bIns="45700" lIns="91425" spcFirstLastPara="1" rIns="91425" wrap="square" tIns="45700">
            <a:noAutofit/>
          </a:bodyPr>
          <a:lstStyle/>
          <a:p>
            <a:pPr indent="88900" lvl="0" marL="0" rtl="0" algn="l">
              <a:spcBef>
                <a:spcPts val="0"/>
              </a:spcBef>
              <a:spcAft>
                <a:spcPts val="0"/>
              </a:spcAft>
              <a:buNone/>
            </a:pPr>
            <a:r>
              <a:rPr lang="zh-CN">
                <a:latin typeface="Arial"/>
                <a:ea typeface="Arial"/>
                <a:cs typeface="Arial"/>
                <a:sym typeface="Arial"/>
              </a:rPr>
              <a:t>课后思考</a:t>
            </a:r>
            <a:endParaRPr/>
          </a:p>
        </p:txBody>
      </p:sp>
      <p:sp>
        <p:nvSpPr>
          <p:cNvPr id="583" name="Google Shape;583;p26"/>
          <p:cNvSpPr txBox="1"/>
          <p:nvPr/>
        </p:nvSpPr>
        <p:spPr>
          <a:xfrm>
            <a:off x="420413" y="1335435"/>
            <a:ext cx="8181719" cy="3489545"/>
          </a:xfrm>
          <a:prstGeom prst="rect">
            <a:avLst/>
          </a:prstGeom>
          <a:noFill/>
          <a:ln>
            <a:noFill/>
          </a:ln>
        </p:spPr>
        <p:txBody>
          <a:bodyPr anchorCtr="0" anchor="t" bIns="45700" lIns="91425" spcFirstLastPara="1" rIns="91425" wrap="square" tIns="45700">
            <a:spAutoFit/>
          </a:bodyPr>
          <a:lstStyle/>
          <a:p>
            <a:pPr indent="-342900" lvl="0" marL="342900" marR="0" rtl="0" algn="just">
              <a:lnSpc>
                <a:spcPct val="200000"/>
              </a:lnSpc>
              <a:spcBef>
                <a:spcPts val="0"/>
              </a:spcBef>
              <a:spcAft>
                <a:spcPts val="0"/>
              </a:spcAft>
              <a:buClr>
                <a:srgbClr val="000000"/>
              </a:buClr>
              <a:buSzPts val="2400"/>
              <a:buFont typeface="Arial"/>
              <a:buAutoNum type="arabicPeriod"/>
            </a:pPr>
            <a:r>
              <a:rPr lang="zh-CN" sz="2400">
                <a:solidFill>
                  <a:srgbClr val="000000"/>
                </a:solidFill>
                <a:latin typeface="Arial"/>
                <a:ea typeface="Arial"/>
                <a:cs typeface="Arial"/>
                <a:sym typeface="Arial"/>
              </a:rPr>
              <a:t>简述星载雷达测高包含哪些改正项。</a:t>
            </a:r>
            <a:endParaRPr sz="2400">
              <a:solidFill>
                <a:srgbClr val="000000"/>
              </a:solidFill>
              <a:latin typeface="Arial"/>
              <a:ea typeface="Arial"/>
              <a:cs typeface="Arial"/>
              <a:sym typeface="Arial"/>
            </a:endParaRPr>
          </a:p>
          <a:p>
            <a:pPr indent="-342900" lvl="0" marL="342900" marR="0" rtl="0" algn="just">
              <a:lnSpc>
                <a:spcPct val="200000"/>
              </a:lnSpc>
              <a:spcBef>
                <a:spcPts val="1200"/>
              </a:spcBef>
              <a:spcAft>
                <a:spcPts val="0"/>
              </a:spcAft>
              <a:buClr>
                <a:srgbClr val="000000"/>
              </a:buClr>
              <a:buSzPts val="2400"/>
              <a:buFont typeface="Arial"/>
              <a:buAutoNum type="arabicPeriod"/>
            </a:pPr>
            <a:r>
              <a:rPr lang="zh-CN" sz="2400">
                <a:solidFill>
                  <a:srgbClr val="000000"/>
                </a:solidFill>
                <a:latin typeface="Arial"/>
                <a:ea typeface="Arial"/>
                <a:cs typeface="Arial"/>
                <a:sym typeface="Arial"/>
              </a:rPr>
              <a:t>简述脉冲有限雷达信号进入水面过程及形成回波功率特征。</a:t>
            </a:r>
            <a:endParaRPr sz="2400">
              <a:solidFill>
                <a:srgbClr val="000000"/>
              </a:solidFill>
              <a:latin typeface="Arial"/>
              <a:ea typeface="Arial"/>
              <a:cs typeface="Arial"/>
              <a:sym typeface="Arial"/>
            </a:endParaRPr>
          </a:p>
          <a:p>
            <a:pPr indent="-342900" lvl="0" marL="342900" marR="0" rtl="0" algn="just">
              <a:lnSpc>
                <a:spcPct val="200000"/>
              </a:lnSpc>
              <a:spcBef>
                <a:spcPts val="1200"/>
              </a:spcBef>
              <a:spcAft>
                <a:spcPts val="0"/>
              </a:spcAft>
              <a:buClr>
                <a:srgbClr val="000000"/>
              </a:buClr>
              <a:buSzPts val="2400"/>
              <a:buFont typeface="Arial"/>
              <a:buAutoNum type="arabicPeriod"/>
            </a:pPr>
            <a:r>
              <a:rPr lang="zh-CN" sz="2400">
                <a:solidFill>
                  <a:srgbClr val="000000"/>
                </a:solidFill>
                <a:latin typeface="Arial"/>
                <a:ea typeface="Arial"/>
                <a:cs typeface="Arial"/>
                <a:sym typeface="Arial"/>
              </a:rPr>
              <a:t>简述波形重追踪概念及常用波形重追踪方法。</a:t>
            </a:r>
            <a:endParaRPr sz="2400">
              <a:solidFill>
                <a:srgbClr val="000000"/>
              </a:solidFill>
              <a:latin typeface="Arial"/>
              <a:ea typeface="Arial"/>
              <a:cs typeface="Arial"/>
              <a:sym typeface="Arial"/>
            </a:endParaRPr>
          </a:p>
          <a:p>
            <a:pPr indent="-190500" lvl="0" marL="342900" marR="0" rtl="0" algn="just">
              <a:lnSpc>
                <a:spcPct val="200000"/>
              </a:lnSpc>
              <a:spcBef>
                <a:spcPts val="1200"/>
              </a:spcBef>
              <a:spcAft>
                <a:spcPts val="0"/>
              </a:spcAft>
              <a:buClr>
                <a:schemeClr val="lt1"/>
              </a:buClr>
              <a:buSzPts val="2400"/>
              <a:buFont typeface="Times New Roman"/>
              <a:buNone/>
            </a:pPr>
            <a:r>
              <a:t/>
            </a:r>
            <a:endParaRPr sz="2400">
              <a:solidFill>
                <a:srgbClr val="000000"/>
              </a:solidFill>
              <a:latin typeface="Arial"/>
              <a:ea typeface="Arial"/>
              <a:cs typeface="Arial"/>
              <a:sym typeface="Arial"/>
            </a:endParaRPr>
          </a:p>
        </p:txBody>
      </p:sp>
    </p:spTree>
  </p:cSld>
  <p:clrMapOvr>
    <a:masterClrMapping/>
  </p:clrMapOvr>
  <p:transition>
    <p:fade/>
  </p:transition>
</p:sld>
</file>

<file path=ppt/theme/theme1.xml><?xml version="1.0" encoding="utf-8"?>
<a:theme xmlns:a="http://schemas.openxmlformats.org/drawingml/2006/main" xmlns:r="http://schemas.openxmlformats.org/officeDocument/2006/relationships"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Global">
  <a:themeElements>
    <a:clrScheme name="自定义 33">
      <a:dk1>
        <a:srgbClr val="000000"/>
      </a:dk1>
      <a:lt1>
        <a:srgbClr val="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2004-07-09T11:40:27Z</dcterms:created>
  <dc:creator>lsb</dc:creator>
</cp:coreProperties>
</file>