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6"/>
  </p:notesMasterIdLst>
  <p:handoutMasterIdLst>
    <p:handoutMasterId r:id="rId7"/>
  </p:handoutMasterIdLst>
  <p:sldIdLst>
    <p:sldId id="2734" r:id="rId3"/>
    <p:sldId id="2727" r:id="rId4"/>
    <p:sldId id="2735" r:id="rId5"/>
  </p:sldIdLst>
  <p:sldSz cx="9144000" cy="6858000" type="screen4x3"/>
  <p:notesSz cx="7099300" cy="10234613"/>
  <p:custDataLst>
    <p:tags r:id="rId8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1412">
          <p15:clr>
            <a:srgbClr val="A4A3A4"/>
          </p15:clr>
        </p15:guide>
        <p15:guide id="3" pos="181">
          <p15:clr>
            <a:srgbClr val="A4A3A4"/>
          </p15:clr>
        </p15:guide>
        <p15:guide id="4" pos="5556">
          <p15:clr>
            <a:srgbClr val="A4A3A4"/>
          </p15:clr>
        </p15:guide>
        <p15:guide id="5" pos="2903">
          <p15:clr>
            <a:srgbClr val="A4A3A4"/>
          </p15:clr>
        </p15:guide>
        <p15:guide id="6" orient="horz" pos="700">
          <p15:clr>
            <a:srgbClr val="A4A3A4"/>
          </p15:clr>
        </p15:guide>
        <p15:guide id="7" orient="horz" pos="4119">
          <p15:clr>
            <a:srgbClr val="A4A3A4"/>
          </p15:clr>
        </p15:guide>
        <p15:guide id="8" pos="311">
          <p15:clr>
            <a:srgbClr val="A4A3A4"/>
          </p15:clr>
        </p15:guide>
        <p15:guide id="9" pos="5501">
          <p15:clr>
            <a:srgbClr val="A4A3A4"/>
          </p15:clr>
        </p15:guide>
        <p15:guide id="10" orient="horz" pos="462">
          <p15:clr>
            <a:srgbClr val="A4A3A4"/>
          </p15:clr>
        </p15:guide>
        <p15:guide id="11" pos="77">
          <p15:clr>
            <a:srgbClr val="A4A3A4"/>
          </p15:clr>
        </p15:guide>
        <p15:guide id="12" pos="72">
          <p15:clr>
            <a:srgbClr val="A4A3A4"/>
          </p15:clr>
        </p15:guide>
        <p15:guide id="13" orient="horz" pos="2">
          <p15:clr>
            <a:srgbClr val="A4A3A4"/>
          </p15:clr>
        </p15:guide>
        <p15:guide id="14" pos="807">
          <p15:clr>
            <a:srgbClr val="A4A3A4"/>
          </p15:clr>
        </p15:guide>
        <p15:guide id="15" pos="1463">
          <p15:clr>
            <a:srgbClr val="A4A3A4"/>
          </p15:clr>
        </p15:guide>
        <p15:guide id="16" pos="2079">
          <p15:clr>
            <a:srgbClr val="A4A3A4"/>
          </p15:clr>
        </p15:guide>
        <p15:guide id="17" pos="2714">
          <p15:clr>
            <a:srgbClr val="A4A3A4"/>
          </p15:clr>
        </p15:guide>
        <p15:guide id="18" pos="3370">
          <p15:clr>
            <a:srgbClr val="A4A3A4"/>
          </p15:clr>
        </p15:guide>
        <p15:guide id="19" pos="3985">
          <p15:clr>
            <a:srgbClr val="A4A3A4"/>
          </p15:clr>
        </p15:guide>
        <p15:guide id="20" pos="4631">
          <p15:clr>
            <a:srgbClr val="A4A3A4"/>
          </p15:clr>
        </p15:guide>
        <p15:guide id="21" orient="horz" pos="581">
          <p15:clr>
            <a:srgbClr val="A4A3A4"/>
          </p15:clr>
        </p15:guide>
        <p15:guide id="22" orient="horz" pos="3230">
          <p15:clr>
            <a:srgbClr val="A4A3A4"/>
          </p15:clr>
        </p15:guide>
        <p15:guide id="23" orient="horz" pos="1230">
          <p15:clr>
            <a:srgbClr val="A4A3A4"/>
          </p15:clr>
        </p15:guide>
        <p15:guide id="24" orient="horz">
          <p15:clr>
            <a:srgbClr val="A4A3A4"/>
          </p15:clr>
        </p15:guide>
        <p15:guide id="25" orient="horz" pos="1450">
          <p15:clr>
            <a:srgbClr val="A4A3A4"/>
          </p15:clr>
        </p15:guide>
        <p15:guide id="26" pos="281">
          <p15:clr>
            <a:srgbClr val="A4A3A4"/>
          </p15:clr>
        </p15:guide>
        <p15:guide id="27" orient="horz" pos="3095">
          <p15:clr>
            <a:srgbClr val="A4A3A4"/>
          </p15:clr>
        </p15:guide>
        <p15:guide id="28" orient="horz" pos="2372">
          <p15:clr>
            <a:srgbClr val="A4A3A4"/>
          </p15:clr>
        </p15:guide>
        <p15:guide id="29" orient="horz" pos="4159">
          <p15:clr>
            <a:srgbClr val="A4A3A4"/>
          </p15:clr>
        </p15:guide>
        <p15:guide id="30" pos="313">
          <p15:clr>
            <a:srgbClr val="A4A3A4"/>
          </p15:clr>
        </p15:guide>
        <p15:guide id="31" pos="1655">
          <p15:clr>
            <a:srgbClr val="A4A3A4"/>
          </p15:clr>
        </p15:guide>
        <p15:guide id="32" pos="5727">
          <p15:clr>
            <a:srgbClr val="A4A3A4"/>
          </p15:clr>
        </p15:guide>
        <p15:guide id="33" orient="horz" pos="632">
          <p15:clr>
            <a:srgbClr val="A4A3A4"/>
          </p15:clr>
        </p15:guide>
        <p15:guide id="34" orient="horz" pos="1461">
          <p15:clr>
            <a:srgbClr val="A4A3A4"/>
          </p15:clr>
        </p15:guide>
        <p15:guide id="35" orient="horz" pos="2262">
          <p15:clr>
            <a:srgbClr val="A4A3A4"/>
          </p15:clr>
        </p15:guide>
        <p15:guide id="36" orient="horz" pos="3072">
          <p15:clr>
            <a:srgbClr val="A4A3A4"/>
          </p15:clr>
        </p15:guide>
        <p15:guide id="37" pos="765">
          <p15:clr>
            <a:srgbClr val="A4A3A4"/>
          </p15:clr>
        </p15:guide>
        <p15:guide id="38" pos="5580">
          <p15:clr>
            <a:srgbClr val="A4A3A4"/>
          </p15:clr>
        </p15:guide>
        <p15:guide id="39" pos="5039">
          <p15:clr>
            <a:srgbClr val="A4A3A4"/>
          </p15:clr>
        </p15:guide>
        <p15:guide id="40" orient="horz" pos="621">
          <p15:clr>
            <a:srgbClr val="A4A3A4"/>
          </p15:clr>
        </p15:guide>
        <p15:guide id="41" orient="horz" pos="38">
          <p15:clr>
            <a:srgbClr val="A4A3A4"/>
          </p15:clr>
        </p15:guide>
        <p15:guide id="42" orient="horz" pos="4319">
          <p15:clr>
            <a:srgbClr val="A4A3A4"/>
          </p15:clr>
        </p15:guide>
        <p15:guide id="43" orient="horz" pos="39">
          <p15:clr>
            <a:srgbClr val="A4A3A4"/>
          </p15:clr>
        </p15:guide>
        <p15:guide id="44" pos="3367">
          <p15:clr>
            <a:srgbClr val="A4A3A4"/>
          </p15:clr>
        </p15:guide>
        <p15:guide id="45" pos="4655">
          <p15:clr>
            <a:srgbClr val="A4A3A4"/>
          </p15:clr>
        </p15:guide>
        <p15:guide id="46" orient="horz" pos="1">
          <p15:clr>
            <a:srgbClr val="A4A3A4"/>
          </p15:clr>
        </p15:guide>
        <p15:guide id="47" orient="horz" pos="4067">
          <p15:clr>
            <a:srgbClr val="A4A3A4"/>
          </p15:clr>
        </p15:guide>
        <p15:guide id="48" orient="horz" pos="601">
          <p15:clr>
            <a:srgbClr val="A4A3A4"/>
          </p15:clr>
        </p15:guide>
        <p15:guide id="49" pos="149">
          <p15:clr>
            <a:srgbClr val="A4A3A4"/>
          </p15:clr>
        </p15:guide>
        <p15:guide id="50" pos="5589">
          <p15:clr>
            <a:srgbClr val="A4A3A4"/>
          </p15:clr>
        </p15:guide>
        <p15:guide id="51" pos="322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A81FF"/>
    <a:srgbClr val="00B050"/>
    <a:srgbClr val="FF00DF"/>
    <a:srgbClr val="C3E8CC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50F8A5-9508-E248-911D-B5C9D8AE1D70}" v="1" dt="2023-11-23T06:50:30.2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16" autoAdjust="0"/>
    <p:restoredTop sz="83938" autoAdjust="0"/>
  </p:normalViewPr>
  <p:slideViewPr>
    <p:cSldViewPr snapToGrid="0">
      <p:cViewPr varScale="1">
        <p:scale>
          <a:sx n="112" d="100"/>
          <a:sy n="112" d="100"/>
        </p:scale>
        <p:origin x="976" y="192"/>
      </p:cViewPr>
      <p:guideLst>
        <p:guide orient="horz" pos="663"/>
        <p:guide orient="horz" pos="1412"/>
        <p:guide pos="181"/>
        <p:guide pos="5556"/>
        <p:guide pos="2903"/>
        <p:guide orient="horz" pos="700"/>
        <p:guide orient="horz" pos="4119"/>
        <p:guide pos="311"/>
        <p:guide pos="5501"/>
        <p:guide orient="horz" pos="462"/>
        <p:guide pos="77"/>
        <p:guide pos="72"/>
        <p:guide orient="horz" pos="2"/>
        <p:guide pos="807"/>
        <p:guide pos="1463"/>
        <p:guide pos="2079"/>
        <p:guide pos="2714"/>
        <p:guide pos="3370"/>
        <p:guide pos="3985"/>
        <p:guide pos="4631"/>
        <p:guide orient="horz" pos="581"/>
        <p:guide orient="horz" pos="3230"/>
        <p:guide orient="horz" pos="1230"/>
        <p:guide orient="horz"/>
        <p:guide orient="horz" pos="1450"/>
        <p:guide pos="281"/>
        <p:guide orient="horz" pos="3095"/>
        <p:guide orient="horz" pos="2372"/>
        <p:guide orient="horz" pos="4159"/>
        <p:guide pos="313"/>
        <p:guide pos="1655"/>
        <p:guide pos="5727"/>
        <p:guide orient="horz" pos="632"/>
        <p:guide orient="horz" pos="1461"/>
        <p:guide orient="horz" pos="2262"/>
        <p:guide orient="horz" pos="3072"/>
        <p:guide pos="765"/>
        <p:guide pos="5580"/>
        <p:guide pos="5039"/>
        <p:guide orient="horz" pos="621"/>
        <p:guide orient="horz" pos="38"/>
        <p:guide orient="horz" pos="4319"/>
        <p:guide orient="horz" pos="39"/>
        <p:guide pos="3367"/>
        <p:guide pos="4655"/>
        <p:guide orient="horz" pos="1"/>
        <p:guide orient="horz" pos="4067"/>
        <p:guide orient="horz" pos="601"/>
        <p:guide pos="149"/>
        <p:guide pos="5589"/>
        <p:guide pos="3227"/>
      </p:guideLst>
    </p:cSldViewPr>
  </p:slideViewPr>
  <p:outlineViewPr>
    <p:cViewPr>
      <p:scale>
        <a:sx n="33" d="100"/>
        <a:sy n="33" d="100"/>
      </p:scale>
      <p:origin x="0" y="-102"/>
    </p:cViewPr>
  </p:outlineViewPr>
  <p:notesTextViewPr>
    <p:cViewPr>
      <p:scale>
        <a:sx n="200" d="100"/>
        <a:sy n="200" d="100"/>
      </p:scale>
      <p:origin x="0" y="0"/>
    </p:cViewPr>
  </p:notesTextViewPr>
  <p:sorterViewPr>
    <p:cViewPr>
      <p:scale>
        <a:sx n="50" d="100"/>
        <a:sy n="50" d="100"/>
      </p:scale>
      <p:origin x="0" y="1344"/>
    </p:cViewPr>
  </p:sorterViewPr>
  <p:notesViewPr>
    <p:cSldViewPr snapToGrid="0">
      <p:cViewPr varScale="1">
        <p:scale>
          <a:sx n="49" d="100"/>
          <a:sy n="49" d="100"/>
        </p:scale>
        <p:origin x="2952" y="54"/>
      </p:cViewPr>
      <p:guideLst>
        <p:guide orient="horz" pos="3224"/>
        <p:guide pos="2237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7250F8A5-9508-E248-911D-B5C9D8AE1D70}"/>
    <pc:docChg chg="addSld delSld modSld">
      <pc:chgData name="Xin Luo" userId="82312ee5779919a4" providerId="LiveId" clId="{7250F8A5-9508-E248-911D-B5C9D8AE1D70}" dt="2023-11-23T06:55:25.360" v="111" actId="20577"/>
      <pc:docMkLst>
        <pc:docMk/>
      </pc:docMkLst>
      <pc:sldChg chg="del">
        <pc:chgData name="Xin Luo" userId="82312ee5779919a4" providerId="LiveId" clId="{7250F8A5-9508-E248-911D-B5C9D8AE1D70}" dt="2023-11-23T06:50:28.741" v="8" actId="2696"/>
        <pc:sldMkLst>
          <pc:docMk/>
          <pc:sldMk cId="295872025" sldId="2722"/>
        </pc:sldMkLst>
      </pc:sldChg>
      <pc:sldChg chg="modSp add del mod">
        <pc:chgData name="Xin Luo" userId="82312ee5779919a4" providerId="LiveId" clId="{7250F8A5-9508-E248-911D-B5C9D8AE1D70}" dt="2023-11-23T06:55:25.360" v="111" actId="20577"/>
        <pc:sldMkLst>
          <pc:docMk/>
          <pc:sldMk cId="623131075" sldId="2727"/>
        </pc:sldMkLst>
        <pc:spChg chg="mod">
          <ac:chgData name="Xin Luo" userId="82312ee5779919a4" providerId="LiveId" clId="{7250F8A5-9508-E248-911D-B5C9D8AE1D70}" dt="2023-11-23T06:50:36.385" v="23" actId="20577"/>
          <ac:spMkLst>
            <pc:docMk/>
            <pc:sldMk cId="623131075" sldId="2727"/>
            <ac:spMk id="3" creationId="{00000000-0000-0000-0000-000000000000}"/>
          </ac:spMkLst>
        </pc:spChg>
        <pc:spChg chg="mod">
          <ac:chgData name="Xin Luo" userId="82312ee5779919a4" providerId="LiveId" clId="{7250F8A5-9508-E248-911D-B5C9D8AE1D70}" dt="2023-11-23T06:55:25.360" v="111" actId="20577"/>
          <ac:spMkLst>
            <pc:docMk/>
            <pc:sldMk cId="623131075" sldId="2727"/>
            <ac:spMk id="17" creationId="{9E05FFCA-3371-AF5C-381D-71D984055F5A}"/>
          </ac:spMkLst>
        </pc:spChg>
      </pc:sldChg>
      <pc:sldChg chg="modSp mod">
        <pc:chgData name="Xin Luo" userId="82312ee5779919a4" providerId="LiveId" clId="{7250F8A5-9508-E248-911D-B5C9D8AE1D70}" dt="2023-11-23T06:50:41.916" v="32" actId="20577"/>
        <pc:sldMkLst>
          <pc:docMk/>
          <pc:sldMk cId="2241021106" sldId="2734"/>
        </pc:sldMkLst>
        <pc:spChg chg="mod">
          <ac:chgData name="Xin Luo" userId="82312ee5779919a4" providerId="LiveId" clId="{7250F8A5-9508-E248-911D-B5C9D8AE1D70}" dt="2023-11-23T06:50:41.916" v="32" actId="20577"/>
          <ac:spMkLst>
            <pc:docMk/>
            <pc:sldMk cId="2241021106" sldId="2734"/>
            <ac:spMk id="24" creationId="{00000000-0000-0000-0000-000000000000}"/>
          </ac:spMkLst>
        </pc:spChg>
      </pc:sldChg>
      <pc:sldMasterChg chg="delSldLayout">
        <pc:chgData name="Xin Luo" userId="82312ee5779919a4" providerId="LiveId" clId="{7250F8A5-9508-E248-911D-B5C9D8AE1D70}" dt="2023-11-23T06:50:29.249" v="10" actId="2696"/>
        <pc:sldMasterMkLst>
          <pc:docMk/>
          <pc:sldMasterMk cId="0" sldId="2147484773"/>
        </pc:sldMasterMkLst>
        <pc:sldLayoutChg chg="del">
          <pc:chgData name="Xin Luo" userId="82312ee5779919a4" providerId="LiveId" clId="{7250F8A5-9508-E248-911D-B5C9D8AE1D70}" dt="2023-11-23T06:50:29.249" v="10" actId="2696"/>
          <pc:sldLayoutMkLst>
            <pc:docMk/>
            <pc:sldMasterMk cId="0" sldId="2147484773"/>
            <pc:sldLayoutMk cId="1556853612" sldId="2147484954"/>
          </pc:sldLayoutMkLst>
        </pc:sldLayoutChg>
      </pc:sldMasterChg>
    </pc:docChg>
  </pc:docChgLst>
  <pc:docChgLst>
    <pc:chgData name="Xin Luo" userId="82312ee5779919a4" providerId="LiveId" clId="{37D42620-D994-0749-AEB6-71C6987E1DE6}"/>
    <pc:docChg chg="modSld">
      <pc:chgData name="Xin Luo" userId="82312ee5779919a4" providerId="LiveId" clId="{37D42620-D994-0749-AEB6-71C6987E1DE6}" dt="2023-11-17T01:36:24.938" v="42" actId="20577"/>
      <pc:docMkLst>
        <pc:docMk/>
      </pc:docMkLst>
      <pc:sldChg chg="modSp mod">
        <pc:chgData name="Xin Luo" userId="82312ee5779919a4" providerId="LiveId" clId="{37D42620-D994-0749-AEB6-71C6987E1DE6}" dt="2023-11-17T01:36:24.938" v="42" actId="20577"/>
        <pc:sldMkLst>
          <pc:docMk/>
          <pc:sldMk cId="2241021106" sldId="2734"/>
        </pc:sldMkLst>
        <pc:spChg chg="mod">
          <ac:chgData name="Xin Luo" userId="82312ee5779919a4" providerId="LiveId" clId="{37D42620-D994-0749-AEB6-71C6987E1DE6}" dt="2023-11-17T01:36:24.938" v="42" actId="20577"/>
          <ac:spMkLst>
            <pc:docMk/>
            <pc:sldMk cId="2241021106" sldId="2734"/>
            <ac:spMk id="24" creationId="{00000000-0000-0000-0000-000000000000}"/>
          </ac:spMkLst>
        </pc:spChg>
      </pc:sldChg>
    </pc:docChg>
  </pc:docChgLst>
  <pc:docChgLst>
    <pc:chgData name="Xin Luo" userId="82312ee5779919a4" providerId="LiveId" clId="{F9D543B9-EE8F-F947-98CD-0A5B9B077609}"/>
    <pc:docChg chg="undo custSel modSld">
      <pc:chgData name="Xin Luo" userId="82312ee5779919a4" providerId="LiveId" clId="{F9D543B9-EE8F-F947-98CD-0A5B9B077609}" dt="2023-05-28T07:33:19.199" v="786" actId="1035"/>
      <pc:docMkLst>
        <pc:docMk/>
      </pc:docMkLst>
      <pc:sldChg chg="modSp mod">
        <pc:chgData name="Xin Luo" userId="82312ee5779919a4" providerId="LiveId" clId="{F9D543B9-EE8F-F947-98CD-0A5B9B077609}" dt="2023-05-28T06:55:23.883" v="643" actId="20577"/>
        <pc:sldMkLst>
          <pc:docMk/>
          <pc:sldMk cId="1153920038" sldId="2206"/>
        </pc:sldMkLst>
        <pc:spChg chg="mod">
          <ac:chgData name="Xin Luo" userId="82312ee5779919a4" providerId="LiveId" clId="{F9D543B9-EE8F-F947-98CD-0A5B9B077609}" dt="2023-05-28T06:55:23.883" v="643" actId="20577"/>
          <ac:spMkLst>
            <pc:docMk/>
            <pc:sldMk cId="1153920038" sldId="2206"/>
            <ac:spMk id="24" creationId="{00000000-0000-0000-0000-000000000000}"/>
          </ac:spMkLst>
        </pc:spChg>
      </pc:sldChg>
      <pc:sldChg chg="modSp mod">
        <pc:chgData name="Xin Luo" userId="82312ee5779919a4" providerId="LiveId" clId="{F9D543B9-EE8F-F947-98CD-0A5B9B077609}" dt="2023-05-28T07:09:31.866" v="757" actId="20577"/>
        <pc:sldMkLst>
          <pc:docMk/>
          <pc:sldMk cId="1602808061" sldId="2707"/>
        </pc:sldMkLst>
        <pc:spChg chg="mod">
          <ac:chgData name="Xin Luo" userId="82312ee5779919a4" providerId="LiveId" clId="{F9D543B9-EE8F-F947-98CD-0A5B9B077609}" dt="2023-05-28T07:09:31.866" v="757" actId="20577"/>
          <ac:spMkLst>
            <pc:docMk/>
            <pc:sldMk cId="1602808061" sldId="2707"/>
            <ac:spMk id="2" creationId="{631AADB6-C88A-D817-4683-FC087E4E240F}"/>
          </ac:spMkLst>
        </pc:spChg>
      </pc:sldChg>
      <pc:sldChg chg="modSp mod">
        <pc:chgData name="Xin Luo" userId="82312ee5779919a4" providerId="LiveId" clId="{F9D543B9-EE8F-F947-98CD-0A5B9B077609}" dt="2023-05-28T07:33:19.199" v="786" actId="1035"/>
        <pc:sldMkLst>
          <pc:docMk/>
          <pc:sldMk cId="4114066566" sldId="2726"/>
        </pc:sldMkLst>
        <pc:spChg chg="mod">
          <ac:chgData name="Xin Luo" userId="82312ee5779919a4" providerId="LiveId" clId="{F9D543B9-EE8F-F947-98CD-0A5B9B077609}" dt="2023-05-28T07:33:19.199" v="786" actId="1035"/>
          <ac:spMkLst>
            <pc:docMk/>
            <pc:sldMk cId="4114066566" sldId="2726"/>
            <ac:spMk id="17" creationId="{9E05FFCA-3371-AF5C-381D-71D984055F5A}"/>
          </ac:spMkLst>
        </pc:spChg>
      </pc:sldChg>
      <pc:sldChg chg="modSp mod">
        <pc:chgData name="Xin Luo" userId="82312ee5779919a4" providerId="LiveId" clId="{F9D543B9-EE8F-F947-98CD-0A5B9B077609}" dt="2023-05-27T13:58:39.236" v="598" actId="20577"/>
        <pc:sldMkLst>
          <pc:docMk/>
          <pc:sldMk cId="1683372320" sldId="2728"/>
        </pc:sldMkLst>
        <pc:spChg chg="mod">
          <ac:chgData name="Xin Luo" userId="82312ee5779919a4" providerId="LiveId" clId="{F9D543B9-EE8F-F947-98CD-0A5B9B077609}" dt="2023-05-27T13:58:39.236" v="598" actId="20577"/>
          <ac:spMkLst>
            <pc:docMk/>
            <pc:sldMk cId="1683372320" sldId="2728"/>
            <ac:spMk id="6" creationId="{2CCD6DA1-1437-AB5B-BCA8-405D548B2FB8}"/>
          </ac:spMkLst>
        </pc:spChg>
      </pc:sldChg>
      <pc:sldChg chg="addSp delSp modSp mod">
        <pc:chgData name="Xin Luo" userId="82312ee5779919a4" providerId="LiveId" clId="{F9D543B9-EE8F-F947-98CD-0A5B9B077609}" dt="2023-05-27T05:22:41.018" v="561" actId="20577"/>
        <pc:sldMkLst>
          <pc:docMk/>
          <pc:sldMk cId="3309691984" sldId="2731"/>
        </pc:sldMkLst>
        <pc:spChg chg="add del mod">
          <ac:chgData name="Xin Luo" userId="82312ee5779919a4" providerId="LiveId" clId="{F9D543B9-EE8F-F947-98CD-0A5B9B077609}" dt="2023-05-27T02:49:34.645" v="73" actId="478"/>
          <ac:spMkLst>
            <pc:docMk/>
            <pc:sldMk cId="3309691984" sldId="2731"/>
            <ac:spMk id="2" creationId="{1BDFD04C-8FB6-1EE4-6DF3-7E2F15B47F94}"/>
          </ac:spMkLst>
        </pc:spChg>
        <pc:spChg chg="mod">
          <ac:chgData name="Xin Luo" userId="82312ee5779919a4" providerId="LiveId" clId="{F9D543B9-EE8F-F947-98CD-0A5B9B077609}" dt="2023-05-27T02:53:28.521" v="278" actId="20577"/>
          <ac:spMkLst>
            <pc:docMk/>
            <pc:sldMk cId="3309691984" sldId="2731"/>
            <ac:spMk id="5" creationId="{1B0BE935-AC9C-D1EE-AD6A-7C386013DA7C}"/>
          </ac:spMkLst>
        </pc:spChg>
        <pc:spChg chg="add mod">
          <ac:chgData name="Xin Luo" userId="82312ee5779919a4" providerId="LiveId" clId="{F9D543B9-EE8F-F947-98CD-0A5B9B077609}" dt="2023-05-27T02:52:06.318" v="163" actId="13822"/>
          <ac:spMkLst>
            <pc:docMk/>
            <pc:sldMk cId="3309691984" sldId="2731"/>
            <ac:spMk id="6" creationId="{33F109D0-AAA1-7AD3-B10D-6934C5844CDF}"/>
          </ac:spMkLst>
        </pc:spChg>
        <pc:spChg chg="add mod">
          <ac:chgData name="Xin Luo" userId="82312ee5779919a4" providerId="LiveId" clId="{F9D543B9-EE8F-F947-98CD-0A5B9B077609}" dt="2023-05-27T05:22:34.342" v="555" actId="404"/>
          <ac:spMkLst>
            <pc:docMk/>
            <pc:sldMk cId="3309691984" sldId="2731"/>
            <ac:spMk id="7" creationId="{30E99D8D-10A9-408E-D876-09FB0C8EBDB2}"/>
          </ac:spMkLst>
        </pc:spChg>
        <pc:spChg chg="add mod">
          <ac:chgData name="Xin Luo" userId="82312ee5779919a4" providerId="LiveId" clId="{F9D543B9-EE8F-F947-98CD-0A5B9B077609}" dt="2023-05-27T02:52:13.842" v="165" actId="1076"/>
          <ac:spMkLst>
            <pc:docMk/>
            <pc:sldMk cId="3309691984" sldId="2731"/>
            <ac:spMk id="8" creationId="{7D33CA86-78C6-3B8B-51BB-B57FBBE5679D}"/>
          </ac:spMkLst>
        </pc:spChg>
        <pc:spChg chg="add mod">
          <ac:chgData name="Xin Luo" userId="82312ee5779919a4" providerId="LiveId" clId="{F9D543B9-EE8F-F947-98CD-0A5B9B077609}" dt="2023-05-27T05:22:41.018" v="561" actId="20577"/>
          <ac:spMkLst>
            <pc:docMk/>
            <pc:sldMk cId="3309691984" sldId="2731"/>
            <ac:spMk id="9" creationId="{100AD77A-3706-464A-3EA9-8E8FB10A183C}"/>
          </ac:spMkLst>
        </pc:spChg>
      </pc:sldChg>
    </pc:docChg>
  </pc:docChgLst>
  <pc:docChgLst>
    <pc:chgData name="Xin Luo" userId="82312ee5779919a4" providerId="LiveId" clId="{7C35D78A-E8DF-394E-816A-D2222F18F092}"/>
    <pc:docChg chg="delSld modSld">
      <pc:chgData name="Xin Luo" userId="82312ee5779919a4" providerId="LiveId" clId="{7C35D78A-E8DF-394E-816A-D2222F18F092}" dt="2022-11-28T03:56:42.353" v="21" actId="2696"/>
      <pc:docMkLst>
        <pc:docMk/>
      </pc:docMkLst>
      <pc:sldChg chg="del">
        <pc:chgData name="Xin Luo" userId="82312ee5779919a4" providerId="LiveId" clId="{7C35D78A-E8DF-394E-816A-D2222F18F092}" dt="2022-11-28T03:56:38.106" v="20" actId="2696"/>
        <pc:sldMkLst>
          <pc:docMk/>
          <pc:sldMk cId="0" sldId="279"/>
        </pc:sldMkLst>
      </pc:sldChg>
      <pc:sldChg chg="modSp mod">
        <pc:chgData name="Xin Luo" userId="82312ee5779919a4" providerId="LiveId" clId="{7C35D78A-E8DF-394E-816A-D2222F18F092}" dt="2022-11-28T03:56:03.446" v="17" actId="20577"/>
        <pc:sldMkLst>
          <pc:docMk/>
          <pc:sldMk cId="1153920038" sldId="2206"/>
        </pc:sldMkLst>
        <pc:spChg chg="mod">
          <ac:chgData name="Xin Luo" userId="82312ee5779919a4" providerId="LiveId" clId="{7C35D78A-E8DF-394E-816A-D2222F18F092}" dt="2022-11-28T03:56:03.446" v="17" actId="20577"/>
          <ac:spMkLst>
            <pc:docMk/>
            <pc:sldMk cId="1153920038" sldId="2206"/>
            <ac:spMk id="24" creationId="{00000000-0000-0000-0000-000000000000}"/>
          </ac:spMkLst>
        </pc:spChg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0" sldId="2501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689840772" sldId="2604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92274363" sldId="2606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2605530" sldId="2607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432126823" sldId="2608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780969545" sldId="2609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51738911" sldId="2610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504723508" sldId="2611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3705705" sldId="26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70817833" sldId="265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2261973024" sldId="2686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1836653143" sldId="2688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715274259" sldId="269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906920652" sldId="2694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58234131" sldId="2697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07602036" sldId="2700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69668922" sldId="2703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93600848" sldId="2705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2447019445" sldId="27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37020054" sldId="2707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46628750" sldId="2708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770366385" sldId="2709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1259562490" sldId="271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73676958" sldId="2711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70267871" sldId="27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061658258" sldId="2713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358282757" sldId="2714"/>
        </pc:sldMkLst>
      </pc:sldChg>
    </pc:docChg>
  </pc:docChgLst>
  <pc:docChgLst>
    <pc:chgData name="Xin Luo" userId="82312ee5779919a4" providerId="LiveId" clId="{23920C8D-EBCE-A347-9C82-C14316D20539}"/>
    <pc:docChg chg="undo custSel addSld modSld">
      <pc:chgData name="Xin Luo" userId="82312ee5779919a4" providerId="LiveId" clId="{23920C8D-EBCE-A347-9C82-C14316D20539}" dt="2022-10-26T12:19:06.428" v="501" actId="767"/>
      <pc:docMkLst>
        <pc:docMk/>
      </pc:docMkLst>
      <pc:sldChg chg="modSp mod">
        <pc:chgData name="Xin Luo" userId="82312ee5779919a4" providerId="LiveId" clId="{23920C8D-EBCE-A347-9C82-C14316D20539}" dt="2022-10-10T01:06:29.261" v="368" actId="404"/>
        <pc:sldMkLst>
          <pc:docMk/>
          <pc:sldMk cId="1576120367" sldId="2387"/>
        </pc:sldMkLst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0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3.262" v="366" actId="403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3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3.262" v="366" actId="403"/>
          <ac:spMkLst>
            <pc:docMk/>
            <pc:sldMk cId="1576120367" sldId="2387"/>
            <ac:spMk id="14" creationId="{00000000-0000-0000-0000-000000000000}"/>
          </ac:spMkLst>
        </pc:spChg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5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9.369" v="367" actId="14100"/>
          <ac:spMkLst>
            <pc:docMk/>
            <pc:sldMk cId="1576120367" sldId="2387"/>
            <ac:spMk id="16" creationId="{00000000-0000-0000-0000-000000000000}"/>
          </ac:spMkLst>
        </pc:spChg>
      </pc:sldChg>
      <pc:sldChg chg="modSp mod">
        <pc:chgData name="Xin Luo" userId="82312ee5779919a4" providerId="LiveId" clId="{23920C8D-EBCE-A347-9C82-C14316D20539}" dt="2022-10-10T01:06:39.449" v="369" actId="403"/>
        <pc:sldMkLst>
          <pc:docMk/>
          <pc:sldMk cId="2415901206" sldId="2447"/>
        </pc:sldMkLst>
        <pc:spChg chg="mod">
          <ac:chgData name="Xin Luo" userId="82312ee5779919a4" providerId="LiveId" clId="{23920C8D-EBCE-A347-9C82-C14316D20539}" dt="2022-10-10T01:06:39.449" v="369" actId="403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">
        <pc:chgData name="Xin Luo" userId="82312ee5779919a4" providerId="LiveId" clId="{23920C8D-EBCE-A347-9C82-C14316D20539}" dt="2022-10-26T11:18:20.490" v="500"/>
        <pc:sldMkLst>
          <pc:docMk/>
          <pc:sldMk cId="2689840772" sldId="2604"/>
        </pc:sldMkLst>
        <pc:spChg chg="mod">
          <ac:chgData name="Xin Luo" userId="82312ee5779919a4" providerId="LiveId" clId="{23920C8D-EBCE-A347-9C82-C14316D20539}" dt="2022-10-26T11:18:14.630" v="497" actId="1038"/>
          <ac:spMkLst>
            <pc:docMk/>
            <pc:sldMk cId="2689840772" sldId="2604"/>
            <ac:spMk id="2" creationId="{DB381E7B-A050-4BE4-6756-9B64308C74D7}"/>
          </ac:spMkLst>
        </pc:spChg>
        <pc:spChg chg="del mod">
          <ac:chgData name="Xin Luo" userId="82312ee5779919a4" providerId="LiveId" clId="{23920C8D-EBCE-A347-9C82-C14316D20539}" dt="2022-10-10T00:58:26.498" v="9" actId="478"/>
          <ac:spMkLst>
            <pc:docMk/>
            <pc:sldMk cId="2689840772" sldId="2604"/>
            <ac:spMk id="3" creationId="{00000000-0000-0000-0000-000000000000}"/>
          </ac:spMkLst>
        </pc:spChg>
        <pc:spChg chg="add del mod">
          <ac:chgData name="Xin Luo" userId="82312ee5779919a4" providerId="LiveId" clId="{23920C8D-EBCE-A347-9C82-C14316D20539}" dt="2022-10-26T11:18:20.490" v="500"/>
          <ac:spMkLst>
            <pc:docMk/>
            <pc:sldMk cId="2689840772" sldId="2604"/>
            <ac:spMk id="3" creationId="{0AC6D251-AEF6-35BE-71D5-DE25EAD72977}"/>
          </ac:spMkLst>
        </pc:spChg>
        <pc:spChg chg="add mod">
          <ac:chgData name="Xin Luo" userId="82312ee5779919a4" providerId="LiveId" clId="{23920C8D-EBCE-A347-9C82-C14316D20539}" dt="2022-10-10T01:03:50.909" v="356" actId="20577"/>
          <ac:spMkLst>
            <pc:docMk/>
            <pc:sldMk cId="2689840772" sldId="2604"/>
            <ac:spMk id="4" creationId="{5B949F23-92C2-3ACE-AE9A-58F8C8D7AB52}"/>
          </ac:spMkLst>
        </pc:spChg>
      </pc:sldChg>
      <pc:sldChg chg="modSp mod">
        <pc:chgData name="Xin Luo" userId="82312ee5779919a4" providerId="LiveId" clId="{23920C8D-EBCE-A347-9C82-C14316D20539}" dt="2022-10-25T11:53:23.523" v="402" actId="207"/>
        <pc:sldMkLst>
          <pc:docMk/>
          <pc:sldMk cId="1392274363" sldId="2606"/>
        </pc:sldMkLst>
        <pc:spChg chg="mod">
          <ac:chgData name="Xin Luo" userId="82312ee5779919a4" providerId="LiveId" clId="{23920C8D-EBCE-A347-9C82-C14316D20539}" dt="2022-10-10T01:08:08.448" v="392" actId="20577"/>
          <ac:spMkLst>
            <pc:docMk/>
            <pc:sldMk cId="1392274363" sldId="2606"/>
            <ac:spMk id="35" creationId="{2CBBD54C-A0C4-CFAB-2A67-F8BF299D28F5}"/>
          </ac:spMkLst>
        </pc:spChg>
        <pc:spChg chg="mod">
          <ac:chgData name="Xin Luo" userId="82312ee5779919a4" providerId="LiveId" clId="{23920C8D-EBCE-A347-9C82-C14316D20539}" dt="2022-10-25T11:53:23.523" v="402" actId="207"/>
          <ac:spMkLst>
            <pc:docMk/>
            <pc:sldMk cId="1392274363" sldId="2606"/>
            <ac:spMk id="42" creationId="{E4B07DDE-AB89-2B16-6B7A-2142621DE6F5}"/>
          </ac:spMkLst>
        </pc:spChg>
      </pc:sldChg>
      <pc:sldChg chg="modSp mod">
        <pc:chgData name="Xin Luo" userId="82312ee5779919a4" providerId="LiveId" clId="{23920C8D-EBCE-A347-9C82-C14316D20539}" dt="2022-10-25T12:03:26.240" v="414" actId="14100"/>
        <pc:sldMkLst>
          <pc:docMk/>
          <pc:sldMk cId="292605530" sldId="2607"/>
        </pc:sldMkLst>
        <pc:spChg chg="mod">
          <ac:chgData name="Xin Luo" userId="82312ee5779919a4" providerId="LiveId" clId="{23920C8D-EBCE-A347-9C82-C14316D20539}" dt="2022-10-25T12:03:26.240" v="414" actId="14100"/>
          <ac:spMkLst>
            <pc:docMk/>
            <pc:sldMk cId="292605530" sldId="2607"/>
            <ac:spMk id="18" creationId="{8399C9E7-13B6-1DAF-F5BF-4471E8528C5F}"/>
          </ac:spMkLst>
        </pc:spChg>
      </pc:sldChg>
      <pc:sldChg chg="modSp mod">
        <pc:chgData name="Xin Luo" userId="82312ee5779919a4" providerId="LiveId" clId="{23920C8D-EBCE-A347-9C82-C14316D20539}" dt="2022-10-25T12:09:03.730" v="478" actId="1036"/>
        <pc:sldMkLst>
          <pc:docMk/>
          <pc:sldMk cId="2780969545" sldId="2609"/>
        </pc:sldMkLst>
        <pc:spChg chg="mod">
          <ac:chgData name="Xin Luo" userId="82312ee5779919a4" providerId="LiveId" clId="{23920C8D-EBCE-A347-9C82-C14316D20539}" dt="2022-10-25T12:08:56.496" v="469" actId="115"/>
          <ac:spMkLst>
            <pc:docMk/>
            <pc:sldMk cId="2780969545" sldId="2609"/>
            <ac:spMk id="6" creationId="{2D1A6305-FF43-CF53-224A-B6D4901EAB0F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11" creationId="{63EAC848-88D2-7A10-E878-444ADA855E23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12" creationId="{BED7A820-9D6E-7E7E-A906-8A9424528316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0" creationId="{87EC125B-CB98-6914-1633-6697471A2CB4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1" creationId="{0AF67847-7DEF-CDAB-6208-0271BFB4FB06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3" creationId="{0011846D-F543-398E-85CB-0AB0A842928A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4" creationId="{37B5D87E-7419-7CC0-91CC-8A0807F0F999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5" creationId="{4745244D-B431-F067-4A97-7CC4387296FB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6" creationId="{FB9C53DE-8D1F-6DF4-8CE3-3A262A9F8737}"/>
          </ac:spMkLst>
        </pc:sp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4" creationId="{49B7ACC6-6794-9162-52B2-E80F7E4B0442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7" creationId="{42FD45A0-A9EA-D518-41B5-21FA7A24BA60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10" creationId="{C2B12388-3179-41F8-2462-0C9BA14093FF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7170" creationId="{A3C33C8C-6841-03A7-574F-E161D6BA2409}"/>
          </ac:picMkLst>
        </pc:pic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9" creationId="{FD972B84-6C44-171E-8256-D2A04F01B0C9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16" creationId="{612BCBDC-DECE-5090-7C5B-6492FF4CE722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17" creationId="{AF045F09-2718-C456-D477-E816A43885FF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28" creationId="{6C11ADF7-6234-2989-2798-F5AAD5EDE3BF}"/>
          </ac:cxnSpMkLst>
        </pc:cxnChg>
      </pc:sldChg>
      <pc:sldChg chg="modSp mod">
        <pc:chgData name="Xin Luo" userId="82312ee5779919a4" providerId="LiveId" clId="{23920C8D-EBCE-A347-9C82-C14316D20539}" dt="2022-10-26T02:56:58.658" v="480" actId="207"/>
        <pc:sldMkLst>
          <pc:docMk/>
          <pc:sldMk cId="63705705" sldId="2612"/>
        </pc:sldMkLst>
        <pc:spChg chg="mod">
          <ac:chgData name="Xin Luo" userId="82312ee5779919a4" providerId="LiveId" clId="{23920C8D-EBCE-A347-9C82-C14316D20539}" dt="2022-10-26T02:56:58.658" v="480" actId="207"/>
          <ac:spMkLst>
            <pc:docMk/>
            <pc:sldMk cId="63705705" sldId="2612"/>
            <ac:spMk id="63" creationId="{6400CC45-5050-7ACD-CE08-CC6D7000A1DA}"/>
          </ac:spMkLst>
        </pc:spChg>
      </pc:sldChg>
      <pc:sldChg chg="addSp modSp">
        <pc:chgData name="Xin Luo" userId="82312ee5779919a4" providerId="LiveId" clId="{23920C8D-EBCE-A347-9C82-C14316D20539}" dt="2022-10-26T12:19:06.428" v="501" actId="767"/>
        <pc:sldMkLst>
          <pc:docMk/>
          <pc:sldMk cId="963926578" sldId="2613"/>
        </pc:sldMkLst>
        <pc:spChg chg="add mod">
          <ac:chgData name="Xin Luo" userId="82312ee5779919a4" providerId="LiveId" clId="{23920C8D-EBCE-A347-9C82-C14316D20539}" dt="2022-10-26T12:19:06.428" v="501" actId="767"/>
          <ac:spMkLst>
            <pc:docMk/>
            <pc:sldMk cId="963926578" sldId="2613"/>
            <ac:spMk id="2" creationId="{5F7683B3-77E0-69A9-94AE-FF04E7249325}"/>
          </ac:spMkLst>
        </pc:spChg>
      </pc:sldChg>
      <pc:sldChg chg="modSp add mod">
        <pc:chgData name="Xin Luo" userId="82312ee5779919a4" providerId="LiveId" clId="{23920C8D-EBCE-A347-9C82-C14316D20539}" dt="2022-10-10T01:06:02.902" v="365" actId="403"/>
        <pc:sldMkLst>
          <pc:docMk/>
          <pc:sldMk cId="2358282757" sldId="2714"/>
        </pc:sldMkLst>
        <pc:spChg chg="mod">
          <ac:chgData name="Xin Luo" userId="82312ee5779919a4" providerId="LiveId" clId="{23920C8D-EBCE-A347-9C82-C14316D20539}" dt="2022-10-10T01:06:02.902" v="365" actId="403"/>
          <ac:spMkLst>
            <pc:docMk/>
            <pc:sldMk cId="2358282757" sldId="2714"/>
            <ac:spMk id="2" creationId="{DB381E7B-A050-4BE4-6756-9B64308C74D7}"/>
          </ac:spMkLst>
        </pc:spChg>
      </pc:sldChg>
    </pc:docChg>
  </pc:docChgLst>
  <pc:docChgLst>
    <pc:chgData name="Xin Luo" userId="82312ee5779919a4" providerId="LiveId" clId="{B10D17D3-3A51-854C-A635-1C39A202C200}"/>
    <pc:docChg chg="undo custSel addSld delSld modSld sldOrd">
      <pc:chgData name="Xin Luo" userId="82312ee5779919a4" providerId="LiveId" clId="{B10D17D3-3A51-854C-A635-1C39A202C200}" dt="2023-03-04T03:51:10.104" v="4946" actId="20577"/>
      <pc:docMkLst>
        <pc:docMk/>
      </pc:docMkLst>
      <pc:sldChg chg="addSp delSp modSp mod">
        <pc:chgData name="Xin Luo" userId="82312ee5779919a4" providerId="LiveId" clId="{B10D17D3-3A51-854C-A635-1C39A202C200}" dt="2023-03-01T03:11:45.906" v="247"/>
        <pc:sldMkLst>
          <pc:docMk/>
          <pc:sldMk cId="1153920038" sldId="2206"/>
        </pc:sldMkLst>
        <pc:spChg chg="add del mod">
          <ac:chgData name="Xin Luo" userId="82312ee5779919a4" providerId="LiveId" clId="{B10D17D3-3A51-854C-A635-1C39A202C200}" dt="2023-03-01T03:11:45.906" v="247"/>
          <ac:spMkLst>
            <pc:docMk/>
            <pc:sldMk cId="1153920038" sldId="2206"/>
            <ac:spMk id="3" creationId="{CDA1AA74-21D7-AC4F-F87E-BA10B85B4942}"/>
          </ac:spMkLst>
        </pc:spChg>
        <pc:spChg chg="mod">
          <ac:chgData name="Xin Luo" userId="82312ee5779919a4" providerId="LiveId" clId="{B10D17D3-3A51-854C-A635-1C39A202C200}" dt="2023-03-01T03:11:44.178" v="244" actId="20577"/>
          <ac:spMkLst>
            <pc:docMk/>
            <pc:sldMk cId="1153920038" sldId="2206"/>
            <ac:spMk id="24" creationId="{00000000-0000-0000-0000-000000000000}"/>
          </ac:spMkLst>
        </pc:spChg>
      </pc:sldChg>
      <pc:sldChg chg="addSp delSp modSp mod">
        <pc:chgData name="Xin Luo" userId="82312ee5779919a4" providerId="LiveId" clId="{B10D17D3-3A51-854C-A635-1C39A202C200}" dt="2023-03-01T03:11:54.462" v="258"/>
        <pc:sldMkLst>
          <pc:docMk/>
          <pc:sldMk cId="1576120367" sldId="2387"/>
        </pc:sldMkLst>
        <pc:spChg chg="mod">
          <ac:chgData name="Xin Luo" userId="82312ee5779919a4" providerId="LiveId" clId="{B10D17D3-3A51-854C-A635-1C39A202C200}" dt="2023-03-01T03:09:00.203" v="190"/>
          <ac:spMkLst>
            <pc:docMk/>
            <pc:sldMk cId="1576120367" sldId="2387"/>
            <ac:spMk id="4" creationId="{F68D6DC1-DB3F-EF57-57A3-A2B92CF0615B}"/>
          </ac:spMkLst>
        </pc:spChg>
        <pc:spChg chg="mod">
          <ac:chgData name="Xin Luo" userId="82312ee5779919a4" providerId="LiveId" clId="{B10D17D3-3A51-854C-A635-1C39A202C200}" dt="2023-03-01T03:11:52.198" v="254" actId="20577"/>
          <ac:spMkLst>
            <pc:docMk/>
            <pc:sldMk cId="1576120367" sldId="2387"/>
            <ac:spMk id="5" creationId="{5B42861C-BD96-F755-A471-270F194FDB31}"/>
          </ac:spMkLst>
        </pc:spChg>
        <pc:spChg chg="mod">
          <ac:chgData name="Xin Luo" userId="82312ee5779919a4" providerId="LiveId" clId="{B10D17D3-3A51-854C-A635-1C39A202C200}" dt="2023-03-01T03:08:52.221" v="189" actId="1076"/>
          <ac:spMkLst>
            <pc:docMk/>
            <pc:sldMk cId="1576120367" sldId="2387"/>
            <ac:spMk id="6" creationId="{00000000-0000-0000-0000-000000000000}"/>
          </ac:spMkLst>
        </pc:spChg>
        <pc:grpChg chg="add del mod">
          <ac:chgData name="Xin Luo" userId="82312ee5779919a4" providerId="LiveId" clId="{B10D17D3-3A51-854C-A635-1C39A202C200}" dt="2023-03-01T03:11:54.462" v="258"/>
          <ac:grpSpMkLst>
            <pc:docMk/>
            <pc:sldMk cId="1576120367" sldId="2387"/>
            <ac:grpSpMk id="2" creationId="{D75D16A1-CA22-97BE-7AC3-94ACAAC9786D}"/>
          </ac:grpSpMkLst>
        </pc:grpChg>
        <pc:grpChg chg="mod">
          <ac:chgData name="Xin Luo" userId="82312ee5779919a4" providerId="LiveId" clId="{B10D17D3-3A51-854C-A635-1C39A202C200}" dt="2023-03-01T03:11:53.530" v="256" actId="1076"/>
          <ac:grpSpMkLst>
            <pc:docMk/>
            <pc:sldMk cId="1576120367" sldId="2387"/>
            <ac:grpSpMk id="3" creationId="{12ED16A1-79B8-7DB1-1CC1-250B051BAD58}"/>
          </ac:grpSpMkLst>
        </pc:grpChg>
        <pc:grpChg chg="mod">
          <ac:chgData name="Xin Luo" userId="82312ee5779919a4" providerId="LiveId" clId="{B10D17D3-3A51-854C-A635-1C39A202C200}" dt="2023-03-01T03:11:52.612" v="255" actId="1076"/>
          <ac:grpSpMkLst>
            <pc:docMk/>
            <pc:sldMk cId="1576120367" sldId="2387"/>
            <ac:grpSpMk id="9" creationId="{84B9B8D5-4BCC-CDFF-1E13-B005060A8BDF}"/>
          </ac:grpSpMkLst>
        </pc:grpChg>
      </pc:sldChg>
      <pc:sldChg chg="addSp delSp modSp del mod">
        <pc:chgData name="Xin Luo" userId="82312ee5779919a4" providerId="LiveId" clId="{B10D17D3-3A51-854C-A635-1C39A202C200}" dt="2023-03-01T08:16:09.042" v="2803" actId="2696"/>
        <pc:sldMkLst>
          <pc:docMk/>
          <pc:sldMk cId="2688334957" sldId="2705"/>
        </pc:sldMkLst>
        <pc:spChg chg="del">
          <ac:chgData name="Xin Luo" userId="82312ee5779919a4" providerId="LiveId" clId="{B10D17D3-3A51-854C-A635-1C39A202C200}" dt="2023-03-01T03:12:41.405" v="315" actId="478"/>
          <ac:spMkLst>
            <pc:docMk/>
            <pc:sldMk cId="2688334957" sldId="2705"/>
            <ac:spMk id="2" creationId="{631AADB6-C88A-D817-4683-FC087E4E240F}"/>
          </ac:spMkLst>
        </pc:spChg>
        <pc:spChg chg="mod">
          <ac:chgData name="Xin Luo" userId="82312ee5779919a4" providerId="LiveId" clId="{B10D17D3-3A51-854C-A635-1C39A202C200}" dt="2023-03-01T03:12:46.084" v="319" actId="20577"/>
          <ac:spMkLst>
            <pc:docMk/>
            <pc:sldMk cId="2688334957" sldId="2705"/>
            <ac:spMk id="3" creationId="{00000000-0000-0000-0000-000000000000}"/>
          </ac:spMkLst>
        </pc:spChg>
        <pc:spChg chg="add mod">
          <ac:chgData name="Xin Luo" userId="82312ee5779919a4" providerId="LiveId" clId="{B10D17D3-3A51-854C-A635-1C39A202C200}" dt="2023-03-01T07:04:04.047" v="1565" actId="1035"/>
          <ac:spMkLst>
            <pc:docMk/>
            <pc:sldMk cId="2688334957" sldId="2705"/>
            <ac:spMk id="4" creationId="{DFE91C0B-C9F8-3FEC-3419-2DE0C6E6DCB8}"/>
          </ac:spMkLst>
        </pc:spChg>
        <pc:spChg chg="mod">
          <ac:chgData name="Xin Luo" userId="82312ee5779919a4" providerId="LiveId" clId="{B10D17D3-3A51-854C-A635-1C39A202C200}" dt="2023-03-01T07:38:05.554" v="2285" actId="20577"/>
          <ac:spMkLst>
            <pc:docMk/>
            <pc:sldMk cId="2688334957" sldId="2705"/>
            <ac:spMk id="17" creationId="{9E05FFCA-3371-AF5C-381D-71D984055F5A}"/>
          </ac:spMkLst>
        </pc:spChg>
      </pc:sldChg>
      <pc:sldChg chg="modSp del mod">
        <pc:chgData name="Xin Luo" userId="82312ee5779919a4" providerId="LiveId" clId="{B10D17D3-3A51-854C-A635-1C39A202C200}" dt="2023-03-04T02:27:05.106" v="4323" actId="2696"/>
        <pc:sldMkLst>
          <pc:docMk/>
          <pc:sldMk cId="2464444856" sldId="2706"/>
        </pc:sldMkLst>
        <pc:spChg chg="mod">
          <ac:chgData name="Xin Luo" userId="82312ee5779919a4" providerId="LiveId" clId="{B10D17D3-3A51-854C-A635-1C39A202C200}" dt="2023-03-04T02:23:09.439" v="4164" actId="20577"/>
          <ac:spMkLst>
            <pc:docMk/>
            <pc:sldMk cId="2464444856" sldId="2706"/>
            <ac:spMk id="2" creationId="{631AADB6-C88A-D817-4683-FC087E4E240F}"/>
          </ac:spMkLst>
        </pc:spChg>
        <pc:spChg chg="mod">
          <ac:chgData name="Xin Luo" userId="82312ee5779919a4" providerId="LiveId" clId="{B10D17D3-3A51-854C-A635-1C39A202C200}" dt="2023-03-01T03:13:11.029" v="347" actId="20577"/>
          <ac:spMkLst>
            <pc:docMk/>
            <pc:sldMk cId="2464444856" sldId="2706"/>
            <ac:spMk id="3" creationId="{00000000-0000-0000-0000-000000000000}"/>
          </ac:spMkLst>
        </pc:spChg>
        <pc:spChg chg="mod">
          <ac:chgData name="Xin Luo" userId="82312ee5779919a4" providerId="LiveId" clId="{B10D17D3-3A51-854C-A635-1C39A202C200}" dt="2023-03-04T02:21:10.399" v="4124" actId="20577"/>
          <ac:spMkLst>
            <pc:docMk/>
            <pc:sldMk cId="2464444856" sldId="2706"/>
            <ac:spMk id="17" creationId="{9E05FFCA-3371-AF5C-381D-71D984055F5A}"/>
          </ac:spMkLst>
        </pc:spChg>
      </pc:sldChg>
      <pc:sldChg chg="addSp delSp modSp mod">
        <pc:chgData name="Xin Luo" userId="82312ee5779919a4" providerId="LiveId" clId="{B10D17D3-3A51-854C-A635-1C39A202C200}" dt="2023-03-04T02:29:49.946" v="4367" actId="20577"/>
        <pc:sldMkLst>
          <pc:docMk/>
          <pc:sldMk cId="1602808061" sldId="2707"/>
        </pc:sldMkLst>
        <pc:spChg chg="mod">
          <ac:chgData name="Xin Luo" userId="82312ee5779919a4" providerId="LiveId" clId="{B10D17D3-3A51-854C-A635-1C39A202C200}" dt="2023-03-04T02:29:49.946" v="4367" actId="20577"/>
          <ac:spMkLst>
            <pc:docMk/>
            <pc:sldMk cId="1602808061" sldId="2707"/>
            <ac:spMk id="2" creationId="{631AADB6-C88A-D817-4683-FC087E4E240F}"/>
          </ac:spMkLst>
        </pc:spChg>
        <pc:spChg chg="mod">
          <ac:chgData name="Xin Luo" userId="82312ee5779919a4" providerId="LiveId" clId="{B10D17D3-3A51-854C-A635-1C39A202C200}" dt="2023-03-01T03:19:53.815" v="779" actId="20577"/>
          <ac:spMkLst>
            <pc:docMk/>
            <pc:sldMk cId="1602808061" sldId="2707"/>
            <ac:spMk id="3" creationId="{00000000-0000-0000-0000-000000000000}"/>
          </ac:spMkLst>
        </pc:spChg>
        <pc:spChg chg="add del mod">
          <ac:chgData name="Xin Luo" userId="82312ee5779919a4" providerId="LiveId" clId="{B10D17D3-3A51-854C-A635-1C39A202C200}" dt="2023-03-01T03:14:57.021" v="452" actId="478"/>
          <ac:spMkLst>
            <pc:docMk/>
            <pc:sldMk cId="1602808061" sldId="2707"/>
            <ac:spMk id="4" creationId="{C75F9EA2-70CA-A73B-2653-99D35FD92005}"/>
          </ac:spMkLst>
        </pc:spChg>
        <pc:spChg chg="del mod">
          <ac:chgData name="Xin Luo" userId="82312ee5779919a4" providerId="LiveId" clId="{B10D17D3-3A51-854C-A635-1C39A202C200}" dt="2023-03-01T03:20:42.446" v="870" actId="478"/>
          <ac:spMkLst>
            <pc:docMk/>
            <pc:sldMk cId="1602808061" sldId="2707"/>
            <ac:spMk id="17" creationId="{9E05FFCA-3371-AF5C-381D-71D984055F5A}"/>
          </ac:spMkLst>
        </pc:spChg>
      </pc:sldChg>
      <pc:sldChg chg="modSp mod">
        <pc:chgData name="Xin Luo" userId="82312ee5779919a4" providerId="LiveId" clId="{B10D17D3-3A51-854C-A635-1C39A202C200}" dt="2023-03-01T07:00:50.646" v="1533" actId="14100"/>
        <pc:sldMkLst>
          <pc:docMk/>
          <pc:sldMk cId="2744383376" sldId="2711"/>
        </pc:sldMkLst>
        <pc:spChg chg="mod">
          <ac:chgData name="Xin Luo" userId="82312ee5779919a4" providerId="LiveId" clId="{B10D17D3-3A51-854C-A635-1C39A202C200}" dt="2023-03-01T07:00:50.646" v="1533" actId="14100"/>
          <ac:spMkLst>
            <pc:docMk/>
            <pc:sldMk cId="2744383376" sldId="2711"/>
            <ac:spMk id="18" creationId="{9D310AF3-A081-4032-01C0-C288D4F7AC53}"/>
          </ac:spMkLst>
        </pc:spChg>
      </pc:sldChg>
      <pc:sldChg chg="addSp delSp modSp mod">
        <pc:chgData name="Xin Luo" userId="82312ee5779919a4" providerId="LiveId" clId="{B10D17D3-3A51-854C-A635-1C39A202C200}" dt="2023-03-01T07:14:41.232" v="1940" actId="1035"/>
        <pc:sldMkLst>
          <pc:docMk/>
          <pc:sldMk cId="280619949" sldId="2714"/>
        </pc:sldMkLst>
        <pc:spChg chg="add del mod">
          <ac:chgData name="Xin Luo" userId="82312ee5779919a4" providerId="LiveId" clId="{B10D17D3-3A51-854C-A635-1C39A202C200}" dt="2023-03-01T07:06:29.970" v="1634" actId="478"/>
          <ac:spMkLst>
            <pc:docMk/>
            <pc:sldMk cId="280619949" sldId="2714"/>
            <ac:spMk id="4" creationId="{B2054973-49B5-A6EE-DB29-692209383346}"/>
          </ac:spMkLst>
        </pc:spChg>
        <pc:spChg chg="add del mod">
          <ac:chgData name="Xin Luo" userId="82312ee5779919a4" providerId="LiveId" clId="{B10D17D3-3A51-854C-A635-1C39A202C200}" dt="2023-03-01T07:06:28.039" v="1633" actId="478"/>
          <ac:spMkLst>
            <pc:docMk/>
            <pc:sldMk cId="280619949" sldId="2714"/>
            <ac:spMk id="6" creationId="{19C6484B-DCCB-D134-1A1F-AAFC33245462}"/>
          </ac:spMkLst>
        </pc:spChg>
        <pc:spChg chg="add mod">
          <ac:chgData name="Xin Luo" userId="82312ee5779919a4" providerId="LiveId" clId="{B10D17D3-3A51-854C-A635-1C39A202C200}" dt="2023-03-01T07:14:38.928" v="1938" actId="164"/>
          <ac:spMkLst>
            <pc:docMk/>
            <pc:sldMk cId="280619949" sldId="2714"/>
            <ac:spMk id="7" creationId="{EC866106-2882-0036-D683-EBAC443E2362}"/>
          </ac:spMkLst>
        </pc:spChg>
        <pc:spChg chg="add mod">
          <ac:chgData name="Xin Luo" userId="82312ee5779919a4" providerId="LiveId" clId="{B10D17D3-3A51-854C-A635-1C39A202C200}" dt="2023-03-01T07:14:38.928" v="1938" actId="164"/>
          <ac:spMkLst>
            <pc:docMk/>
            <pc:sldMk cId="280619949" sldId="2714"/>
            <ac:spMk id="8" creationId="{0A6B20F1-473E-9B37-69EF-0AD338B6CE5E}"/>
          </ac:spMkLst>
        </pc:spChg>
        <pc:grpChg chg="add mod">
          <ac:chgData name="Xin Luo" userId="82312ee5779919a4" providerId="LiveId" clId="{B10D17D3-3A51-854C-A635-1C39A202C200}" dt="2023-03-01T07:14:41.232" v="1940" actId="1035"/>
          <ac:grpSpMkLst>
            <pc:docMk/>
            <pc:sldMk cId="280619949" sldId="2714"/>
            <ac:grpSpMk id="9" creationId="{7C46DFDE-4B13-99B2-6717-B313A96CDC60}"/>
          </ac:grpSpMkLst>
        </pc:grpChg>
        <pc:picChg chg="mod">
          <ac:chgData name="Xin Luo" userId="82312ee5779919a4" providerId="LiveId" clId="{B10D17D3-3A51-854C-A635-1C39A202C200}" dt="2023-03-01T07:14:38.928" v="1938" actId="164"/>
          <ac:picMkLst>
            <pc:docMk/>
            <pc:sldMk cId="280619949" sldId="2714"/>
            <ac:picMk id="5" creationId="{0604E948-208D-161C-F579-7EA72A1F42DC}"/>
          </ac:picMkLst>
        </pc:picChg>
      </pc:sldChg>
      <pc:sldChg chg="modSp mod">
        <pc:chgData name="Xin Luo" userId="82312ee5779919a4" providerId="LiveId" clId="{B10D17D3-3A51-854C-A635-1C39A202C200}" dt="2023-03-01T06:46:02.276" v="991" actId="1076"/>
        <pc:sldMkLst>
          <pc:docMk/>
          <pc:sldMk cId="3852391939" sldId="2715"/>
        </pc:sldMkLst>
        <pc:spChg chg="mod">
          <ac:chgData name="Xin Luo" userId="82312ee5779919a4" providerId="LiveId" clId="{B10D17D3-3A51-854C-A635-1C39A202C200}" dt="2023-03-01T06:45:33.026" v="990" actId="113"/>
          <ac:spMkLst>
            <pc:docMk/>
            <pc:sldMk cId="3852391939" sldId="2715"/>
            <ac:spMk id="5" creationId="{FCD10A89-5E0E-5D73-1D4F-9E11D943B29C}"/>
          </ac:spMkLst>
        </pc:spChg>
        <pc:picChg chg="mod">
          <ac:chgData name="Xin Luo" userId="82312ee5779919a4" providerId="LiveId" clId="{B10D17D3-3A51-854C-A635-1C39A202C200}" dt="2023-03-01T06:46:02.276" v="991" actId="1076"/>
          <ac:picMkLst>
            <pc:docMk/>
            <pc:sldMk cId="3852391939" sldId="2715"/>
            <ac:picMk id="2050" creationId="{8F8FBDFD-CF37-F4FE-58FA-9350A0CDABC7}"/>
          </ac:picMkLst>
        </pc:picChg>
      </pc:sldChg>
      <pc:sldChg chg="addSp delSp modSp mod ord">
        <pc:chgData name="Xin Luo" userId="82312ee5779919a4" providerId="LiveId" clId="{B10D17D3-3A51-854C-A635-1C39A202C200}" dt="2023-03-01T07:52:13.787" v="2795" actId="113"/>
        <pc:sldMkLst>
          <pc:docMk/>
          <pc:sldMk cId="3026715585" sldId="2716"/>
        </pc:sldMkLst>
        <pc:spChg chg="mod">
          <ac:chgData name="Xin Luo" userId="82312ee5779919a4" providerId="LiveId" clId="{B10D17D3-3A51-854C-A635-1C39A202C200}" dt="2023-03-01T07:52:13.787" v="2795" actId="113"/>
          <ac:spMkLst>
            <pc:docMk/>
            <pc:sldMk cId="3026715585" sldId="2716"/>
            <ac:spMk id="4" creationId="{B31A8325-31D8-6F06-6D89-E39763C56875}"/>
          </ac:spMkLst>
        </pc:spChg>
        <pc:spChg chg="add">
          <ac:chgData name="Xin Luo" userId="82312ee5779919a4" providerId="LiveId" clId="{B10D17D3-3A51-854C-A635-1C39A202C200}" dt="2023-03-01T06:39:50.043" v="928"/>
          <ac:spMkLst>
            <pc:docMk/>
            <pc:sldMk cId="3026715585" sldId="2716"/>
            <ac:spMk id="5" creationId="{9FC3EA85-249E-1417-9BEE-658D18412D50}"/>
          </ac:spMkLst>
        </pc:spChg>
        <pc:spChg chg="add mod">
          <ac:chgData name="Xin Luo" userId="82312ee5779919a4" providerId="LiveId" clId="{B10D17D3-3A51-854C-A635-1C39A202C200}" dt="2023-03-01T06:50:38.874" v="1125" actId="20577"/>
          <ac:spMkLst>
            <pc:docMk/>
            <pc:sldMk cId="3026715585" sldId="2716"/>
            <ac:spMk id="6" creationId="{A742F445-FD1E-D792-ED2C-06B36B983C52}"/>
          </ac:spMkLst>
        </pc:spChg>
        <pc:spChg chg="del mod">
          <ac:chgData name="Xin Luo" userId="82312ee5779919a4" providerId="LiveId" clId="{B10D17D3-3A51-854C-A635-1C39A202C200}" dt="2023-03-01T06:34:22.687" v="924" actId="478"/>
          <ac:spMkLst>
            <pc:docMk/>
            <pc:sldMk cId="3026715585" sldId="2716"/>
            <ac:spMk id="17" creationId="{9E05FFCA-3371-AF5C-381D-71D984055F5A}"/>
          </ac:spMkLst>
        </pc:spChg>
        <pc:picChg chg="add mod">
          <ac:chgData name="Xin Luo" userId="82312ee5779919a4" providerId="LiveId" clId="{B10D17D3-3A51-854C-A635-1C39A202C200}" dt="2023-03-01T06:47:24.214" v="997" actId="1076"/>
          <ac:picMkLst>
            <pc:docMk/>
            <pc:sldMk cId="3026715585" sldId="2716"/>
            <ac:picMk id="1028" creationId="{66985166-168F-6888-A257-804014E303E4}"/>
          </ac:picMkLst>
        </pc:picChg>
      </pc:sldChg>
      <pc:sldChg chg="modSp mod">
        <pc:chgData name="Xin Luo" userId="82312ee5779919a4" providerId="LiveId" clId="{B10D17D3-3A51-854C-A635-1C39A202C200}" dt="2023-03-01T06:51:03.850" v="1134" actId="113"/>
        <pc:sldMkLst>
          <pc:docMk/>
          <pc:sldMk cId="4136986794" sldId="2717"/>
        </pc:sldMkLst>
        <pc:spChg chg="mod">
          <ac:chgData name="Xin Luo" userId="82312ee5779919a4" providerId="LiveId" clId="{B10D17D3-3A51-854C-A635-1C39A202C200}" dt="2023-03-01T06:51:03.850" v="1134" actId="113"/>
          <ac:spMkLst>
            <pc:docMk/>
            <pc:sldMk cId="4136986794" sldId="2717"/>
            <ac:spMk id="5" creationId="{FCD10A89-5E0E-5D73-1D4F-9E11D943B29C}"/>
          </ac:spMkLst>
        </pc:spChg>
        <pc:picChg chg="mod">
          <ac:chgData name="Xin Luo" userId="82312ee5779919a4" providerId="LiveId" clId="{B10D17D3-3A51-854C-A635-1C39A202C200}" dt="2023-03-01T06:50:48.055" v="1127" actId="1076"/>
          <ac:picMkLst>
            <pc:docMk/>
            <pc:sldMk cId="4136986794" sldId="2717"/>
            <ac:picMk id="6" creationId="{2260B411-AFF0-1E09-142B-45C9F88562F7}"/>
          </ac:picMkLst>
        </pc:picChg>
      </pc:sldChg>
      <pc:sldChg chg="modSp mod">
        <pc:chgData name="Xin Luo" userId="82312ee5779919a4" providerId="LiveId" clId="{B10D17D3-3A51-854C-A635-1C39A202C200}" dt="2023-03-01T07:36:29.598" v="2248" actId="14100"/>
        <pc:sldMkLst>
          <pc:docMk/>
          <pc:sldMk cId="1778017482" sldId="2718"/>
        </pc:sldMkLst>
        <pc:spChg chg="mod">
          <ac:chgData name="Xin Luo" userId="82312ee5779919a4" providerId="LiveId" clId="{B10D17D3-3A51-854C-A635-1C39A202C200}" dt="2023-03-01T06:51:18.514" v="1137" actId="255"/>
          <ac:spMkLst>
            <pc:docMk/>
            <pc:sldMk cId="1778017482" sldId="2718"/>
            <ac:spMk id="5" creationId="{FCD10A89-5E0E-5D73-1D4F-9E11D943B29C}"/>
          </ac:spMkLst>
        </pc:spChg>
        <pc:picChg chg="mod">
          <ac:chgData name="Xin Luo" userId="82312ee5779919a4" providerId="LiveId" clId="{B10D17D3-3A51-854C-A635-1C39A202C200}" dt="2023-03-01T07:36:29.598" v="2248" actId="14100"/>
          <ac:picMkLst>
            <pc:docMk/>
            <pc:sldMk cId="1778017482" sldId="2718"/>
            <ac:picMk id="3074" creationId="{3E8CF22C-6E5D-0AAE-1F79-795E8B77EEF7}"/>
          </ac:picMkLst>
        </pc:picChg>
      </pc:sldChg>
      <pc:sldChg chg="addSp modSp mod">
        <pc:chgData name="Xin Luo" userId="82312ee5779919a4" providerId="LiveId" clId="{B10D17D3-3A51-854C-A635-1C39A202C200}" dt="2023-03-04T03:02:31.854" v="4924" actId="20577"/>
        <pc:sldMkLst>
          <pc:docMk/>
          <pc:sldMk cId="1858913004" sldId="2719"/>
        </pc:sldMkLst>
        <pc:spChg chg="mod">
          <ac:chgData name="Xin Luo" userId="82312ee5779919a4" providerId="LiveId" clId="{B10D17D3-3A51-854C-A635-1C39A202C200}" dt="2023-03-04T02:35:39.622" v="4451" actId="1035"/>
          <ac:spMkLst>
            <pc:docMk/>
            <pc:sldMk cId="1858913004" sldId="2719"/>
            <ac:spMk id="2" creationId="{631AADB6-C88A-D817-4683-FC087E4E240F}"/>
          </ac:spMkLst>
        </pc:spChg>
        <pc:spChg chg="add mod">
          <ac:chgData name="Xin Luo" userId="82312ee5779919a4" providerId="LiveId" clId="{B10D17D3-3A51-854C-A635-1C39A202C200}" dt="2023-03-01T08:54:50.949" v="3823" actId="404"/>
          <ac:spMkLst>
            <pc:docMk/>
            <pc:sldMk cId="1858913004" sldId="2719"/>
            <ac:spMk id="4" creationId="{814FF4E1-B17F-D4F8-E834-173BA3B0D059}"/>
          </ac:spMkLst>
        </pc:spChg>
        <pc:spChg chg="mod">
          <ac:chgData name="Xin Luo" userId="82312ee5779919a4" providerId="LiveId" clId="{B10D17D3-3A51-854C-A635-1C39A202C200}" dt="2023-03-04T02:35:30.997" v="4439" actId="1038"/>
          <ac:spMkLst>
            <pc:docMk/>
            <pc:sldMk cId="1858913004" sldId="2719"/>
            <ac:spMk id="5" creationId="{FCD10A89-5E0E-5D73-1D4F-9E11D943B29C}"/>
          </ac:spMkLst>
        </pc:spChg>
        <pc:spChg chg="add mod">
          <ac:chgData name="Xin Luo" userId="82312ee5779919a4" providerId="LiveId" clId="{B10D17D3-3A51-854C-A635-1C39A202C200}" dt="2023-03-04T03:02:31.854" v="4924" actId="20577"/>
          <ac:spMkLst>
            <pc:docMk/>
            <pc:sldMk cId="1858913004" sldId="2719"/>
            <ac:spMk id="6" creationId="{10943A92-9E22-44EA-2939-C64F8E264329}"/>
          </ac:spMkLst>
        </pc:spChg>
      </pc:sldChg>
      <pc:sldChg chg="modSp del mod">
        <pc:chgData name="Xin Luo" userId="82312ee5779919a4" providerId="LiveId" clId="{B10D17D3-3A51-854C-A635-1C39A202C200}" dt="2023-03-01T06:31:51.569" v="913" actId="2696"/>
        <pc:sldMkLst>
          <pc:docMk/>
          <pc:sldMk cId="1410676903" sldId="2721"/>
        </pc:sldMkLst>
        <pc:spChg chg="mod">
          <ac:chgData name="Xin Luo" userId="82312ee5779919a4" providerId="LiveId" clId="{B10D17D3-3A51-854C-A635-1C39A202C200}" dt="2023-03-01T06:31:01.523" v="912" actId="1076"/>
          <ac:spMkLst>
            <pc:docMk/>
            <pc:sldMk cId="1410676903" sldId="2721"/>
            <ac:spMk id="9" creationId="{D5E43916-6543-2664-EE40-07ABFFB01F26}"/>
          </ac:spMkLst>
        </pc:spChg>
        <pc:picChg chg="mod">
          <ac:chgData name="Xin Luo" userId="82312ee5779919a4" providerId="LiveId" clId="{B10D17D3-3A51-854C-A635-1C39A202C200}" dt="2023-03-01T06:30:57.904" v="911" actId="1076"/>
          <ac:picMkLst>
            <pc:docMk/>
            <pc:sldMk cId="1410676903" sldId="2721"/>
            <ac:picMk id="8" creationId="{BA45F6EA-D51F-F9F8-F33E-5E3217612D76}"/>
          </ac:picMkLst>
        </pc:picChg>
      </pc:sldChg>
      <pc:sldChg chg="addSp delSp modSp add mod">
        <pc:chgData name="Xin Luo" userId="82312ee5779919a4" providerId="LiveId" clId="{B10D17D3-3A51-854C-A635-1C39A202C200}" dt="2023-03-01T07:37:11.730" v="2251" actId="478"/>
        <pc:sldMkLst>
          <pc:docMk/>
          <pc:sldMk cId="295872025" sldId="2722"/>
        </pc:sldMkLst>
        <pc:spChg chg="add del mod">
          <ac:chgData name="Xin Luo" userId="82312ee5779919a4" providerId="LiveId" clId="{B10D17D3-3A51-854C-A635-1C39A202C200}" dt="2023-03-01T07:37:11.730" v="2251" actId="478"/>
          <ac:spMkLst>
            <pc:docMk/>
            <pc:sldMk cId="295872025" sldId="2722"/>
            <ac:spMk id="2" creationId="{1B26B48C-9811-89AB-3B65-3E6557BF8546}"/>
          </ac:spMkLst>
        </pc:spChg>
        <pc:spChg chg="mod">
          <ac:chgData name="Xin Luo" userId="82312ee5779919a4" providerId="LiveId" clId="{B10D17D3-3A51-854C-A635-1C39A202C200}" dt="2023-03-01T03:12:16.184" v="288" actId="20577"/>
          <ac:spMkLst>
            <pc:docMk/>
            <pc:sldMk cId="295872025" sldId="2722"/>
            <ac:spMk id="12" creationId="{00000000-0000-0000-0000-000000000000}"/>
          </ac:spMkLst>
        </pc:spChg>
        <pc:spChg chg="mod">
          <ac:chgData name="Xin Luo" userId="82312ee5779919a4" providerId="LiveId" clId="{B10D17D3-3A51-854C-A635-1C39A202C200}" dt="2023-03-01T03:21:17.754" v="890" actId="20577"/>
          <ac:spMkLst>
            <pc:docMk/>
            <pc:sldMk cId="295872025" sldId="2722"/>
            <ac:spMk id="14" creationId="{00000000-0000-0000-0000-000000000000}"/>
          </ac:spMkLst>
        </pc:spChg>
        <pc:spChg chg="mod">
          <ac:chgData name="Xin Luo" userId="82312ee5779919a4" providerId="LiveId" clId="{B10D17D3-3A51-854C-A635-1C39A202C200}" dt="2023-03-01T07:37:07.662" v="2249" actId="1076"/>
          <ac:spMkLst>
            <pc:docMk/>
            <pc:sldMk cId="295872025" sldId="2722"/>
            <ac:spMk id="19" creationId="{00000000-0000-0000-0000-000000000000}"/>
          </ac:spMkLst>
        </pc:spChg>
      </pc:sldChg>
      <pc:sldChg chg="add del">
        <pc:chgData name="Xin Luo" userId="82312ee5779919a4" providerId="LiveId" clId="{B10D17D3-3A51-854C-A635-1C39A202C200}" dt="2023-03-01T03:11:46.236" v="248"/>
        <pc:sldMkLst>
          <pc:docMk/>
          <pc:sldMk cId="3482772982" sldId="2722"/>
        </pc:sldMkLst>
      </pc:sldChg>
      <pc:sldChg chg="addSp delSp modSp add mod ord">
        <pc:chgData name="Xin Luo" userId="82312ee5779919a4" providerId="LiveId" clId="{B10D17D3-3A51-854C-A635-1C39A202C200}" dt="2023-03-01T07:02:34.534" v="1561" actId="1035"/>
        <pc:sldMkLst>
          <pc:docMk/>
          <pc:sldMk cId="769179569" sldId="2723"/>
        </pc:sldMkLst>
        <pc:spChg chg="del">
          <ac:chgData name="Xin Luo" userId="82312ee5779919a4" providerId="LiveId" clId="{B10D17D3-3A51-854C-A635-1C39A202C200}" dt="2023-03-01T06:32:32.946" v="917" actId="478"/>
          <ac:spMkLst>
            <pc:docMk/>
            <pc:sldMk cId="769179569" sldId="2723"/>
            <ac:spMk id="4" creationId="{B31A8325-31D8-6F06-6D89-E39763C56875}"/>
          </ac:spMkLst>
        </pc:spChg>
        <pc:spChg chg="mod">
          <ac:chgData name="Xin Luo" userId="82312ee5779919a4" providerId="LiveId" clId="{B10D17D3-3A51-854C-A635-1C39A202C200}" dt="2023-03-01T07:02:34.534" v="1561" actId="1035"/>
          <ac:spMkLst>
            <pc:docMk/>
            <pc:sldMk cId="769179569" sldId="2723"/>
            <ac:spMk id="17" creationId="{9E05FFCA-3371-AF5C-381D-71D984055F5A}"/>
          </ac:spMkLst>
        </pc:spChg>
        <pc:picChg chg="add mod">
          <ac:chgData name="Xin Luo" userId="82312ee5779919a4" providerId="LiveId" clId="{B10D17D3-3A51-854C-A635-1C39A202C200}" dt="2023-03-01T06:33:34.384" v="922" actId="1076"/>
          <ac:picMkLst>
            <pc:docMk/>
            <pc:sldMk cId="769179569" sldId="2723"/>
            <ac:picMk id="6" creationId="{E48B3BDE-9687-B26A-07FC-D08825F4C5C7}"/>
          </ac:picMkLst>
        </pc:picChg>
      </pc:sldChg>
      <pc:sldChg chg="addSp delSp modSp add del mod">
        <pc:chgData name="Xin Luo" userId="82312ee5779919a4" providerId="LiveId" clId="{B10D17D3-3A51-854C-A635-1C39A202C200}" dt="2023-03-04T02:00:43.985" v="3977" actId="2696"/>
        <pc:sldMkLst>
          <pc:docMk/>
          <pc:sldMk cId="2179406886" sldId="2724"/>
        </pc:sldMkLst>
        <pc:spChg chg="del">
          <ac:chgData name="Xin Luo" userId="82312ee5779919a4" providerId="LiveId" clId="{B10D17D3-3A51-854C-A635-1C39A202C200}" dt="2023-03-01T06:52:19.045" v="1173" actId="478"/>
          <ac:spMkLst>
            <pc:docMk/>
            <pc:sldMk cId="2179406886" sldId="2724"/>
            <ac:spMk id="4" creationId="{58EE51E5-8ACA-984C-6E8D-F8AA658223AD}"/>
          </ac:spMkLst>
        </pc:spChg>
        <pc:spChg chg="del mod">
          <ac:chgData name="Xin Luo" userId="82312ee5779919a4" providerId="LiveId" clId="{B10D17D3-3A51-854C-A635-1C39A202C200}" dt="2023-03-01T06:52:23.892" v="1175" actId="478"/>
          <ac:spMkLst>
            <pc:docMk/>
            <pc:sldMk cId="2179406886" sldId="2724"/>
            <ac:spMk id="5" creationId="{7F4897FB-F086-F339-A15F-A899143C7919}"/>
          </ac:spMkLst>
        </pc:spChg>
        <pc:spChg chg="del">
          <ac:chgData name="Xin Luo" userId="82312ee5779919a4" providerId="LiveId" clId="{B10D17D3-3A51-854C-A635-1C39A202C200}" dt="2023-03-01T06:52:17.227" v="1172" actId="478"/>
          <ac:spMkLst>
            <pc:docMk/>
            <pc:sldMk cId="2179406886" sldId="2724"/>
            <ac:spMk id="6" creationId="{7ED1482E-3610-E252-0E80-41B202D30E30}"/>
          </ac:spMkLst>
        </pc:spChg>
        <pc:spChg chg="add mod">
          <ac:chgData name="Xin Luo" userId="82312ee5779919a4" providerId="LiveId" clId="{B10D17D3-3A51-854C-A635-1C39A202C200}" dt="2023-03-01T06:59:49.895" v="1509" actId="1035"/>
          <ac:spMkLst>
            <pc:docMk/>
            <pc:sldMk cId="2179406886" sldId="2724"/>
            <ac:spMk id="7" creationId="{CCA3837E-1D09-5134-A225-250CEF7F9C13}"/>
          </ac:spMkLst>
        </pc:spChg>
        <pc:picChg chg="del">
          <ac:chgData name="Xin Luo" userId="82312ee5779919a4" providerId="LiveId" clId="{B10D17D3-3A51-854C-A635-1C39A202C200}" dt="2023-03-01T06:52:12.055" v="1170" actId="478"/>
          <ac:picMkLst>
            <pc:docMk/>
            <pc:sldMk cId="2179406886" sldId="2724"/>
            <ac:picMk id="5124" creationId="{D17BE6F3-1008-2FC6-54D2-736C673B73E8}"/>
          </ac:picMkLst>
        </pc:picChg>
        <pc:picChg chg="mod">
          <ac:chgData name="Xin Luo" userId="82312ee5779919a4" providerId="LiveId" clId="{B10D17D3-3A51-854C-A635-1C39A202C200}" dt="2023-03-01T06:59:51.894" v="1510" actId="1076"/>
          <ac:picMkLst>
            <pc:docMk/>
            <pc:sldMk cId="2179406886" sldId="2724"/>
            <ac:picMk id="5126" creationId="{EBB0C876-4E86-C2ED-5EE6-3B2BD26768B9}"/>
          </ac:picMkLst>
        </pc:picChg>
        <pc:picChg chg="del">
          <ac:chgData name="Xin Luo" userId="82312ee5779919a4" providerId="LiveId" clId="{B10D17D3-3A51-854C-A635-1C39A202C200}" dt="2023-03-01T06:52:15.250" v="1171" actId="478"/>
          <ac:picMkLst>
            <pc:docMk/>
            <pc:sldMk cId="2179406886" sldId="2724"/>
            <ac:picMk id="5128" creationId="{59C29F54-F731-6EBD-ECA9-847BE3563121}"/>
          </ac:picMkLst>
        </pc:picChg>
      </pc:sldChg>
      <pc:sldChg chg="addSp delSp modSp add mod">
        <pc:chgData name="Xin Luo" userId="82312ee5779919a4" providerId="LiveId" clId="{B10D17D3-3A51-854C-A635-1C39A202C200}" dt="2023-03-04T02:34:13.611" v="4393" actId="1035"/>
        <pc:sldMkLst>
          <pc:docMk/>
          <pc:sldMk cId="57442970" sldId="2725"/>
        </pc:sldMkLst>
        <pc:spChg chg="mod">
          <ac:chgData name="Xin Luo" userId="82312ee5779919a4" providerId="LiveId" clId="{B10D17D3-3A51-854C-A635-1C39A202C200}" dt="2023-03-04T02:32:01.973" v="4385" actId="403"/>
          <ac:spMkLst>
            <pc:docMk/>
            <pc:sldMk cId="57442970" sldId="2725"/>
            <ac:spMk id="2" creationId="{631AADB6-C88A-D817-4683-FC087E4E240F}"/>
          </ac:spMkLst>
        </pc:spChg>
        <pc:spChg chg="add del mod">
          <ac:chgData name="Xin Luo" userId="82312ee5779919a4" providerId="LiveId" clId="{B10D17D3-3A51-854C-A635-1C39A202C200}" dt="2023-03-01T07:09:00.564" v="1684" actId="478"/>
          <ac:spMkLst>
            <pc:docMk/>
            <pc:sldMk cId="57442970" sldId="2725"/>
            <ac:spMk id="4" creationId="{6E0E7525-DD48-9BE0-AA55-4AB1B5AB0AF8}"/>
          </ac:spMkLst>
        </pc:spChg>
        <pc:spChg chg="add del mod">
          <ac:chgData name="Xin Luo" userId="82312ee5779919a4" providerId="LiveId" clId="{B10D17D3-3A51-854C-A635-1C39A202C200}" dt="2023-03-01T07:51:00.839" v="2794" actId="478"/>
          <ac:spMkLst>
            <pc:docMk/>
            <pc:sldMk cId="57442970" sldId="2725"/>
            <ac:spMk id="4" creationId="{7154FD73-ECDF-6A1F-E3C5-6D6473CC5410}"/>
          </ac:spMkLst>
        </pc:spChg>
        <pc:spChg chg="add mod">
          <ac:chgData name="Xin Luo" userId="82312ee5779919a4" providerId="LiveId" clId="{B10D17D3-3A51-854C-A635-1C39A202C200}" dt="2023-03-01T07:14:15.793" v="1936" actId="1035"/>
          <ac:spMkLst>
            <pc:docMk/>
            <pc:sldMk cId="57442970" sldId="2725"/>
            <ac:spMk id="7" creationId="{62959DC6-89B8-A589-6622-E3331C39FC3C}"/>
          </ac:spMkLst>
        </pc:spChg>
        <pc:picChg chg="add mod">
          <ac:chgData name="Xin Luo" userId="82312ee5779919a4" providerId="LiveId" clId="{B10D17D3-3A51-854C-A635-1C39A202C200}" dt="2023-03-04T02:34:13.611" v="4393" actId="1035"/>
          <ac:picMkLst>
            <pc:docMk/>
            <pc:sldMk cId="57442970" sldId="2725"/>
            <ac:picMk id="6" creationId="{9183A3DA-EFC1-4E1A-414F-651FFAB091D0}"/>
          </ac:picMkLst>
        </pc:picChg>
      </pc:sldChg>
      <pc:sldChg chg="add del">
        <pc:chgData name="Xin Luo" userId="82312ee5779919a4" providerId="LiveId" clId="{B10D17D3-3A51-854C-A635-1C39A202C200}" dt="2023-03-01T07:05:06.405" v="1598"/>
        <pc:sldMkLst>
          <pc:docMk/>
          <pc:sldMk cId="4175269822" sldId="2725"/>
        </pc:sldMkLst>
      </pc:sldChg>
      <pc:sldChg chg="add del">
        <pc:chgData name="Xin Luo" userId="82312ee5779919a4" providerId="LiveId" clId="{B10D17D3-3A51-854C-A635-1C39A202C200}" dt="2023-03-01T07:33:58.417" v="1999" actId="2696"/>
        <pc:sldMkLst>
          <pc:docMk/>
          <pc:sldMk cId="2037340697" sldId="2726"/>
        </pc:sldMkLst>
      </pc:sldChg>
      <pc:sldChg chg="modSp add del mod">
        <pc:chgData name="Xin Luo" userId="82312ee5779919a4" providerId="LiveId" clId="{B10D17D3-3A51-854C-A635-1C39A202C200}" dt="2023-03-01T07:37:39.242" v="2283" actId="2696"/>
        <pc:sldMkLst>
          <pc:docMk/>
          <pc:sldMk cId="2258735290" sldId="2726"/>
        </pc:sldMkLst>
        <pc:spChg chg="mod">
          <ac:chgData name="Xin Luo" userId="82312ee5779919a4" providerId="LiveId" clId="{B10D17D3-3A51-854C-A635-1C39A202C200}" dt="2023-03-01T07:37:23.915" v="2262" actId="20577"/>
          <ac:spMkLst>
            <pc:docMk/>
            <pc:sldMk cId="2258735290" sldId="2726"/>
            <ac:spMk id="12" creationId="{00000000-0000-0000-0000-000000000000}"/>
          </ac:spMkLst>
        </pc:spChg>
        <pc:spChg chg="mod">
          <ac:chgData name="Xin Luo" userId="82312ee5779919a4" providerId="LiveId" clId="{B10D17D3-3A51-854C-A635-1C39A202C200}" dt="2023-03-01T07:37:34.195" v="2282" actId="20577"/>
          <ac:spMkLst>
            <pc:docMk/>
            <pc:sldMk cId="2258735290" sldId="2726"/>
            <ac:spMk id="14" creationId="{00000000-0000-0000-0000-000000000000}"/>
          </ac:spMkLst>
        </pc:spChg>
      </pc:sldChg>
      <pc:sldChg chg="modSp add mod">
        <pc:chgData name="Xin Luo" userId="82312ee5779919a4" providerId="LiveId" clId="{B10D17D3-3A51-854C-A635-1C39A202C200}" dt="2023-03-04T02:20:01.519" v="4120" actId="113"/>
        <pc:sldMkLst>
          <pc:docMk/>
          <pc:sldMk cId="4114066566" sldId="2726"/>
        </pc:sldMkLst>
        <pc:spChg chg="mod">
          <ac:chgData name="Xin Luo" userId="82312ee5779919a4" providerId="LiveId" clId="{B10D17D3-3A51-854C-A635-1C39A202C200}" dt="2023-03-01T07:41:27.034" v="2495" actId="1035"/>
          <ac:spMkLst>
            <pc:docMk/>
            <pc:sldMk cId="4114066566" sldId="2726"/>
            <ac:spMk id="4" creationId="{DFE91C0B-C9F8-3FEC-3419-2DE0C6E6DCB8}"/>
          </ac:spMkLst>
        </pc:spChg>
        <pc:spChg chg="mod">
          <ac:chgData name="Xin Luo" userId="82312ee5779919a4" providerId="LiveId" clId="{B10D17D3-3A51-854C-A635-1C39A202C200}" dt="2023-03-04T02:20:01.519" v="4120" actId="113"/>
          <ac:spMkLst>
            <pc:docMk/>
            <pc:sldMk cId="4114066566" sldId="2726"/>
            <ac:spMk id="17" creationId="{9E05FFCA-3371-AF5C-381D-71D984055F5A}"/>
          </ac:spMkLst>
        </pc:spChg>
      </pc:sldChg>
      <pc:sldChg chg="addSp delSp modSp add mod ord">
        <pc:chgData name="Xin Luo" userId="82312ee5779919a4" providerId="LiveId" clId="{B10D17D3-3A51-854C-A635-1C39A202C200}" dt="2023-03-04T02:22:49.634" v="4156" actId="20577"/>
        <pc:sldMkLst>
          <pc:docMk/>
          <pc:sldMk cId="623131075" sldId="2727"/>
        </pc:sldMkLst>
        <pc:spChg chg="add del mod">
          <ac:chgData name="Xin Luo" userId="82312ee5779919a4" providerId="LiveId" clId="{B10D17D3-3A51-854C-A635-1C39A202C200}" dt="2023-03-04T02:21:43.886" v="4131" actId="478"/>
          <ac:spMkLst>
            <pc:docMk/>
            <pc:sldMk cId="623131075" sldId="2727"/>
            <ac:spMk id="5" creationId="{913214EF-BBA3-95BD-757D-C451E214DD76}"/>
          </ac:spMkLst>
        </pc:spChg>
        <pc:spChg chg="mod">
          <ac:chgData name="Xin Luo" userId="82312ee5779919a4" providerId="LiveId" clId="{B10D17D3-3A51-854C-A635-1C39A202C200}" dt="2023-03-04T02:22:49.634" v="4156" actId="20577"/>
          <ac:spMkLst>
            <pc:docMk/>
            <pc:sldMk cId="623131075" sldId="2727"/>
            <ac:spMk id="17" creationId="{9E05FFCA-3371-AF5C-381D-71D984055F5A}"/>
          </ac:spMkLst>
        </pc:spChg>
      </pc:sldChg>
      <pc:sldChg chg="addSp delSp modSp add mod">
        <pc:chgData name="Xin Luo" userId="82312ee5779919a4" providerId="LiveId" clId="{B10D17D3-3A51-854C-A635-1C39A202C200}" dt="2023-03-04T02:25:34.886" v="4245" actId="113"/>
        <pc:sldMkLst>
          <pc:docMk/>
          <pc:sldMk cId="1683372320" sldId="2728"/>
        </pc:sldMkLst>
        <pc:spChg chg="mod">
          <ac:chgData name="Xin Luo" userId="82312ee5779919a4" providerId="LiveId" clId="{B10D17D3-3A51-854C-A635-1C39A202C200}" dt="2023-03-01T08:15:30.267" v="2797" actId="2711"/>
          <ac:spMkLst>
            <pc:docMk/>
            <pc:sldMk cId="1683372320" sldId="2728"/>
            <ac:spMk id="3" creationId="{00000000-0000-0000-0000-000000000000}"/>
          </ac:spMkLst>
        </pc:spChg>
        <pc:spChg chg="mod">
          <ac:chgData name="Xin Luo" userId="82312ee5779919a4" providerId="LiveId" clId="{B10D17D3-3A51-854C-A635-1C39A202C200}" dt="2023-03-04T02:15:35.388" v="4029" actId="20577"/>
          <ac:spMkLst>
            <pc:docMk/>
            <pc:sldMk cId="1683372320" sldId="2728"/>
            <ac:spMk id="4" creationId="{DFE91C0B-C9F8-3FEC-3419-2DE0C6E6DCB8}"/>
          </ac:spMkLst>
        </pc:spChg>
        <pc:spChg chg="add del mod">
          <ac:chgData name="Xin Luo" userId="82312ee5779919a4" providerId="LiveId" clId="{B10D17D3-3A51-854C-A635-1C39A202C200}" dt="2023-03-04T02:23:31.141" v="4167" actId="478"/>
          <ac:spMkLst>
            <pc:docMk/>
            <pc:sldMk cId="1683372320" sldId="2728"/>
            <ac:spMk id="5" creationId="{1B0BE935-AC9C-D1EE-AD6A-7C386013DA7C}"/>
          </ac:spMkLst>
        </pc:spChg>
        <pc:spChg chg="add mod">
          <ac:chgData name="Xin Luo" userId="82312ee5779919a4" providerId="LiveId" clId="{B10D17D3-3A51-854C-A635-1C39A202C200}" dt="2023-03-04T02:25:34.886" v="4245" actId="113"/>
          <ac:spMkLst>
            <pc:docMk/>
            <pc:sldMk cId="1683372320" sldId="2728"/>
            <ac:spMk id="6" creationId="{2CCD6DA1-1437-AB5B-BCA8-405D548B2FB8}"/>
          </ac:spMkLst>
        </pc:spChg>
        <pc:spChg chg="add del mod">
          <ac:chgData name="Xin Luo" userId="82312ee5779919a4" providerId="LiveId" clId="{B10D17D3-3A51-854C-A635-1C39A202C200}" dt="2023-03-04T02:23:31.141" v="4167" actId="478"/>
          <ac:spMkLst>
            <pc:docMk/>
            <pc:sldMk cId="1683372320" sldId="2728"/>
            <ac:spMk id="7" creationId="{8A9C6DE8-75E5-EEB7-75DA-B8E0E87A7508}"/>
          </ac:spMkLst>
        </pc:spChg>
        <pc:spChg chg="del mod">
          <ac:chgData name="Xin Luo" userId="82312ee5779919a4" providerId="LiveId" clId="{B10D17D3-3A51-854C-A635-1C39A202C200}" dt="2023-03-04T02:15:38.307" v="4030" actId="478"/>
          <ac:spMkLst>
            <pc:docMk/>
            <pc:sldMk cId="1683372320" sldId="2728"/>
            <ac:spMk id="17" creationId="{9E05FFCA-3371-AF5C-381D-71D984055F5A}"/>
          </ac:spMkLst>
        </pc:spChg>
      </pc:sldChg>
      <pc:sldChg chg="delSp modSp add mod">
        <pc:chgData name="Xin Luo" userId="82312ee5779919a4" providerId="LiveId" clId="{B10D17D3-3A51-854C-A635-1C39A202C200}" dt="2023-03-04T02:52:21.019" v="4898" actId="20577"/>
        <pc:sldMkLst>
          <pc:docMk/>
          <pc:sldMk cId="240261692" sldId="2729"/>
        </pc:sldMkLst>
        <pc:spChg chg="mod">
          <ac:chgData name="Xin Luo" userId="82312ee5779919a4" providerId="LiveId" clId="{B10D17D3-3A51-854C-A635-1C39A202C200}" dt="2023-03-01T08:35:17.222" v="2819" actId="20577"/>
          <ac:spMkLst>
            <pc:docMk/>
            <pc:sldMk cId="240261692" sldId="2729"/>
            <ac:spMk id="2" creationId="{631AADB6-C88A-D817-4683-FC087E4E240F}"/>
          </ac:spMkLst>
        </pc:spChg>
        <pc:spChg chg="mod">
          <ac:chgData name="Xin Luo" userId="82312ee5779919a4" providerId="LiveId" clId="{B10D17D3-3A51-854C-A635-1C39A202C200}" dt="2023-03-04T02:52:21.019" v="4898" actId="20577"/>
          <ac:spMkLst>
            <pc:docMk/>
            <pc:sldMk cId="240261692" sldId="2729"/>
            <ac:spMk id="5" creationId="{FCD10A89-5E0E-5D73-1D4F-9E11D943B29C}"/>
          </ac:spMkLst>
        </pc:spChg>
        <pc:picChg chg="del">
          <ac:chgData name="Xin Luo" userId="82312ee5779919a4" providerId="LiveId" clId="{B10D17D3-3A51-854C-A635-1C39A202C200}" dt="2023-03-01T08:35:20.583" v="2820" actId="478"/>
          <ac:picMkLst>
            <pc:docMk/>
            <pc:sldMk cId="240261692" sldId="2729"/>
            <ac:picMk id="3074" creationId="{3E8CF22C-6E5D-0AAE-1F79-795E8B77EEF7}"/>
          </ac:picMkLst>
        </pc:picChg>
      </pc:sldChg>
      <pc:sldChg chg="delSp add mod">
        <pc:chgData name="Xin Luo" userId="82312ee5779919a4" providerId="LiveId" clId="{B10D17D3-3A51-854C-A635-1C39A202C200}" dt="2023-03-04T02:21:28.084" v="4127" actId="478"/>
        <pc:sldMkLst>
          <pc:docMk/>
          <pc:sldMk cId="736914780" sldId="2730"/>
        </pc:sldMkLst>
        <pc:spChg chg="del">
          <ac:chgData name="Xin Luo" userId="82312ee5779919a4" providerId="LiveId" clId="{B10D17D3-3A51-854C-A635-1C39A202C200}" dt="2023-03-04T02:21:28.084" v="4127" actId="478"/>
          <ac:spMkLst>
            <pc:docMk/>
            <pc:sldMk cId="736914780" sldId="2730"/>
            <ac:spMk id="5" creationId="{913214EF-BBA3-95BD-757D-C451E214DD76}"/>
          </ac:spMkLst>
        </pc:spChg>
      </pc:sldChg>
      <pc:sldChg chg="addSp delSp modSp add mod">
        <pc:chgData name="Xin Luo" userId="82312ee5779919a4" providerId="LiveId" clId="{B10D17D3-3A51-854C-A635-1C39A202C200}" dt="2023-03-04T03:51:10.104" v="4946" actId="20577"/>
        <pc:sldMkLst>
          <pc:docMk/>
          <pc:sldMk cId="3309691984" sldId="2731"/>
        </pc:sldMkLst>
        <pc:spChg chg="add del mod">
          <ac:chgData name="Xin Luo" userId="82312ee5779919a4" providerId="LiveId" clId="{B10D17D3-3A51-854C-A635-1C39A202C200}" dt="2023-03-04T02:30:44.123" v="4384"/>
          <ac:spMkLst>
            <pc:docMk/>
            <pc:sldMk cId="3309691984" sldId="2731"/>
            <ac:spMk id="2" creationId="{089F4E60-62E0-2B9F-D522-F40E6CF74A6E}"/>
          </ac:spMkLst>
        </pc:spChg>
        <pc:spChg chg="mod">
          <ac:chgData name="Xin Luo" userId="82312ee5779919a4" providerId="LiveId" clId="{B10D17D3-3A51-854C-A635-1C39A202C200}" dt="2023-03-04T02:26:05.734" v="4271" actId="20577"/>
          <ac:spMkLst>
            <pc:docMk/>
            <pc:sldMk cId="3309691984" sldId="2731"/>
            <ac:spMk id="4" creationId="{DFE91C0B-C9F8-3FEC-3419-2DE0C6E6DCB8}"/>
          </ac:spMkLst>
        </pc:spChg>
        <pc:spChg chg="mod">
          <ac:chgData name="Xin Luo" userId="82312ee5779919a4" providerId="LiveId" clId="{B10D17D3-3A51-854C-A635-1C39A202C200}" dt="2023-03-04T03:51:10.104" v="4946" actId="20577"/>
          <ac:spMkLst>
            <pc:docMk/>
            <pc:sldMk cId="3309691984" sldId="2731"/>
            <ac:spMk id="5" creationId="{1B0BE935-AC9C-D1EE-AD6A-7C386013DA7C}"/>
          </ac:spMkLst>
        </pc:spChg>
        <pc:spChg chg="del">
          <ac:chgData name="Xin Luo" userId="82312ee5779919a4" providerId="LiveId" clId="{B10D17D3-3A51-854C-A635-1C39A202C200}" dt="2023-03-04T02:23:28.089" v="4166" actId="478"/>
          <ac:spMkLst>
            <pc:docMk/>
            <pc:sldMk cId="3309691984" sldId="2731"/>
            <ac:spMk id="6" creationId="{2CCD6DA1-1437-AB5B-BCA8-405D548B2FB8}"/>
          </ac:spMkLst>
        </pc:spChg>
        <pc:spChg chg="del">
          <ac:chgData name="Xin Luo" userId="82312ee5779919a4" providerId="LiveId" clId="{B10D17D3-3A51-854C-A635-1C39A202C200}" dt="2023-03-04T02:25:55.810" v="4256" actId="478"/>
          <ac:spMkLst>
            <pc:docMk/>
            <pc:sldMk cId="3309691984" sldId="2731"/>
            <ac:spMk id="7" creationId="{8A9C6DE8-75E5-EEB7-75DA-B8E0E87A7508}"/>
          </ac:spMkLst>
        </pc:spChg>
      </pc:sldChg>
      <pc:sldChg chg="add del">
        <pc:chgData name="Xin Luo" userId="82312ee5779919a4" providerId="LiveId" clId="{B10D17D3-3A51-854C-A635-1C39A202C200}" dt="2023-03-04T02:23:57.461" v="4178"/>
        <pc:sldMkLst>
          <pc:docMk/>
          <pc:sldMk cId="636882973" sldId="2732"/>
        </pc:sldMkLst>
      </pc:sldChg>
      <pc:sldChg chg="addSp modSp add mod">
        <pc:chgData name="Xin Luo" userId="82312ee5779919a4" providerId="LiveId" clId="{B10D17D3-3A51-854C-A635-1C39A202C200}" dt="2023-03-04T02:45:16.670" v="4844" actId="1035"/>
        <pc:sldMkLst>
          <pc:docMk/>
          <pc:sldMk cId="1199790559" sldId="2732"/>
        </pc:sldMkLst>
        <pc:spChg chg="mod">
          <ac:chgData name="Xin Luo" userId="82312ee5779919a4" providerId="LiveId" clId="{B10D17D3-3A51-854C-A635-1C39A202C200}" dt="2023-03-04T02:36:32.822" v="4507" actId="20577"/>
          <ac:spMkLst>
            <pc:docMk/>
            <pc:sldMk cId="1199790559" sldId="2732"/>
            <ac:spMk id="5" creationId="{FCD10A89-5E0E-5D73-1D4F-9E11D943B29C}"/>
          </ac:spMkLst>
        </pc:spChg>
        <pc:spChg chg="add mod">
          <ac:chgData name="Xin Luo" userId="82312ee5779919a4" providerId="LiveId" clId="{B10D17D3-3A51-854C-A635-1C39A202C200}" dt="2023-03-04T02:45:16.670" v="4844" actId="1035"/>
          <ac:spMkLst>
            <pc:docMk/>
            <pc:sldMk cId="1199790559" sldId="2732"/>
            <ac:spMk id="9" creationId="{D0806663-124A-FC93-799D-3E9155542C92}"/>
          </ac:spMkLst>
        </pc:spChg>
        <pc:picChg chg="add mod">
          <ac:chgData name="Xin Luo" userId="82312ee5779919a4" providerId="LiveId" clId="{B10D17D3-3A51-854C-A635-1C39A202C200}" dt="2023-03-04T02:45:16.670" v="4844" actId="1035"/>
          <ac:picMkLst>
            <pc:docMk/>
            <pc:sldMk cId="1199790559" sldId="2732"/>
            <ac:picMk id="6" creationId="{2DBA9CB4-7F2C-2F79-C8F7-B159ED2F97ED}"/>
          </ac:picMkLst>
        </pc:picChg>
        <pc:picChg chg="add mod">
          <ac:chgData name="Xin Luo" userId="82312ee5779919a4" providerId="LiveId" clId="{B10D17D3-3A51-854C-A635-1C39A202C200}" dt="2023-03-04T02:45:16.670" v="4844" actId="1035"/>
          <ac:picMkLst>
            <pc:docMk/>
            <pc:sldMk cId="1199790559" sldId="2732"/>
            <ac:picMk id="8" creationId="{03B7A21D-1E22-BD59-B187-8F6FC3C70FAD}"/>
          </ac:picMkLst>
        </pc:picChg>
      </pc:sldChg>
      <pc:sldChg chg="add del">
        <pc:chgData name="Xin Luo" userId="82312ee5779919a4" providerId="LiveId" clId="{B10D17D3-3A51-854C-A635-1C39A202C200}" dt="2023-03-04T02:23:46.363" v="4174"/>
        <pc:sldMkLst>
          <pc:docMk/>
          <pc:sldMk cId="1709681614" sldId="2732"/>
        </pc:sldMkLst>
      </pc:sldChg>
      <pc:sldChg chg="add del">
        <pc:chgData name="Xin Luo" userId="82312ee5779919a4" providerId="LiveId" clId="{B10D17D3-3A51-854C-A635-1C39A202C200}" dt="2023-03-04T02:23:42.217" v="4171"/>
        <pc:sldMkLst>
          <pc:docMk/>
          <pc:sldMk cId="1869539113" sldId="2732"/>
        </pc:sldMkLst>
      </pc:sldChg>
      <pc:sldChg chg="add del">
        <pc:chgData name="Xin Luo" userId="82312ee5779919a4" providerId="LiveId" clId="{B10D17D3-3A51-854C-A635-1C39A202C200}" dt="2023-03-04T02:24:00.681" v="4180"/>
        <pc:sldMkLst>
          <pc:docMk/>
          <pc:sldMk cId="2562253795" sldId="2732"/>
        </pc:sldMkLst>
      </pc:sldChg>
      <pc:sldChg chg="add del">
        <pc:chgData name="Xin Luo" userId="82312ee5779919a4" providerId="LiveId" clId="{B10D17D3-3A51-854C-A635-1C39A202C200}" dt="2023-03-04T02:24:05.543" v="4182"/>
        <pc:sldMkLst>
          <pc:docMk/>
          <pc:sldMk cId="4062346908" sldId="2732"/>
        </pc:sldMkLst>
      </pc:sldChg>
      <pc:sldChg chg="addSp delSp modSp add mod">
        <pc:chgData name="Xin Luo" userId="82312ee5779919a4" providerId="LiveId" clId="{B10D17D3-3A51-854C-A635-1C39A202C200}" dt="2023-03-04T02:54:53.881" v="4905" actId="1076"/>
        <pc:sldMkLst>
          <pc:docMk/>
          <pc:sldMk cId="3625541778" sldId="2733"/>
        </pc:sldMkLst>
        <pc:spChg chg="mod">
          <ac:chgData name="Xin Luo" userId="82312ee5779919a4" providerId="LiveId" clId="{B10D17D3-3A51-854C-A635-1C39A202C200}" dt="2023-03-04T02:53:09.195" v="4899"/>
          <ac:spMkLst>
            <pc:docMk/>
            <pc:sldMk cId="3625541778" sldId="2733"/>
            <ac:spMk id="5" creationId="{FCD10A89-5E0E-5D73-1D4F-9E11D943B29C}"/>
          </ac:spMkLst>
        </pc:spChg>
        <pc:spChg chg="del">
          <ac:chgData name="Xin Luo" userId="82312ee5779919a4" providerId="LiveId" clId="{B10D17D3-3A51-854C-A635-1C39A202C200}" dt="2023-03-04T02:46:11.998" v="4878" actId="478"/>
          <ac:spMkLst>
            <pc:docMk/>
            <pc:sldMk cId="3625541778" sldId="2733"/>
            <ac:spMk id="9" creationId="{D0806663-124A-FC93-799D-3E9155542C92}"/>
          </ac:spMkLst>
        </pc:spChg>
        <pc:picChg chg="del">
          <ac:chgData name="Xin Luo" userId="82312ee5779919a4" providerId="LiveId" clId="{B10D17D3-3A51-854C-A635-1C39A202C200}" dt="2023-03-04T02:45:31.328" v="4868" actId="478"/>
          <ac:picMkLst>
            <pc:docMk/>
            <pc:sldMk cId="3625541778" sldId="2733"/>
            <ac:picMk id="6" creationId="{2DBA9CB4-7F2C-2F79-C8F7-B159ED2F97ED}"/>
          </ac:picMkLst>
        </pc:picChg>
        <pc:picChg chg="add mod">
          <ac:chgData name="Xin Luo" userId="82312ee5779919a4" providerId="LiveId" clId="{B10D17D3-3A51-854C-A635-1C39A202C200}" dt="2023-03-04T02:54:53.881" v="4905" actId="1076"/>
          <ac:picMkLst>
            <pc:docMk/>
            <pc:sldMk cId="3625541778" sldId="2733"/>
            <ac:picMk id="7" creationId="{D7FD8593-2387-9EBB-B64C-4F79275A1E99}"/>
          </ac:picMkLst>
        </pc:picChg>
        <pc:picChg chg="del">
          <ac:chgData name="Xin Luo" userId="82312ee5779919a4" providerId="LiveId" clId="{B10D17D3-3A51-854C-A635-1C39A202C200}" dt="2023-03-04T02:45:32.347" v="4869" actId="478"/>
          <ac:picMkLst>
            <pc:docMk/>
            <pc:sldMk cId="3625541778" sldId="2733"/>
            <ac:picMk id="8" creationId="{03B7A21D-1E22-BD59-B187-8F6FC3C70FAD}"/>
          </ac:picMkLst>
        </pc:picChg>
      </pc:sldChg>
      <pc:sldChg chg="add del">
        <pc:chgData name="Xin Luo" userId="82312ee5779919a4" providerId="LiveId" clId="{B10D17D3-3A51-854C-A635-1C39A202C200}" dt="2023-03-04T02:45:51.767" v="4871"/>
        <pc:sldMkLst>
          <pc:docMk/>
          <pc:sldMk cId="3578463388" sldId="2734"/>
        </pc:sldMkLst>
      </pc:sldChg>
    </pc:docChg>
  </pc:docChgLst>
  <pc:docChgLst>
    <pc:chgData name="Xin Luo" userId="82312ee5779919a4" providerId="LiveId" clId="{D466483C-9A35-F143-8B59-F41186F2D3B2}"/>
    <pc:docChg chg="addSld delSld modSld">
      <pc:chgData name="Xin Luo" userId="82312ee5779919a4" providerId="LiveId" clId="{D466483C-9A35-F143-8B59-F41186F2D3B2}" dt="2023-07-02T13:52:16.808" v="94" actId="2696"/>
      <pc:docMkLst>
        <pc:docMk/>
      </pc:docMkLst>
      <pc:sldChg chg="del">
        <pc:chgData name="Xin Luo" userId="82312ee5779919a4" providerId="LiveId" clId="{D466483C-9A35-F143-8B59-F41186F2D3B2}" dt="2023-07-02T13:51:48.306" v="3" actId="2696"/>
        <pc:sldMkLst>
          <pc:docMk/>
          <pc:sldMk cId="1153920038" sldId="2206"/>
        </pc:sldMkLst>
      </pc:sldChg>
      <pc:sldChg chg="del">
        <pc:chgData name="Xin Luo" userId="82312ee5779919a4" providerId="LiveId" clId="{D466483C-9A35-F143-8B59-F41186F2D3B2}" dt="2023-07-02T13:52:16.741" v="80" actId="2696"/>
        <pc:sldMkLst>
          <pc:docMk/>
          <pc:sldMk cId="1576120367" sldId="2387"/>
        </pc:sldMkLst>
      </pc:sldChg>
      <pc:sldChg chg="del">
        <pc:chgData name="Xin Luo" userId="82312ee5779919a4" providerId="LiveId" clId="{D466483C-9A35-F143-8B59-F41186F2D3B2}" dt="2023-07-02T13:52:16.795" v="93" actId="2696"/>
        <pc:sldMkLst>
          <pc:docMk/>
          <pc:sldMk cId="2415901206" sldId="2447"/>
        </pc:sldMkLst>
      </pc:sldChg>
      <pc:sldChg chg="del">
        <pc:chgData name="Xin Luo" userId="82312ee5779919a4" providerId="LiveId" clId="{D466483C-9A35-F143-8B59-F41186F2D3B2}" dt="2023-07-02T13:52:16.747" v="82" actId="2696"/>
        <pc:sldMkLst>
          <pc:docMk/>
          <pc:sldMk cId="4067577602" sldId="2605"/>
        </pc:sldMkLst>
      </pc:sldChg>
      <pc:sldChg chg="del">
        <pc:chgData name="Xin Luo" userId="82312ee5779919a4" providerId="LiveId" clId="{D466483C-9A35-F143-8B59-F41186F2D3B2}" dt="2023-07-02T13:52:16.749" v="83" actId="2696"/>
        <pc:sldMkLst>
          <pc:docMk/>
          <pc:sldMk cId="1602808061" sldId="2707"/>
        </pc:sldMkLst>
      </pc:sldChg>
      <pc:sldChg chg="del">
        <pc:chgData name="Xin Luo" userId="82312ee5779919a4" providerId="LiveId" clId="{D466483C-9A35-F143-8B59-F41186F2D3B2}" dt="2023-07-02T13:52:16.789" v="90" actId="2696"/>
        <pc:sldMkLst>
          <pc:docMk/>
          <pc:sldMk cId="1658607177" sldId="2708"/>
        </pc:sldMkLst>
      </pc:sldChg>
      <pc:sldChg chg="del">
        <pc:chgData name="Xin Luo" userId="82312ee5779919a4" providerId="LiveId" clId="{D466483C-9A35-F143-8B59-F41186F2D3B2}" dt="2023-07-02T13:52:16.756" v="86" actId="2696"/>
        <pc:sldMkLst>
          <pc:docMk/>
          <pc:sldMk cId="1257969106" sldId="2709"/>
        </pc:sldMkLst>
      </pc:sldChg>
      <pc:sldChg chg="del">
        <pc:chgData name="Xin Luo" userId="82312ee5779919a4" providerId="LiveId" clId="{D466483C-9A35-F143-8B59-F41186F2D3B2}" dt="2023-07-02T13:52:16.786" v="89" actId="2696"/>
        <pc:sldMkLst>
          <pc:docMk/>
          <pc:sldMk cId="2744383376" sldId="2711"/>
        </pc:sldMkLst>
      </pc:sldChg>
      <pc:sldChg chg="del">
        <pc:chgData name="Xin Luo" userId="82312ee5779919a4" providerId="LiveId" clId="{D466483C-9A35-F143-8B59-F41186F2D3B2}" dt="2023-07-02T13:52:16.739" v="79" actId="2696"/>
        <pc:sldMkLst>
          <pc:docMk/>
          <pc:sldMk cId="280619949" sldId="2714"/>
        </pc:sldMkLst>
      </pc:sldChg>
      <pc:sldChg chg="del">
        <pc:chgData name="Xin Luo" userId="82312ee5779919a4" providerId="LiveId" clId="{D466483C-9A35-F143-8B59-F41186F2D3B2}" dt="2023-07-02T13:52:16.726" v="74" actId="2696"/>
        <pc:sldMkLst>
          <pc:docMk/>
          <pc:sldMk cId="3852391939" sldId="2715"/>
        </pc:sldMkLst>
      </pc:sldChg>
      <pc:sldChg chg="del">
        <pc:chgData name="Xin Luo" userId="82312ee5779919a4" providerId="LiveId" clId="{D466483C-9A35-F143-8B59-F41186F2D3B2}" dt="2023-07-02T13:52:16.753" v="84" actId="2696"/>
        <pc:sldMkLst>
          <pc:docMk/>
          <pc:sldMk cId="3026715585" sldId="2716"/>
        </pc:sldMkLst>
      </pc:sldChg>
      <pc:sldChg chg="del">
        <pc:chgData name="Xin Luo" userId="82312ee5779919a4" providerId="LiveId" clId="{D466483C-9A35-F143-8B59-F41186F2D3B2}" dt="2023-07-02T13:52:16.728" v="75" actId="2696"/>
        <pc:sldMkLst>
          <pc:docMk/>
          <pc:sldMk cId="4136986794" sldId="2717"/>
        </pc:sldMkLst>
      </pc:sldChg>
      <pc:sldChg chg="del">
        <pc:chgData name="Xin Luo" userId="82312ee5779919a4" providerId="LiveId" clId="{D466483C-9A35-F143-8B59-F41186F2D3B2}" dt="2023-07-02T13:52:16.755" v="85" actId="2696"/>
        <pc:sldMkLst>
          <pc:docMk/>
          <pc:sldMk cId="1778017482" sldId="2718"/>
        </pc:sldMkLst>
      </pc:sldChg>
      <pc:sldChg chg="del">
        <pc:chgData name="Xin Luo" userId="82312ee5779919a4" providerId="LiveId" clId="{D466483C-9A35-F143-8B59-F41186F2D3B2}" dt="2023-07-02T13:52:16.731" v="76" actId="2696"/>
        <pc:sldMkLst>
          <pc:docMk/>
          <pc:sldMk cId="1858913004" sldId="2719"/>
        </pc:sldMkLst>
      </pc:sldChg>
      <pc:sldChg chg="del">
        <pc:chgData name="Xin Luo" userId="82312ee5779919a4" providerId="LiveId" clId="{D466483C-9A35-F143-8B59-F41186F2D3B2}" dt="2023-07-02T13:52:16.734" v="77" actId="2696"/>
        <pc:sldMkLst>
          <pc:docMk/>
          <pc:sldMk cId="3480831675" sldId="2720"/>
        </pc:sldMkLst>
      </pc:sldChg>
      <pc:sldChg chg="del">
        <pc:chgData name="Xin Luo" userId="82312ee5779919a4" providerId="LiveId" clId="{D466483C-9A35-F143-8B59-F41186F2D3B2}" dt="2023-07-02T13:52:16.723" v="73" actId="2696"/>
        <pc:sldMkLst>
          <pc:docMk/>
          <pc:sldMk cId="769179569" sldId="2723"/>
        </pc:sldMkLst>
      </pc:sldChg>
      <pc:sldChg chg="del">
        <pc:chgData name="Xin Luo" userId="82312ee5779919a4" providerId="LiveId" clId="{D466483C-9A35-F143-8B59-F41186F2D3B2}" dt="2023-07-02T13:52:16.737" v="78" actId="2696"/>
        <pc:sldMkLst>
          <pc:docMk/>
          <pc:sldMk cId="57442970" sldId="2725"/>
        </pc:sldMkLst>
      </pc:sldChg>
      <pc:sldChg chg="del">
        <pc:chgData name="Xin Luo" userId="82312ee5779919a4" providerId="LiveId" clId="{D466483C-9A35-F143-8B59-F41186F2D3B2}" dt="2023-07-02T13:52:16.783" v="88" actId="2696"/>
        <pc:sldMkLst>
          <pc:docMk/>
          <pc:sldMk cId="4114066566" sldId="2726"/>
        </pc:sldMkLst>
      </pc:sldChg>
      <pc:sldChg chg="del">
        <pc:chgData name="Xin Luo" userId="82312ee5779919a4" providerId="LiveId" clId="{D466483C-9A35-F143-8B59-F41186F2D3B2}" dt="2023-07-02T13:52:16.758" v="87" actId="2696"/>
        <pc:sldMkLst>
          <pc:docMk/>
          <pc:sldMk cId="1683372320" sldId="2728"/>
        </pc:sldMkLst>
      </pc:sldChg>
      <pc:sldChg chg="del">
        <pc:chgData name="Xin Luo" userId="82312ee5779919a4" providerId="LiveId" clId="{D466483C-9A35-F143-8B59-F41186F2D3B2}" dt="2023-07-02T13:52:16.744" v="81" actId="2696"/>
        <pc:sldMkLst>
          <pc:docMk/>
          <pc:sldMk cId="240261692" sldId="2729"/>
        </pc:sldMkLst>
      </pc:sldChg>
      <pc:sldChg chg="del">
        <pc:chgData name="Xin Luo" userId="82312ee5779919a4" providerId="LiveId" clId="{D466483C-9A35-F143-8B59-F41186F2D3B2}" dt="2023-07-02T13:52:16.720" v="72" actId="2696"/>
        <pc:sldMkLst>
          <pc:docMk/>
          <pc:sldMk cId="736914780" sldId="2730"/>
        </pc:sldMkLst>
      </pc:sldChg>
      <pc:sldChg chg="del">
        <pc:chgData name="Xin Luo" userId="82312ee5779919a4" providerId="LiveId" clId="{D466483C-9A35-F143-8B59-F41186F2D3B2}" dt="2023-07-02T13:52:16.808" v="94" actId="2696"/>
        <pc:sldMkLst>
          <pc:docMk/>
          <pc:sldMk cId="3309691984" sldId="2731"/>
        </pc:sldMkLst>
      </pc:sldChg>
      <pc:sldChg chg="del">
        <pc:chgData name="Xin Luo" userId="82312ee5779919a4" providerId="LiveId" clId="{D466483C-9A35-F143-8B59-F41186F2D3B2}" dt="2023-07-02T13:52:16.791" v="91" actId="2696"/>
        <pc:sldMkLst>
          <pc:docMk/>
          <pc:sldMk cId="1199790559" sldId="2732"/>
        </pc:sldMkLst>
      </pc:sldChg>
      <pc:sldChg chg="del">
        <pc:chgData name="Xin Luo" userId="82312ee5779919a4" providerId="LiveId" clId="{D466483C-9A35-F143-8B59-F41186F2D3B2}" dt="2023-07-02T13:52:16.793" v="92" actId="2696"/>
        <pc:sldMkLst>
          <pc:docMk/>
          <pc:sldMk cId="3625541778" sldId="2733"/>
        </pc:sldMkLst>
      </pc:sldChg>
      <pc:sldChg chg="modSp add del mod setBg">
        <pc:chgData name="Xin Luo" userId="82312ee5779919a4" providerId="LiveId" clId="{D466483C-9A35-F143-8B59-F41186F2D3B2}" dt="2023-07-02T13:52:09.702" v="71" actId="20577"/>
        <pc:sldMkLst>
          <pc:docMk/>
          <pc:sldMk cId="2241021106" sldId="2734"/>
        </pc:sldMkLst>
        <pc:spChg chg="mod">
          <ac:chgData name="Xin Luo" userId="82312ee5779919a4" providerId="LiveId" clId="{D466483C-9A35-F143-8B59-F41186F2D3B2}" dt="2023-07-02T13:52:09.702" v="71" actId="20577"/>
          <ac:spMkLst>
            <pc:docMk/>
            <pc:sldMk cId="2241021106" sldId="2734"/>
            <ac:spMk id="24" creationId="{00000000-0000-0000-0000-000000000000}"/>
          </ac:spMkLst>
        </pc:spChg>
      </pc:sldChg>
    </pc:docChg>
  </pc:docChgLst>
  <pc:docChgLst>
    <pc:chgData name="Xin Luo" userId="82312ee5779919a4" providerId="LiveId" clId="{4DB6C473-8E57-A543-81F7-48BE109E8C13}"/>
    <pc:docChg chg="undo custSel addSld delSld modSld sldOrd delMainMaster">
      <pc:chgData name="Xin Luo" userId="82312ee5779919a4" providerId="LiveId" clId="{4DB6C473-8E57-A543-81F7-48BE109E8C13}" dt="2023-02-21T15:10:04.498" v="5724" actId="108"/>
      <pc:docMkLst>
        <pc:docMk/>
      </pc:docMkLst>
      <pc:sldChg chg="addSp delSp modSp mod">
        <pc:chgData name="Xin Luo" userId="82312ee5779919a4" providerId="LiveId" clId="{4DB6C473-8E57-A543-81F7-48BE109E8C13}" dt="2023-02-21T08:54:32.554" v="3595" actId="1076"/>
        <pc:sldMkLst>
          <pc:docMk/>
          <pc:sldMk cId="1576120367" sldId="2387"/>
        </pc:sldMkLst>
        <pc:spChg chg="add del mod">
          <ac:chgData name="Xin Luo" userId="82312ee5779919a4" providerId="LiveId" clId="{4DB6C473-8E57-A543-81F7-48BE109E8C13}" dt="2023-02-21T05:44:22.831" v="2010"/>
          <ac:spMkLst>
            <pc:docMk/>
            <pc:sldMk cId="1576120367" sldId="2387"/>
            <ac:spMk id="4" creationId="{14071939-13A8-68AD-CF24-E66618C9CB95}"/>
          </ac:spMkLst>
        </pc:spChg>
        <pc:spChg chg="add del">
          <ac:chgData name="Xin Luo" userId="82312ee5779919a4" providerId="LiveId" clId="{4DB6C473-8E57-A543-81F7-48BE109E8C13}" dt="2023-02-21T05:42:59.400" v="1996" actId="478"/>
          <ac:spMkLst>
            <pc:docMk/>
            <pc:sldMk cId="1576120367" sldId="2387"/>
            <ac:spMk id="6" creationId="{00000000-0000-0000-0000-000000000000}"/>
          </ac:spMkLst>
        </pc:spChg>
        <pc:spChg chg="del">
          <ac:chgData name="Xin Luo" userId="82312ee5779919a4" providerId="LiveId" clId="{4DB6C473-8E57-A543-81F7-48BE109E8C13}" dt="2023-02-21T05:42:53.918" v="1994" actId="478"/>
          <ac:spMkLst>
            <pc:docMk/>
            <pc:sldMk cId="1576120367" sldId="2387"/>
            <ac:spMk id="7" creationId="{00000000-0000-0000-0000-000000000000}"/>
          </ac:spMkLst>
        </pc:spChg>
        <pc:spChg chg="add del mod">
          <ac:chgData name="Xin Luo" userId="82312ee5779919a4" providerId="LiveId" clId="{4DB6C473-8E57-A543-81F7-48BE109E8C13}" dt="2023-02-21T05:46:39.935" v="2038" actId="478"/>
          <ac:spMkLst>
            <pc:docMk/>
            <pc:sldMk cId="1576120367" sldId="2387"/>
            <ac:spMk id="8" creationId="{5795B555-5780-95D6-6939-E2A2F840CEDB}"/>
          </ac:spMkLst>
        </pc:spChg>
        <pc:spChg chg="add del mod topLvl">
          <ac:chgData name="Xin Luo" userId="82312ee5779919a4" providerId="LiveId" clId="{4DB6C473-8E57-A543-81F7-48BE109E8C13}" dt="2023-02-21T05:47:15.440" v="2044" actId="164"/>
          <ac:spMkLst>
            <pc:docMk/>
            <pc:sldMk cId="1576120367" sldId="2387"/>
            <ac:spMk id="10" creationId="{00000000-0000-0000-0000-000000000000}"/>
          </ac:spMkLst>
        </pc:spChg>
        <pc:spChg chg="mod topLvl">
          <ac:chgData name="Xin Luo" userId="82312ee5779919a4" providerId="LiveId" clId="{4DB6C473-8E57-A543-81F7-48BE109E8C13}" dt="2023-02-21T05:47:15.440" v="2044" actId="164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3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4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5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6" creationId="{00000000-0000-0000-0000-000000000000}"/>
          </ac:spMkLst>
        </pc:spChg>
        <pc:grpChg chg="add del mod">
          <ac:chgData name="Xin Luo" userId="82312ee5779919a4" providerId="LiveId" clId="{4DB6C473-8E57-A543-81F7-48BE109E8C13}" dt="2023-02-21T08:54:26.670" v="3594" actId="478"/>
          <ac:grpSpMkLst>
            <pc:docMk/>
            <pc:sldMk cId="1576120367" sldId="2387"/>
            <ac:grpSpMk id="2" creationId="{390AEDC4-AC8C-713C-F926-259F989CB162}"/>
          </ac:grpSpMkLst>
        </pc:grpChg>
        <pc:grpChg chg="add mod">
          <ac:chgData name="Xin Luo" userId="82312ee5779919a4" providerId="LiveId" clId="{4DB6C473-8E57-A543-81F7-48BE109E8C13}" dt="2023-02-21T08:54:32.554" v="3595" actId="1076"/>
          <ac:grpSpMkLst>
            <pc:docMk/>
            <pc:sldMk cId="1576120367" sldId="2387"/>
            <ac:grpSpMk id="3" creationId="{12ED16A1-79B8-7DB1-1CC1-250B051BAD58}"/>
          </ac:grpSpMkLst>
        </pc:grpChg>
        <pc:grpChg chg="add del mod">
          <ac:chgData name="Xin Luo" userId="82312ee5779919a4" providerId="LiveId" clId="{4DB6C473-8E57-A543-81F7-48BE109E8C13}" dt="2023-02-21T05:45:51.755" v="2019" actId="165"/>
          <ac:grpSpMkLst>
            <pc:docMk/>
            <pc:sldMk cId="1576120367" sldId="2387"/>
            <ac:grpSpMk id="5" creationId="{8F30E2E3-F8BB-EDF1-8726-1256D1547BF7}"/>
          </ac:grpSpMkLst>
        </pc:grpChg>
        <pc:grpChg chg="add mod">
          <ac:chgData name="Xin Luo" userId="82312ee5779919a4" providerId="LiveId" clId="{4DB6C473-8E57-A543-81F7-48BE109E8C13}" dt="2023-02-21T08:54:32.554" v="3595" actId="1076"/>
          <ac:grpSpMkLst>
            <pc:docMk/>
            <pc:sldMk cId="1576120367" sldId="2387"/>
            <ac:grpSpMk id="9" creationId="{84B9B8D5-4BCC-CDFF-1E13-B005060A8BDF}"/>
          </ac:grpSpMkLst>
        </pc:grpChg>
      </pc:sldChg>
      <pc:sldChg chg="del">
        <pc:chgData name="Xin Luo" userId="82312ee5779919a4" providerId="LiveId" clId="{4DB6C473-8E57-A543-81F7-48BE109E8C13}" dt="2023-02-21T08:54:15.767" v="3575" actId="2696"/>
        <pc:sldMkLst>
          <pc:docMk/>
          <pc:sldMk cId="0" sldId="2446"/>
        </pc:sldMkLst>
      </pc:sldChg>
      <pc:sldChg chg="modSp mod ord">
        <pc:chgData name="Xin Luo" userId="82312ee5779919a4" providerId="LiveId" clId="{4DB6C473-8E57-A543-81F7-48BE109E8C13}" dt="2023-02-21T06:59:18.091" v="3225" actId="20578"/>
        <pc:sldMkLst>
          <pc:docMk/>
          <pc:sldMk cId="2415901206" sldId="2447"/>
        </pc:sldMkLst>
        <pc:spChg chg="mod">
          <ac:chgData name="Xin Luo" userId="82312ee5779919a4" providerId="LiveId" clId="{4DB6C473-8E57-A543-81F7-48BE109E8C13}" dt="2023-02-21T03:26:36.249" v="1977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 ord">
        <pc:chgData name="Xin Luo" userId="82312ee5779919a4" providerId="LiveId" clId="{4DB6C473-8E57-A543-81F7-48BE109E8C13}" dt="2023-02-21T07:23:56.843" v="3356" actId="20577"/>
        <pc:sldMkLst>
          <pc:docMk/>
          <pc:sldMk cId="4067577602" sldId="2605"/>
        </pc:sldMkLst>
        <pc:spChg chg="mod">
          <ac:chgData name="Xin Luo" userId="82312ee5779919a4" providerId="LiveId" clId="{4DB6C473-8E57-A543-81F7-48BE109E8C13}" dt="2023-02-21T07:23:56.843" v="3356" actId="20577"/>
          <ac:spMkLst>
            <pc:docMk/>
            <pc:sldMk cId="4067577602" sldId="2605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3:26:50.232" v="1984" actId="20577"/>
          <ac:spMkLst>
            <pc:docMk/>
            <pc:sldMk cId="4067577602" sldId="2605"/>
            <ac:spMk id="3" creationId="{00000000-0000-0000-0000-000000000000}"/>
          </ac:spMkLst>
        </pc:spChg>
        <pc:spChg chg="add del mod">
          <ac:chgData name="Xin Luo" userId="82312ee5779919a4" providerId="LiveId" clId="{4DB6C473-8E57-A543-81F7-48BE109E8C13}" dt="2023-02-21T07:21:29.220" v="3297"/>
          <ac:spMkLst>
            <pc:docMk/>
            <pc:sldMk cId="4067577602" sldId="2605"/>
            <ac:spMk id="4" creationId="{6043EA4A-1AB3-028D-434C-C16CE58B3A2A}"/>
          </ac:spMkLst>
        </pc:spChg>
        <pc:spChg chg="add mod">
          <ac:chgData name="Xin Luo" userId="82312ee5779919a4" providerId="LiveId" clId="{4DB6C473-8E57-A543-81F7-48BE109E8C13}" dt="2023-02-21T07:23:29.335" v="3346" actId="1076"/>
          <ac:spMkLst>
            <pc:docMk/>
            <pc:sldMk cId="4067577602" sldId="2605"/>
            <ac:spMk id="5" creationId="{8CB3051E-1455-F2D6-027A-C359D1264B18}"/>
          </ac:spMkLst>
        </pc:spChg>
        <pc:spChg chg="del">
          <ac:chgData name="Xin Luo" userId="82312ee5779919a4" providerId="LiveId" clId="{4DB6C473-8E57-A543-81F7-48BE109E8C13}" dt="2023-02-21T05:48:10.681" v="2114" actId="478"/>
          <ac:spMkLst>
            <pc:docMk/>
            <pc:sldMk cId="4067577602" sldId="2605"/>
            <ac:spMk id="15" creationId="{32C45697-89D7-5F4B-C2BC-3A7FBC2C544B}"/>
          </ac:spMkLst>
        </pc:spChg>
        <pc:spChg chg="mod">
          <ac:chgData name="Xin Luo" userId="82312ee5779919a4" providerId="LiveId" clId="{4DB6C473-8E57-A543-81F7-48BE109E8C13}" dt="2023-02-21T07:11:29.463" v="3277" actId="2710"/>
          <ac:spMkLst>
            <pc:docMk/>
            <pc:sldMk cId="4067577602" sldId="2605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05:48:06.479" v="2112" actId="478"/>
          <ac:picMkLst>
            <pc:docMk/>
            <pc:sldMk cId="4067577602" sldId="2605"/>
            <ac:picMk id="10" creationId="{492CAE81-3897-13BB-6E5A-74F2AC5F581A}"/>
          </ac:picMkLst>
        </pc:picChg>
        <pc:picChg chg="del">
          <ac:chgData name="Xin Luo" userId="82312ee5779919a4" providerId="LiveId" clId="{4DB6C473-8E57-A543-81F7-48BE109E8C13}" dt="2023-02-21T05:48:08.245" v="2113" actId="478"/>
          <ac:picMkLst>
            <pc:docMk/>
            <pc:sldMk cId="4067577602" sldId="2605"/>
            <ac:picMk id="14" creationId="{0637D38F-D0BE-5E7D-7891-2D7FAA4B4ED9}"/>
          </ac:picMkLst>
        </pc:picChg>
        <pc:picChg chg="add mod">
          <ac:chgData name="Xin Luo" userId="82312ee5779919a4" providerId="LiveId" clId="{4DB6C473-8E57-A543-81F7-48BE109E8C13}" dt="2023-02-21T07:23:29.335" v="3346" actId="1076"/>
          <ac:picMkLst>
            <pc:docMk/>
            <pc:sldMk cId="4067577602" sldId="2605"/>
            <ac:picMk id="1026" creationId="{9270A6EE-B03E-77C5-630F-E811251395A0}"/>
          </ac:picMkLst>
        </pc:picChg>
      </pc:sldChg>
      <pc:sldChg chg="del">
        <pc:chgData name="Xin Luo" userId="82312ee5779919a4" providerId="LiveId" clId="{4DB6C473-8E57-A543-81F7-48BE109E8C13}" dt="2023-02-21T14:49:50.253" v="5372" actId="2696"/>
        <pc:sldMkLst>
          <pc:docMk/>
          <pc:sldMk cId="963926578" sldId="2613"/>
        </pc:sldMkLst>
      </pc:sldChg>
      <pc:sldChg chg="del">
        <pc:chgData name="Xin Luo" userId="82312ee5779919a4" providerId="LiveId" clId="{4DB6C473-8E57-A543-81F7-48BE109E8C13}" dt="2023-02-21T14:49:50.286" v="5373" actId="2696"/>
        <pc:sldMkLst>
          <pc:docMk/>
          <pc:sldMk cId="1377829391" sldId="2689"/>
        </pc:sldMkLst>
      </pc:sldChg>
      <pc:sldChg chg="del">
        <pc:chgData name="Xin Luo" userId="82312ee5779919a4" providerId="LiveId" clId="{4DB6C473-8E57-A543-81F7-48BE109E8C13}" dt="2023-02-21T14:49:50.299" v="5374" actId="2696"/>
        <pc:sldMkLst>
          <pc:docMk/>
          <pc:sldMk cId="2843640805" sldId="2704"/>
        </pc:sldMkLst>
      </pc:sldChg>
      <pc:sldChg chg="delSp modSp add mod ord">
        <pc:chgData name="Xin Luo" userId="82312ee5779919a4" providerId="LiveId" clId="{4DB6C473-8E57-A543-81F7-48BE109E8C13}" dt="2023-02-21T05:54:53.172" v="2328" actId="113"/>
        <pc:sldMkLst>
          <pc:docMk/>
          <pc:sldMk cId="2688334957" sldId="2705"/>
        </pc:sldMkLst>
        <pc:spChg chg="mod">
          <ac:chgData name="Xin Luo" userId="82312ee5779919a4" providerId="LiveId" clId="{4DB6C473-8E57-A543-81F7-48BE109E8C13}" dt="2023-02-21T03:04:15.029" v="17" actId="20577"/>
          <ac:spMkLst>
            <pc:docMk/>
            <pc:sldMk cId="2688334957" sldId="2705"/>
            <ac:spMk id="2" creationId="{631AADB6-C88A-D817-4683-FC087E4E240F}"/>
          </ac:spMkLst>
        </pc:spChg>
        <pc:spChg chg="del">
          <ac:chgData name="Xin Luo" userId="82312ee5779919a4" providerId="LiveId" clId="{4DB6C473-8E57-A543-81F7-48BE109E8C13}" dt="2023-02-21T03:04:17.351" v="18" actId="478"/>
          <ac:spMkLst>
            <pc:docMk/>
            <pc:sldMk cId="2688334957" sldId="2705"/>
            <ac:spMk id="15" creationId="{32C45697-89D7-5F4B-C2BC-3A7FBC2C544B}"/>
          </ac:spMkLst>
        </pc:spChg>
        <pc:spChg chg="mod">
          <ac:chgData name="Xin Luo" userId="82312ee5779919a4" providerId="LiveId" clId="{4DB6C473-8E57-A543-81F7-48BE109E8C13}" dt="2023-02-21T05:54:53.172" v="2328" actId="113"/>
          <ac:spMkLst>
            <pc:docMk/>
            <pc:sldMk cId="2688334957" sldId="2705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03:04:18.544" v="20" actId="478"/>
          <ac:picMkLst>
            <pc:docMk/>
            <pc:sldMk cId="2688334957" sldId="2705"/>
            <ac:picMk id="10" creationId="{492CAE81-3897-13BB-6E5A-74F2AC5F581A}"/>
          </ac:picMkLst>
        </pc:picChg>
        <pc:picChg chg="del">
          <ac:chgData name="Xin Luo" userId="82312ee5779919a4" providerId="LiveId" clId="{4DB6C473-8E57-A543-81F7-48BE109E8C13}" dt="2023-02-21T03:04:17.947" v="19" actId="478"/>
          <ac:picMkLst>
            <pc:docMk/>
            <pc:sldMk cId="2688334957" sldId="2705"/>
            <ac:picMk id="14" creationId="{0637D38F-D0BE-5E7D-7891-2D7FAA4B4ED9}"/>
          </ac:picMkLst>
        </pc:picChg>
      </pc:sldChg>
      <pc:sldChg chg="modSp add mod">
        <pc:chgData name="Xin Luo" userId="82312ee5779919a4" providerId="LiveId" clId="{4DB6C473-8E57-A543-81F7-48BE109E8C13}" dt="2023-02-21T05:59:45.306" v="2357" actId="2711"/>
        <pc:sldMkLst>
          <pc:docMk/>
          <pc:sldMk cId="2464444856" sldId="2706"/>
        </pc:sldMkLst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3" creationId="{00000000-0000-0000-0000-000000000000}"/>
          </ac:spMkLst>
        </pc:spChg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17" creationId="{9E05FFCA-3371-AF5C-381D-71D984055F5A}"/>
          </ac:spMkLst>
        </pc:spChg>
      </pc:sldChg>
      <pc:sldChg chg="modSp add mod">
        <pc:chgData name="Xin Luo" userId="82312ee5779919a4" providerId="LiveId" clId="{4DB6C473-8E57-A543-81F7-48BE109E8C13}" dt="2023-02-21T06:00:27.005" v="2362" actId="113"/>
        <pc:sldMkLst>
          <pc:docMk/>
          <pc:sldMk cId="1602808061" sldId="2707"/>
        </pc:sldMkLst>
        <pc:spChg chg="mod">
          <ac:chgData name="Xin Luo" userId="82312ee5779919a4" providerId="LiveId" clId="{4DB6C473-8E57-A543-81F7-48BE109E8C13}" dt="2023-02-21T03:16:48.798" v="1289" actId="20577"/>
          <ac:spMkLst>
            <pc:docMk/>
            <pc:sldMk cId="1602808061" sldId="2707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6:00:27.005" v="2362" actId="113"/>
          <ac:spMkLst>
            <pc:docMk/>
            <pc:sldMk cId="1602808061" sldId="2707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03:24:12.660" v="1798" actId="207"/>
        <pc:sldMkLst>
          <pc:docMk/>
          <pc:sldMk cId="1658607177" sldId="2708"/>
        </pc:sldMkLst>
        <pc:spChg chg="add mod">
          <ac:chgData name="Xin Luo" userId="82312ee5779919a4" providerId="LiveId" clId="{4DB6C473-8E57-A543-81F7-48BE109E8C13}" dt="2023-02-21T03:24:12.660" v="1798" actId="20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4DB6C473-8E57-A543-81F7-48BE109E8C13}" dt="2023-02-21T03:22:03.139" v="1731" actId="20577"/>
          <ac:spMkLst>
            <pc:docMk/>
            <pc:sldMk cId="1658607177" sldId="2708"/>
            <ac:spMk id="24" creationId="{00000000-0000-0000-0000-000000000000}"/>
          </ac:spMkLst>
        </pc:spChg>
        <pc:picChg chg="mod">
          <ac:chgData name="Xin Luo" userId="82312ee5779919a4" providerId="LiveId" clId="{4DB6C473-8E57-A543-81F7-48BE109E8C13}" dt="2023-02-21T03:23:29.344" v="1786" actId="1076"/>
          <ac:picMkLst>
            <pc:docMk/>
            <pc:sldMk cId="1658607177" sldId="2708"/>
            <ac:picMk id="4" creationId="{C5A20417-E7CA-C285-EB98-9BD26873E83E}"/>
          </ac:picMkLst>
        </pc:picChg>
      </pc:sldChg>
      <pc:sldChg chg="add del setBg">
        <pc:chgData name="Xin Luo" userId="82312ee5779919a4" providerId="LiveId" clId="{4DB6C473-8E57-A543-81F7-48BE109E8C13}" dt="2023-02-21T03:21:36.224" v="1707"/>
        <pc:sldMkLst>
          <pc:docMk/>
          <pc:sldMk cId="3430641667" sldId="2708"/>
        </pc:sldMkLst>
      </pc:sldChg>
      <pc:sldChg chg="modSp add mod ord">
        <pc:chgData name="Xin Luo" userId="82312ee5779919a4" providerId="LiveId" clId="{4DB6C473-8E57-A543-81F7-48BE109E8C13}" dt="2023-02-21T07:27:15.123" v="3399" actId="20578"/>
        <pc:sldMkLst>
          <pc:docMk/>
          <pc:sldMk cId="1257969106" sldId="2709"/>
        </pc:sldMkLst>
        <pc:spChg chg="mod">
          <ac:chgData name="Xin Luo" userId="82312ee5779919a4" providerId="LiveId" clId="{4DB6C473-8E57-A543-81F7-48BE109E8C13}" dt="2023-02-21T05:47:38.868" v="2080" actId="20577"/>
          <ac:spMkLst>
            <pc:docMk/>
            <pc:sldMk cId="1257969106" sldId="2709"/>
            <ac:spMk id="7" creationId="{00000000-0000-0000-0000-000000000000}"/>
          </ac:spMkLst>
        </pc:spChg>
      </pc:sldChg>
      <pc:sldChg chg="add del setBg">
        <pc:chgData name="Xin Luo" userId="82312ee5779919a4" providerId="LiveId" clId="{4DB6C473-8E57-A543-81F7-48BE109E8C13}" dt="2023-02-21T03:22:38.148" v="1735"/>
        <pc:sldMkLst>
          <pc:docMk/>
          <pc:sldMk cId="2068292362" sldId="2709"/>
        </pc:sldMkLst>
      </pc:sldChg>
      <pc:sldChg chg="add del setBg">
        <pc:chgData name="Xin Luo" userId="82312ee5779919a4" providerId="LiveId" clId="{4DB6C473-8E57-A543-81F7-48BE109E8C13}" dt="2023-02-21T03:22:29.206" v="1733"/>
        <pc:sldMkLst>
          <pc:docMk/>
          <pc:sldMk cId="4244071672" sldId="2709"/>
        </pc:sldMkLst>
      </pc:sldChg>
      <pc:sldChg chg="modSp add del mod">
        <pc:chgData name="Xin Luo" userId="82312ee5779919a4" providerId="LiveId" clId="{4DB6C473-8E57-A543-81F7-48BE109E8C13}" dt="2023-02-21T12:49:10.754" v="4207" actId="2696"/>
        <pc:sldMkLst>
          <pc:docMk/>
          <pc:sldMk cId="4096743637" sldId="2710"/>
        </pc:sldMkLst>
        <pc:spChg chg="mod">
          <ac:chgData name="Xin Luo" userId="82312ee5779919a4" providerId="LiveId" clId="{4DB6C473-8E57-A543-81F7-48BE109E8C13}" dt="2023-02-21T05:47:46.587" v="2093" actId="20577"/>
          <ac:spMkLst>
            <pc:docMk/>
            <pc:sldMk cId="4096743637" sldId="2710"/>
            <ac:spMk id="7" creationId="{00000000-0000-0000-0000-000000000000}"/>
          </ac:spMkLst>
        </pc:spChg>
      </pc:sldChg>
      <pc:sldChg chg="addSp delSp modSp add mod">
        <pc:chgData name="Xin Luo" userId="82312ee5779919a4" providerId="LiveId" clId="{4DB6C473-8E57-A543-81F7-48BE109E8C13}" dt="2023-02-21T15:08:47.651" v="5619" actId="113"/>
        <pc:sldMkLst>
          <pc:docMk/>
          <pc:sldMk cId="2744383376" sldId="2711"/>
        </pc:sldMkLst>
        <pc:spChg chg="mod">
          <ac:chgData name="Xin Luo" userId="82312ee5779919a4" providerId="LiveId" clId="{4DB6C473-8E57-A543-81F7-48BE109E8C13}" dt="2023-02-21T07:01:42.969" v="3272" actId="20577"/>
          <ac:spMkLst>
            <pc:docMk/>
            <pc:sldMk cId="2744383376" sldId="2711"/>
            <ac:spMk id="2" creationId="{631AADB6-C88A-D817-4683-FC087E4E240F}"/>
          </ac:spMkLst>
        </pc:spChg>
        <pc:spChg chg="add del">
          <ac:chgData name="Xin Luo" userId="82312ee5779919a4" providerId="LiveId" clId="{4DB6C473-8E57-A543-81F7-48BE109E8C13}" dt="2023-02-21T06:08:19.635" v="2522" actId="22"/>
          <ac:spMkLst>
            <pc:docMk/>
            <pc:sldMk cId="2744383376" sldId="2711"/>
            <ac:spMk id="5" creationId="{9005BDE5-6349-121C-B95F-5D695486765F}"/>
          </ac:spMkLst>
        </pc:spChg>
        <pc:spChg chg="add del mod">
          <ac:chgData name="Xin Luo" userId="82312ee5779919a4" providerId="LiveId" clId="{4DB6C473-8E57-A543-81F7-48BE109E8C13}" dt="2023-02-21T06:36:09.199" v="3158" actId="478"/>
          <ac:spMkLst>
            <pc:docMk/>
            <pc:sldMk cId="2744383376" sldId="2711"/>
            <ac:spMk id="7" creationId="{508CFB8D-1428-2D03-7C0B-F181DD0AC3B0}"/>
          </ac:spMkLst>
        </pc:spChg>
        <pc:spChg chg="add del mod">
          <ac:chgData name="Xin Luo" userId="82312ee5779919a4" providerId="LiveId" clId="{4DB6C473-8E57-A543-81F7-48BE109E8C13}" dt="2023-02-21T06:35:09.270" v="3110" actId="478"/>
          <ac:spMkLst>
            <pc:docMk/>
            <pc:sldMk cId="2744383376" sldId="2711"/>
            <ac:spMk id="8" creationId="{FE049113-DA9A-B499-A9F7-CE696334739C}"/>
          </ac:spMkLst>
        </pc:spChg>
        <pc:spChg chg="add del">
          <ac:chgData name="Xin Luo" userId="82312ee5779919a4" providerId="LiveId" clId="{4DB6C473-8E57-A543-81F7-48BE109E8C13}" dt="2023-02-21T06:24:41.792" v="2925" actId="22"/>
          <ac:spMkLst>
            <pc:docMk/>
            <pc:sldMk cId="2744383376" sldId="2711"/>
            <ac:spMk id="10" creationId="{2A70B923-8B0E-BFB6-100F-07B5471C1335}"/>
          </ac:spMkLst>
        </pc:spChg>
        <pc:spChg chg="add del mod">
          <ac:chgData name="Xin Luo" userId="82312ee5779919a4" providerId="LiveId" clId="{4DB6C473-8E57-A543-81F7-48BE109E8C13}" dt="2023-02-21T06:36:24.547" v="3163" actId="478"/>
          <ac:spMkLst>
            <pc:docMk/>
            <pc:sldMk cId="2744383376" sldId="2711"/>
            <ac:spMk id="12" creationId="{7AC7943F-2EEF-E2BC-7188-7457E9CCE47B}"/>
          </ac:spMkLst>
        </pc:spChg>
        <pc:spChg chg="add del mod">
          <ac:chgData name="Xin Luo" userId="82312ee5779919a4" providerId="LiveId" clId="{4DB6C473-8E57-A543-81F7-48BE109E8C13}" dt="2023-02-21T06:36:21.741" v="3162" actId="478"/>
          <ac:spMkLst>
            <pc:docMk/>
            <pc:sldMk cId="2744383376" sldId="2711"/>
            <ac:spMk id="13" creationId="{4D3246D5-B603-994F-3AE4-6B8ADC01AFBD}"/>
          </ac:spMkLst>
        </pc:spChg>
        <pc:spChg chg="add del mod">
          <ac:chgData name="Xin Luo" userId="82312ee5779919a4" providerId="LiveId" clId="{4DB6C473-8E57-A543-81F7-48BE109E8C13}" dt="2023-02-21T06:34:25.015" v="3081" actId="478"/>
          <ac:spMkLst>
            <pc:docMk/>
            <pc:sldMk cId="2744383376" sldId="2711"/>
            <ac:spMk id="15" creationId="{E4EF7755-FC04-518B-64D9-6CC2D64CFD40}"/>
          </ac:spMkLst>
        </pc:spChg>
        <pc:spChg chg="mod">
          <ac:chgData name="Xin Luo" userId="82312ee5779919a4" providerId="LiveId" clId="{4DB6C473-8E57-A543-81F7-48BE109E8C13}" dt="2023-02-21T15:07:43.844" v="5615" actId="1038"/>
          <ac:spMkLst>
            <pc:docMk/>
            <pc:sldMk cId="2744383376" sldId="2711"/>
            <ac:spMk id="17" creationId="{9E05FFCA-3371-AF5C-381D-71D984055F5A}"/>
          </ac:spMkLst>
        </pc:spChg>
        <pc:spChg chg="add mod">
          <ac:chgData name="Xin Luo" userId="82312ee5779919a4" providerId="LiveId" clId="{4DB6C473-8E57-A543-81F7-48BE109E8C13}" dt="2023-02-21T15:08:47.651" v="5619" actId="113"/>
          <ac:spMkLst>
            <pc:docMk/>
            <pc:sldMk cId="2744383376" sldId="2711"/>
            <ac:spMk id="18" creationId="{9D310AF3-A081-4032-01C0-C288D4F7AC53}"/>
          </ac:spMkLst>
        </pc:spChg>
      </pc:sldChg>
      <pc:sldChg chg="delSp modSp add del mod">
        <pc:chgData name="Xin Luo" userId="82312ee5779919a4" providerId="LiveId" clId="{4DB6C473-8E57-A543-81F7-48BE109E8C13}" dt="2023-02-21T07:27:24.620" v="3402" actId="2696"/>
        <pc:sldMkLst>
          <pc:docMk/>
          <pc:sldMk cId="1581220802" sldId="2712"/>
        </pc:sldMkLst>
        <pc:spChg chg="mod">
          <ac:chgData name="Xin Luo" userId="82312ee5779919a4" providerId="LiveId" clId="{4DB6C473-8E57-A543-81F7-48BE109E8C13}" dt="2023-02-21T07:01:48.402" v="3274" actId="20577"/>
          <ac:spMkLst>
            <pc:docMk/>
            <pc:sldMk cId="1581220802" sldId="2712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6:58:28.109" v="3222" actId="20577"/>
          <ac:spMkLst>
            <pc:docMk/>
            <pc:sldMk cId="1581220802" sldId="2712"/>
            <ac:spMk id="3" creationId="{00000000-0000-0000-0000-000000000000}"/>
          </ac:spMkLst>
        </pc:spChg>
        <pc:spChg chg="del mod">
          <ac:chgData name="Xin Luo" userId="82312ee5779919a4" providerId="LiveId" clId="{4DB6C473-8E57-A543-81F7-48BE109E8C13}" dt="2023-02-21T07:24:25.709" v="3365"/>
          <ac:spMkLst>
            <pc:docMk/>
            <pc:sldMk cId="1581220802" sldId="2712"/>
            <ac:spMk id="17" creationId="{9E05FFCA-3371-AF5C-381D-71D984055F5A}"/>
          </ac:spMkLst>
        </pc:spChg>
      </pc:sldChg>
      <pc:sldChg chg="modSp add del mod">
        <pc:chgData name="Xin Luo" userId="82312ee5779919a4" providerId="LiveId" clId="{4DB6C473-8E57-A543-81F7-48BE109E8C13}" dt="2023-02-21T07:24:13.066" v="3357" actId="2696"/>
        <pc:sldMkLst>
          <pc:docMk/>
          <pc:sldMk cId="2395170792" sldId="2713"/>
        </pc:sldMkLst>
        <pc:spChg chg="mod">
          <ac:chgData name="Xin Luo" userId="82312ee5779919a4" providerId="LiveId" clId="{4DB6C473-8E57-A543-81F7-48BE109E8C13}" dt="2023-02-21T06:15:05.106" v="2898" actId="20577"/>
          <ac:spMkLst>
            <pc:docMk/>
            <pc:sldMk cId="2395170792" sldId="2713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07:23:52.393" v="3353" actId="20577"/>
        <pc:sldMkLst>
          <pc:docMk/>
          <pc:sldMk cId="280619949" sldId="2714"/>
        </pc:sldMkLst>
        <pc:spChg chg="mod">
          <ac:chgData name="Xin Luo" userId="82312ee5779919a4" providerId="LiveId" clId="{4DB6C473-8E57-A543-81F7-48BE109E8C13}" dt="2023-02-21T07:23:52.393" v="3353" actId="20577"/>
          <ac:spMkLst>
            <pc:docMk/>
            <pc:sldMk cId="280619949" sldId="2714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7:13:49.998" v="3283" actId="404"/>
          <ac:spMkLst>
            <pc:docMk/>
            <pc:sldMk cId="280619949" sldId="2714"/>
            <ac:spMk id="17" creationId="{9E05FFCA-3371-AF5C-381D-71D984055F5A}"/>
          </ac:spMkLst>
        </pc:spChg>
        <pc:picChg chg="add mod">
          <ac:chgData name="Xin Luo" userId="82312ee5779919a4" providerId="LiveId" clId="{4DB6C473-8E57-A543-81F7-48BE109E8C13}" dt="2023-02-21T07:23:39.455" v="3348" actId="14100"/>
          <ac:picMkLst>
            <pc:docMk/>
            <pc:sldMk cId="280619949" sldId="2714"/>
            <ac:picMk id="5" creationId="{0604E948-208D-161C-F579-7EA72A1F42DC}"/>
          </ac:picMkLst>
        </pc:picChg>
      </pc:sldChg>
      <pc:sldChg chg="addSp modSp add mod">
        <pc:chgData name="Xin Luo" userId="82312ee5779919a4" providerId="LiveId" clId="{4DB6C473-8E57-A543-81F7-48BE109E8C13}" dt="2023-02-21T13:47:35.461" v="4912" actId="1076"/>
        <pc:sldMkLst>
          <pc:docMk/>
          <pc:sldMk cId="3852391939" sldId="2715"/>
        </pc:sldMkLst>
        <pc:spChg chg="mod">
          <ac:chgData name="Xin Luo" userId="82312ee5779919a4" providerId="LiveId" clId="{4DB6C473-8E57-A543-81F7-48BE109E8C13}" dt="2023-02-21T13:06:48.362" v="4245" actId="20577"/>
          <ac:spMkLst>
            <pc:docMk/>
            <pc:sldMk cId="3852391939" sldId="2715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7:43:23.802" v="3522" actId="20577"/>
          <ac:spMkLst>
            <pc:docMk/>
            <pc:sldMk cId="3852391939" sldId="2715"/>
            <ac:spMk id="3" creationId="{00000000-0000-0000-0000-000000000000}"/>
          </ac:spMkLst>
        </pc:spChg>
        <pc:spChg chg="add mod">
          <ac:chgData name="Xin Luo" userId="82312ee5779919a4" providerId="LiveId" clId="{4DB6C473-8E57-A543-81F7-48BE109E8C13}" dt="2023-02-21T13:41:38.670" v="4903" actId="20577"/>
          <ac:spMkLst>
            <pc:docMk/>
            <pc:sldMk cId="3852391939" sldId="2715"/>
            <ac:spMk id="5" creationId="{FCD10A89-5E0E-5D73-1D4F-9E11D943B29C}"/>
          </ac:spMkLst>
        </pc:spChg>
        <pc:picChg chg="add mod">
          <ac:chgData name="Xin Luo" userId="82312ee5779919a4" providerId="LiveId" clId="{4DB6C473-8E57-A543-81F7-48BE109E8C13}" dt="2023-02-21T13:47:35.461" v="4912" actId="1076"/>
          <ac:picMkLst>
            <pc:docMk/>
            <pc:sldMk cId="3852391939" sldId="2715"/>
            <ac:picMk id="2050" creationId="{8F8FBDFD-CF37-F4FE-58FA-9350A0CDABC7}"/>
          </ac:picMkLst>
        </pc:picChg>
      </pc:sldChg>
      <pc:sldChg chg="addSp modSp add mod ord">
        <pc:chgData name="Xin Luo" userId="82312ee5779919a4" providerId="LiveId" clId="{4DB6C473-8E57-A543-81F7-48BE109E8C13}" dt="2023-02-21T13:15:30.678" v="4562" actId="1035"/>
        <pc:sldMkLst>
          <pc:docMk/>
          <pc:sldMk cId="3026715585" sldId="2716"/>
        </pc:sldMkLst>
        <pc:spChg chg="mod">
          <ac:chgData name="Xin Luo" userId="82312ee5779919a4" providerId="LiveId" clId="{4DB6C473-8E57-A543-81F7-48BE109E8C13}" dt="2023-02-21T07:27:17.840" v="3401" actId="20577"/>
          <ac:spMkLst>
            <pc:docMk/>
            <pc:sldMk cId="3026715585" sldId="2716"/>
            <ac:spMk id="2" creationId="{631AADB6-C88A-D817-4683-FC087E4E240F}"/>
          </ac:spMkLst>
        </pc:spChg>
        <pc:spChg chg="add mod">
          <ac:chgData name="Xin Luo" userId="82312ee5779919a4" providerId="LiveId" clId="{4DB6C473-8E57-A543-81F7-48BE109E8C13}" dt="2023-02-21T13:15:30.678" v="4562" actId="1035"/>
          <ac:spMkLst>
            <pc:docMk/>
            <pc:sldMk cId="3026715585" sldId="2716"/>
            <ac:spMk id="4" creationId="{B31A8325-31D8-6F06-6D89-E39763C56875}"/>
          </ac:spMkLst>
        </pc:spChg>
        <pc:spChg chg="mod">
          <ac:chgData name="Xin Luo" userId="82312ee5779919a4" providerId="LiveId" clId="{4DB6C473-8E57-A543-81F7-48BE109E8C13}" dt="2023-02-21T12:48:49.893" v="4206" actId="1076"/>
          <ac:spMkLst>
            <pc:docMk/>
            <pc:sldMk cId="3026715585" sldId="2716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13:48:38.001" v="4936" actId="1076"/>
        <pc:sldMkLst>
          <pc:docMk/>
          <pc:sldMk cId="4136986794" sldId="2717"/>
        </pc:sldMkLst>
        <pc:spChg chg="mod">
          <ac:chgData name="Xin Luo" userId="82312ee5779919a4" providerId="LiveId" clId="{4DB6C473-8E57-A543-81F7-48BE109E8C13}" dt="2023-02-21T13:48:32.535" v="4933" actId="1035"/>
          <ac:spMkLst>
            <pc:docMk/>
            <pc:sldMk cId="4136986794" sldId="2717"/>
            <ac:spMk id="5" creationId="{FCD10A89-5E0E-5D73-1D4F-9E11D943B29C}"/>
          </ac:spMkLst>
        </pc:spChg>
        <pc:picChg chg="add mod">
          <ac:chgData name="Xin Luo" userId="82312ee5779919a4" providerId="LiveId" clId="{4DB6C473-8E57-A543-81F7-48BE109E8C13}" dt="2023-02-21T13:48:38.001" v="4936" actId="1076"/>
          <ac:picMkLst>
            <pc:docMk/>
            <pc:sldMk cId="4136986794" sldId="2717"/>
            <ac:picMk id="6" creationId="{2260B411-AFF0-1E09-142B-45C9F88562F7}"/>
          </ac:picMkLst>
        </pc:picChg>
      </pc:sldChg>
      <pc:sldChg chg="addSp delSp modSp add mod">
        <pc:chgData name="Xin Luo" userId="82312ee5779919a4" providerId="LiveId" clId="{4DB6C473-8E57-A543-81F7-48BE109E8C13}" dt="2023-02-21T14:08:09.514" v="5152" actId="1035"/>
        <pc:sldMkLst>
          <pc:docMk/>
          <pc:sldMk cId="1778017482" sldId="2718"/>
        </pc:sldMkLst>
        <pc:spChg chg="mod">
          <ac:chgData name="Xin Luo" userId="82312ee5779919a4" providerId="LiveId" clId="{4DB6C473-8E57-A543-81F7-48BE109E8C13}" dt="2023-02-21T14:08:07.366" v="5145" actId="1035"/>
          <ac:spMkLst>
            <pc:docMk/>
            <pc:sldMk cId="1778017482" sldId="2718"/>
            <ac:spMk id="5" creationId="{FCD10A89-5E0E-5D73-1D4F-9E11D943B29C}"/>
          </ac:spMkLst>
        </pc:spChg>
        <pc:picChg chg="del">
          <ac:chgData name="Xin Luo" userId="82312ee5779919a4" providerId="LiveId" clId="{4DB6C473-8E57-A543-81F7-48BE109E8C13}" dt="2023-02-21T13:48:49.937" v="4938" actId="478"/>
          <ac:picMkLst>
            <pc:docMk/>
            <pc:sldMk cId="1778017482" sldId="2718"/>
            <ac:picMk id="6" creationId="{2260B411-AFF0-1E09-142B-45C9F88562F7}"/>
          </ac:picMkLst>
        </pc:picChg>
        <pc:picChg chg="add mod">
          <ac:chgData name="Xin Luo" userId="82312ee5779919a4" providerId="LiveId" clId="{4DB6C473-8E57-A543-81F7-48BE109E8C13}" dt="2023-02-21T14:08:09.514" v="5152" actId="1035"/>
          <ac:picMkLst>
            <pc:docMk/>
            <pc:sldMk cId="1778017482" sldId="2718"/>
            <ac:picMk id="3074" creationId="{3E8CF22C-6E5D-0AAE-1F79-795E8B77EEF7}"/>
          </ac:picMkLst>
        </pc:picChg>
      </pc:sldChg>
      <pc:sldChg chg="delSp modSp add mod">
        <pc:chgData name="Xin Luo" userId="82312ee5779919a4" providerId="LiveId" clId="{4DB6C473-8E57-A543-81F7-48BE109E8C13}" dt="2023-02-21T15:10:04.498" v="5724" actId="108"/>
        <pc:sldMkLst>
          <pc:docMk/>
          <pc:sldMk cId="1858913004" sldId="2719"/>
        </pc:sldMkLst>
        <pc:spChg chg="mod">
          <ac:chgData name="Xin Luo" userId="82312ee5779919a4" providerId="LiveId" clId="{4DB6C473-8E57-A543-81F7-48BE109E8C13}" dt="2023-02-21T14:49:05.255" v="5311" actId="1076"/>
          <ac:spMkLst>
            <pc:docMk/>
            <pc:sldMk cId="1858913004" sldId="2719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15:10:04.498" v="5724" actId="108"/>
          <ac:spMkLst>
            <pc:docMk/>
            <pc:sldMk cId="1858913004" sldId="2719"/>
            <ac:spMk id="5" creationId="{FCD10A89-5E0E-5D73-1D4F-9E11D943B29C}"/>
          </ac:spMkLst>
        </pc:spChg>
        <pc:spChg chg="del">
          <ac:chgData name="Xin Luo" userId="82312ee5779919a4" providerId="LiveId" clId="{4DB6C473-8E57-A543-81F7-48BE109E8C13}" dt="2023-02-21T14:48:56.090" v="5307" actId="478"/>
          <ac:spMkLst>
            <pc:docMk/>
            <pc:sldMk cId="1858913004" sldId="2719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14:47:16.549" v="5154" actId="478"/>
          <ac:picMkLst>
            <pc:docMk/>
            <pc:sldMk cId="1858913004" sldId="2719"/>
            <ac:picMk id="3074" creationId="{3E8CF22C-6E5D-0AAE-1F79-795E8B77EEF7}"/>
          </ac:picMkLst>
        </pc:picChg>
      </pc:sldChg>
      <pc:sldChg chg="addSp delSp modSp add mod ord">
        <pc:chgData name="Xin Luo" userId="82312ee5779919a4" providerId="LiveId" clId="{4DB6C473-8E57-A543-81F7-48BE109E8C13}" dt="2023-02-21T15:06:45.211" v="5600" actId="20578"/>
        <pc:sldMkLst>
          <pc:docMk/>
          <pc:sldMk cId="3480831675" sldId="2720"/>
        </pc:sldMkLst>
        <pc:spChg chg="mod">
          <ac:chgData name="Xin Luo" userId="82312ee5779919a4" providerId="LiveId" clId="{4DB6C473-8E57-A543-81F7-48BE109E8C13}" dt="2023-02-21T14:58:21.259" v="5529" actId="1035"/>
          <ac:spMkLst>
            <pc:docMk/>
            <pc:sldMk cId="3480831675" sldId="2720"/>
            <ac:spMk id="2" creationId="{631AADB6-C88A-D817-4683-FC087E4E240F}"/>
          </ac:spMkLst>
        </pc:spChg>
        <pc:spChg chg="add mod">
          <ac:chgData name="Xin Luo" userId="82312ee5779919a4" providerId="LiveId" clId="{4DB6C473-8E57-A543-81F7-48BE109E8C13}" dt="2023-02-21T14:58:48.813" v="5569" actId="404"/>
          <ac:spMkLst>
            <pc:docMk/>
            <pc:sldMk cId="3480831675" sldId="2720"/>
            <ac:spMk id="4" creationId="{58EE51E5-8ACA-984C-6E8D-F8AA658223AD}"/>
          </ac:spMkLst>
        </pc:spChg>
        <pc:spChg chg="add mod">
          <ac:chgData name="Xin Luo" userId="82312ee5779919a4" providerId="LiveId" clId="{4DB6C473-8E57-A543-81F7-48BE109E8C13}" dt="2023-02-21T14:58:48.813" v="5569" actId="404"/>
          <ac:spMkLst>
            <pc:docMk/>
            <pc:sldMk cId="3480831675" sldId="2720"/>
            <ac:spMk id="5" creationId="{7F4897FB-F086-F339-A15F-A899143C7919}"/>
          </ac:spMkLst>
        </pc:spChg>
        <pc:spChg chg="add mod">
          <ac:chgData name="Xin Luo" userId="82312ee5779919a4" providerId="LiveId" clId="{4DB6C473-8E57-A543-81F7-48BE109E8C13}" dt="2023-02-21T15:06:20.559" v="5576" actId="962"/>
          <ac:spMkLst>
            <pc:docMk/>
            <pc:sldMk cId="3480831675" sldId="2720"/>
            <ac:spMk id="6" creationId="{7ED1482E-3610-E252-0E80-41B202D30E30}"/>
          </ac:spMkLst>
        </pc:spChg>
        <pc:spChg chg="del">
          <ac:chgData name="Xin Luo" userId="82312ee5779919a4" providerId="LiveId" clId="{4DB6C473-8E57-A543-81F7-48BE109E8C13}" dt="2023-02-21T14:51:13.253" v="5388" actId="478"/>
          <ac:spMkLst>
            <pc:docMk/>
            <pc:sldMk cId="3480831675" sldId="2720"/>
            <ac:spMk id="17" creationId="{9E05FFCA-3371-AF5C-381D-71D984055F5A}"/>
          </ac:spMkLst>
        </pc:spChg>
        <pc:spChg chg="del">
          <ac:chgData name="Xin Luo" userId="82312ee5779919a4" providerId="LiveId" clId="{4DB6C473-8E57-A543-81F7-48BE109E8C13}" dt="2023-02-21T14:51:18.075" v="5389" actId="478"/>
          <ac:spMkLst>
            <pc:docMk/>
            <pc:sldMk cId="3480831675" sldId="2720"/>
            <ac:spMk id="18" creationId="{9D310AF3-A081-4032-01C0-C288D4F7AC53}"/>
          </ac:spMkLst>
        </pc:spChg>
        <pc:picChg chg="add del mod">
          <ac:chgData name="Xin Luo" userId="82312ee5779919a4" providerId="LiveId" clId="{4DB6C473-8E57-A543-81F7-48BE109E8C13}" dt="2023-02-21T14:53:26.825" v="5442" actId="478"/>
          <ac:picMkLst>
            <pc:docMk/>
            <pc:sldMk cId="3480831675" sldId="2720"/>
            <ac:picMk id="5122" creationId="{379580DC-45F0-D6EF-6EA0-1FB906F02465}"/>
          </ac:picMkLst>
        </pc:picChg>
        <pc:picChg chg="add mod">
          <ac:chgData name="Xin Luo" userId="82312ee5779919a4" providerId="LiveId" clId="{4DB6C473-8E57-A543-81F7-48BE109E8C13}" dt="2023-02-21T14:58:17.635" v="5525" actId="1035"/>
          <ac:picMkLst>
            <pc:docMk/>
            <pc:sldMk cId="3480831675" sldId="2720"/>
            <ac:picMk id="5124" creationId="{D17BE6F3-1008-2FC6-54D2-736C673B73E8}"/>
          </ac:picMkLst>
        </pc:picChg>
        <pc:picChg chg="add mod">
          <ac:chgData name="Xin Luo" userId="82312ee5779919a4" providerId="LiveId" clId="{4DB6C473-8E57-A543-81F7-48BE109E8C13}" dt="2023-02-21T14:58:17.635" v="5525" actId="1035"/>
          <ac:picMkLst>
            <pc:docMk/>
            <pc:sldMk cId="3480831675" sldId="2720"/>
            <ac:picMk id="5126" creationId="{EBB0C876-4E86-C2ED-5EE6-3B2BD26768B9}"/>
          </ac:picMkLst>
        </pc:picChg>
        <pc:picChg chg="add mod">
          <ac:chgData name="Xin Luo" userId="82312ee5779919a4" providerId="LiveId" clId="{4DB6C473-8E57-A543-81F7-48BE109E8C13}" dt="2023-02-21T14:58:48.813" v="5569" actId="404"/>
          <ac:picMkLst>
            <pc:docMk/>
            <pc:sldMk cId="3480831675" sldId="2720"/>
            <ac:picMk id="5128" creationId="{59C29F54-F731-6EBD-ECA9-847BE3563121}"/>
          </ac:picMkLst>
        </pc:picChg>
      </pc:sldChg>
      <pc:sldChg chg="add del">
        <pc:chgData name="Xin Luo" userId="82312ee5779919a4" providerId="LiveId" clId="{4DB6C473-8E57-A543-81F7-48BE109E8C13}" dt="2023-02-21T14:55:30.326" v="5468" actId="2696"/>
        <pc:sldMkLst>
          <pc:docMk/>
          <pc:sldMk cId="120373349" sldId="2721"/>
        </pc:sldMkLst>
      </pc:sldChg>
      <pc:sldChg chg="addSp delSp modSp add mod ord">
        <pc:chgData name="Xin Luo" userId="82312ee5779919a4" providerId="LiveId" clId="{4DB6C473-8E57-A543-81F7-48BE109E8C13}" dt="2023-02-21T15:06:40.684" v="5599" actId="20578"/>
        <pc:sldMkLst>
          <pc:docMk/>
          <pc:sldMk cId="1410676903" sldId="2721"/>
        </pc:sldMkLst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4" creationId="{58EE51E5-8ACA-984C-6E8D-F8AA658223AD}"/>
          </ac:spMkLst>
        </pc:spChg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5" creationId="{7F4897FB-F086-F339-A15F-A899143C7919}"/>
          </ac:spMkLst>
        </pc:spChg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6" creationId="{7ED1482E-3610-E252-0E80-41B202D30E30}"/>
          </ac:spMkLst>
        </pc:spChg>
        <pc:spChg chg="add mod">
          <ac:chgData name="Xin Luo" userId="82312ee5779919a4" providerId="LiveId" clId="{4DB6C473-8E57-A543-81F7-48BE109E8C13}" dt="2023-02-21T15:06:36.607" v="5598" actId="1076"/>
          <ac:spMkLst>
            <pc:docMk/>
            <pc:sldMk cId="1410676903" sldId="2721"/>
            <ac:spMk id="9" creationId="{D5E43916-6543-2664-EE40-07ABFFB01F26}"/>
          </ac:spMkLst>
        </pc:spChg>
        <pc:picChg chg="add mod">
          <ac:chgData name="Xin Luo" userId="82312ee5779919a4" providerId="LiveId" clId="{4DB6C473-8E57-A543-81F7-48BE109E8C13}" dt="2023-02-21T15:06:20.558" v="5575" actId="27614"/>
          <ac:picMkLst>
            <pc:docMk/>
            <pc:sldMk cId="1410676903" sldId="2721"/>
            <ac:picMk id="8" creationId="{BA45F6EA-D51F-F9F8-F33E-5E3217612D76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4" creationId="{D17BE6F3-1008-2FC6-54D2-736C673B73E8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6" creationId="{EBB0C876-4E86-C2ED-5EE6-3B2BD26768B9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8" creationId="{59C29F54-F731-6EBD-ECA9-847BE3563121}"/>
          </ac:picMkLst>
        </pc:picChg>
      </pc:sldChg>
      <pc:sldMasterChg chg="del delSldLayout">
        <pc:chgData name="Xin Luo" userId="82312ee5779919a4" providerId="LiveId" clId="{4DB6C473-8E57-A543-81F7-48BE109E8C13}" dt="2023-02-21T08:54:15.791" v="3593" actId="2696"/>
        <pc:sldMasterMkLst>
          <pc:docMk/>
          <pc:sldMasterMk cId="1248561168" sldId="2147484998"/>
        </pc:sldMasterMkLst>
        <pc:sldLayoutChg chg="del">
          <pc:chgData name="Xin Luo" userId="82312ee5779919a4" providerId="LiveId" clId="{4DB6C473-8E57-A543-81F7-48BE109E8C13}" dt="2023-02-21T08:54:15.772" v="3576" actId="2696"/>
          <pc:sldLayoutMkLst>
            <pc:docMk/>
            <pc:sldMasterMk cId="1248561168" sldId="2147484998"/>
            <pc:sldLayoutMk cId="2755518727" sldId="2147484999"/>
          </pc:sldLayoutMkLst>
        </pc:sldLayoutChg>
        <pc:sldLayoutChg chg="del">
          <pc:chgData name="Xin Luo" userId="82312ee5779919a4" providerId="LiveId" clId="{4DB6C473-8E57-A543-81F7-48BE109E8C13}" dt="2023-02-21T08:54:15.773" v="3577" actId="2696"/>
          <pc:sldLayoutMkLst>
            <pc:docMk/>
            <pc:sldMasterMk cId="1248561168" sldId="2147484998"/>
            <pc:sldLayoutMk cId="784447712" sldId="2147485000"/>
          </pc:sldLayoutMkLst>
        </pc:sldLayoutChg>
        <pc:sldLayoutChg chg="del">
          <pc:chgData name="Xin Luo" userId="82312ee5779919a4" providerId="LiveId" clId="{4DB6C473-8E57-A543-81F7-48BE109E8C13}" dt="2023-02-21T08:54:15.774" v="3578" actId="2696"/>
          <pc:sldLayoutMkLst>
            <pc:docMk/>
            <pc:sldMasterMk cId="1248561168" sldId="2147484998"/>
            <pc:sldLayoutMk cId="36404751" sldId="2147485001"/>
          </pc:sldLayoutMkLst>
        </pc:sldLayoutChg>
        <pc:sldLayoutChg chg="del">
          <pc:chgData name="Xin Luo" userId="82312ee5779919a4" providerId="LiveId" clId="{4DB6C473-8E57-A543-81F7-48BE109E8C13}" dt="2023-02-21T08:54:15.775" v="3579" actId="2696"/>
          <pc:sldLayoutMkLst>
            <pc:docMk/>
            <pc:sldMasterMk cId="1248561168" sldId="2147484998"/>
            <pc:sldLayoutMk cId="2142531553" sldId="2147485002"/>
          </pc:sldLayoutMkLst>
        </pc:sldLayoutChg>
        <pc:sldLayoutChg chg="del">
          <pc:chgData name="Xin Luo" userId="82312ee5779919a4" providerId="LiveId" clId="{4DB6C473-8E57-A543-81F7-48BE109E8C13}" dt="2023-02-21T08:54:15.776" v="3580" actId="2696"/>
          <pc:sldLayoutMkLst>
            <pc:docMk/>
            <pc:sldMasterMk cId="1248561168" sldId="2147484998"/>
            <pc:sldLayoutMk cId="646270699" sldId="2147485003"/>
          </pc:sldLayoutMkLst>
        </pc:sldLayoutChg>
        <pc:sldLayoutChg chg="del">
          <pc:chgData name="Xin Luo" userId="82312ee5779919a4" providerId="LiveId" clId="{4DB6C473-8E57-A543-81F7-48BE109E8C13}" dt="2023-02-21T08:54:15.777" v="3581" actId="2696"/>
          <pc:sldLayoutMkLst>
            <pc:docMk/>
            <pc:sldMasterMk cId="1248561168" sldId="2147484998"/>
            <pc:sldLayoutMk cId="1316154404" sldId="2147485004"/>
          </pc:sldLayoutMkLst>
        </pc:sldLayoutChg>
        <pc:sldLayoutChg chg="del">
          <pc:chgData name="Xin Luo" userId="82312ee5779919a4" providerId="LiveId" clId="{4DB6C473-8E57-A543-81F7-48BE109E8C13}" dt="2023-02-21T08:54:15.778" v="3582" actId="2696"/>
          <pc:sldLayoutMkLst>
            <pc:docMk/>
            <pc:sldMasterMk cId="1248561168" sldId="2147484998"/>
            <pc:sldLayoutMk cId="275448905" sldId="2147485005"/>
          </pc:sldLayoutMkLst>
        </pc:sldLayoutChg>
        <pc:sldLayoutChg chg="del">
          <pc:chgData name="Xin Luo" userId="82312ee5779919a4" providerId="LiveId" clId="{4DB6C473-8E57-A543-81F7-48BE109E8C13}" dt="2023-02-21T08:54:15.779" v="3583" actId="2696"/>
          <pc:sldLayoutMkLst>
            <pc:docMk/>
            <pc:sldMasterMk cId="1248561168" sldId="2147484998"/>
            <pc:sldLayoutMk cId="3173493555" sldId="2147485006"/>
          </pc:sldLayoutMkLst>
        </pc:sldLayoutChg>
        <pc:sldLayoutChg chg="del">
          <pc:chgData name="Xin Luo" userId="82312ee5779919a4" providerId="LiveId" clId="{4DB6C473-8E57-A543-81F7-48BE109E8C13}" dt="2023-02-21T08:54:15.780" v="3584" actId="2696"/>
          <pc:sldLayoutMkLst>
            <pc:docMk/>
            <pc:sldMasterMk cId="1248561168" sldId="2147484998"/>
            <pc:sldLayoutMk cId="2494408642" sldId="2147485007"/>
          </pc:sldLayoutMkLst>
        </pc:sldLayoutChg>
        <pc:sldLayoutChg chg="del">
          <pc:chgData name="Xin Luo" userId="82312ee5779919a4" providerId="LiveId" clId="{4DB6C473-8E57-A543-81F7-48BE109E8C13}" dt="2023-02-21T08:54:15.781" v="3585" actId="2696"/>
          <pc:sldLayoutMkLst>
            <pc:docMk/>
            <pc:sldMasterMk cId="1248561168" sldId="2147484998"/>
            <pc:sldLayoutMk cId="2144339703" sldId="2147485008"/>
          </pc:sldLayoutMkLst>
        </pc:sldLayoutChg>
        <pc:sldLayoutChg chg="del">
          <pc:chgData name="Xin Luo" userId="82312ee5779919a4" providerId="LiveId" clId="{4DB6C473-8E57-A543-81F7-48BE109E8C13}" dt="2023-02-21T08:54:15.781" v="3586" actId="2696"/>
          <pc:sldLayoutMkLst>
            <pc:docMk/>
            <pc:sldMasterMk cId="1248561168" sldId="2147484998"/>
            <pc:sldLayoutMk cId="3933479768" sldId="2147485009"/>
          </pc:sldLayoutMkLst>
        </pc:sldLayoutChg>
        <pc:sldLayoutChg chg="del">
          <pc:chgData name="Xin Luo" userId="82312ee5779919a4" providerId="LiveId" clId="{4DB6C473-8E57-A543-81F7-48BE109E8C13}" dt="2023-02-21T08:54:15.782" v="3587" actId="2696"/>
          <pc:sldLayoutMkLst>
            <pc:docMk/>
            <pc:sldMasterMk cId="1248561168" sldId="2147484998"/>
            <pc:sldLayoutMk cId="2569911404" sldId="2147485010"/>
          </pc:sldLayoutMkLst>
        </pc:sldLayoutChg>
        <pc:sldLayoutChg chg="del">
          <pc:chgData name="Xin Luo" userId="82312ee5779919a4" providerId="LiveId" clId="{4DB6C473-8E57-A543-81F7-48BE109E8C13}" dt="2023-02-21T08:54:15.783" v="3588" actId="2696"/>
          <pc:sldLayoutMkLst>
            <pc:docMk/>
            <pc:sldMasterMk cId="1248561168" sldId="2147484998"/>
            <pc:sldLayoutMk cId="487309151" sldId="2147485011"/>
          </pc:sldLayoutMkLst>
        </pc:sldLayoutChg>
        <pc:sldLayoutChg chg="del">
          <pc:chgData name="Xin Luo" userId="82312ee5779919a4" providerId="LiveId" clId="{4DB6C473-8E57-A543-81F7-48BE109E8C13}" dt="2023-02-21T08:54:15.784" v="3589" actId="2696"/>
          <pc:sldLayoutMkLst>
            <pc:docMk/>
            <pc:sldMasterMk cId="1248561168" sldId="2147484998"/>
            <pc:sldLayoutMk cId="940838525" sldId="2147485012"/>
          </pc:sldLayoutMkLst>
        </pc:sldLayoutChg>
        <pc:sldLayoutChg chg="del">
          <pc:chgData name="Xin Luo" userId="82312ee5779919a4" providerId="LiveId" clId="{4DB6C473-8E57-A543-81F7-48BE109E8C13}" dt="2023-02-21T08:54:15.785" v="3590" actId="2696"/>
          <pc:sldLayoutMkLst>
            <pc:docMk/>
            <pc:sldMasterMk cId="1248561168" sldId="2147484998"/>
            <pc:sldLayoutMk cId="858249230" sldId="2147485013"/>
          </pc:sldLayoutMkLst>
        </pc:sldLayoutChg>
        <pc:sldLayoutChg chg="del">
          <pc:chgData name="Xin Luo" userId="82312ee5779919a4" providerId="LiveId" clId="{4DB6C473-8E57-A543-81F7-48BE109E8C13}" dt="2023-02-21T08:54:15.786" v="3591" actId="2696"/>
          <pc:sldLayoutMkLst>
            <pc:docMk/>
            <pc:sldMasterMk cId="1248561168" sldId="2147484998"/>
            <pc:sldLayoutMk cId="1094809115" sldId="2147485014"/>
          </pc:sldLayoutMkLst>
        </pc:sldLayoutChg>
        <pc:sldLayoutChg chg="del">
          <pc:chgData name="Xin Luo" userId="82312ee5779919a4" providerId="LiveId" clId="{4DB6C473-8E57-A543-81F7-48BE109E8C13}" dt="2023-02-21T08:54:15.787" v="3592" actId="2696"/>
          <pc:sldLayoutMkLst>
            <pc:docMk/>
            <pc:sldMasterMk cId="1248561168" sldId="2147484998"/>
            <pc:sldLayoutMk cId="2452001345" sldId="2147485015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3775" y="768350"/>
            <a:ext cx="51165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64741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37439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42080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9144000" cy="26654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9144000" cy="7143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9144000" cy="7143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1828800" y="1828800"/>
            <a:ext cx="69342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4572000"/>
            <a:ext cx="69342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87338" y="981075"/>
            <a:ext cx="77724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85800" y="981075"/>
            <a:ext cx="381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81075"/>
            <a:ext cx="381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87338" y="981075"/>
            <a:ext cx="77724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858000" y="-26988"/>
            <a:ext cx="2286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67056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9144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9144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685800" y="981075"/>
            <a:ext cx="77724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9144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685800" y="981075"/>
            <a:ext cx="381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81075"/>
            <a:ext cx="381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9144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982264" y="6467404"/>
            <a:ext cx="21336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9144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0" y="8526"/>
            <a:ext cx="8024813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09603026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25438" y="1087438"/>
            <a:ext cx="4027487" cy="22701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05325" y="1087438"/>
            <a:ext cx="4027488" cy="22701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07163" y="115888"/>
            <a:ext cx="2168525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115888"/>
            <a:ext cx="6354763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82850" y="8526"/>
            <a:ext cx="8024813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4513516" y="-3740963"/>
            <a:ext cx="72000" cy="9099032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8530149" y="230704"/>
            <a:ext cx="72000" cy="1155701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98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0" y="0"/>
            <a:ext cx="9142413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8"/>
            <a:ext cx="8675688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325438" y="1087438"/>
            <a:ext cx="8207375" cy="2270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02450" y="6499225"/>
            <a:ext cx="21336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319693" y="1685331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CN" sz="4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/>
                <a:ea typeface="微软雅黑"/>
              </a:rPr>
              <a:t>星载</a:t>
            </a: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/>
                <a:ea typeface="微软雅黑"/>
              </a:rPr>
              <a:t>雷达</a:t>
            </a:r>
            <a:r>
              <a:rPr lang="zh-CN" altLang="en-US" sz="4800" b="1" dirty="0">
                <a:solidFill>
                  <a:srgbClr val="FF0000"/>
                </a:solidFill>
                <a:latin typeface="微软雅黑"/>
                <a:ea typeface="微软雅黑"/>
              </a:rPr>
              <a:t>测高应用作业</a:t>
            </a:r>
            <a:endParaRPr kumimoji="0" lang="zh-CN" altLang="zh-CN" sz="4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53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lrTx/>
              <a:buSzPct val="80000"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微软雅黑"/>
                <a:ea typeface="微软雅黑"/>
                <a:cs typeface="微软雅黑" charset="0"/>
              </a:rPr>
              <a:t>罗 新</a:t>
            </a: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lrTx/>
              <a:buSzPct val="80000"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lrTx/>
              <a:buSzPct val="80000"/>
              <a:buFontTx/>
              <a:buNone/>
              <a:tabLst/>
              <a:defRPr/>
            </a:pP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792000" y="3614404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307818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邮箱</a:t>
            </a:r>
            <a:r>
              <a:rPr kumimoji="0" lang="en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: xinluo_xin@ynu.edu.cn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地址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：地球科学学院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1327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办公室</a:t>
            </a:r>
            <a:endParaRPr kumimoji="0" lang="en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628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261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BF8A9A-03FE-2516-7E19-C8FD65DBFB0D}"/>
              </a:ext>
            </a:extLst>
          </p:cNvPr>
          <p:cNvSpPr txBox="1"/>
          <p:nvPr/>
        </p:nvSpPr>
        <p:spPr>
          <a:xfrm>
            <a:off x="5305926" y="391031"/>
            <a:ext cx="35149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CN" sz="2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charset="0"/>
                <a:ea typeface="宋体" charset="0"/>
              </a:rPr>
              <a:t>卫星测高原理及应用课程</a:t>
            </a:r>
          </a:p>
        </p:txBody>
      </p:sp>
    </p:spTree>
    <p:extLst>
      <p:ext uri="{BB962C8B-B14F-4D97-AF65-F5344CB8AC3E}">
        <p14:creationId xmlns:p14="http://schemas.microsoft.com/office/powerpoint/2010/main" val="224102110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一、星载雷达测高应用作业</a:t>
            </a:r>
            <a:endParaRPr lang="zh-CN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653230" y="1745741"/>
            <a:ext cx="7706910" cy="4874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just">
              <a:lnSpc>
                <a:spcPct val="200000"/>
              </a:lnSpc>
              <a:spcBef>
                <a:spcPts val="1200"/>
              </a:spcBef>
            </a:pPr>
            <a:r>
              <a:rPr lang="en-US" altLang="zh-CN" kern="0" dirty="0">
                <a:solidFill>
                  <a:srgbClr val="000000"/>
                </a:solidFill>
                <a:latin typeface="+mn-ea"/>
                <a:ea typeface="+mn-ea"/>
              </a:rPr>
              <a:t>1. </a:t>
            </a:r>
            <a:r>
              <a:rPr lang="zh-CN" altLang="en-US" kern="0" dirty="0">
                <a:solidFill>
                  <a:srgbClr val="000000"/>
                </a:solidFill>
                <a:latin typeface="+mn-ea"/>
                <a:ea typeface="+mn-ea"/>
              </a:rPr>
              <a:t>以小组为单位完成作业。</a:t>
            </a:r>
            <a:endParaRPr lang="en-US" altLang="zh-CN" kern="0" dirty="0">
              <a:solidFill>
                <a:srgbClr val="000000"/>
              </a:solidFill>
              <a:latin typeface="+mn-ea"/>
              <a:ea typeface="+mn-ea"/>
            </a:endParaRPr>
          </a:p>
          <a:p>
            <a:pPr indent="266700" algn="just">
              <a:lnSpc>
                <a:spcPct val="200000"/>
              </a:lnSpc>
              <a:spcBef>
                <a:spcPts val="1200"/>
              </a:spcBef>
            </a:pPr>
            <a:r>
              <a:rPr lang="en-US" altLang="zh-CN" kern="0" dirty="0">
                <a:solidFill>
                  <a:srgbClr val="000000"/>
                </a:solidFill>
                <a:latin typeface="+mn-ea"/>
                <a:ea typeface="+mn-ea"/>
              </a:rPr>
              <a:t>2.</a:t>
            </a:r>
            <a:r>
              <a:rPr lang="zh-CN" altLang="en-US" kern="0" dirty="0">
                <a:solidFill>
                  <a:srgbClr val="000000"/>
                </a:solidFill>
                <a:latin typeface="+mn-ea"/>
                <a:ea typeface="+mn-ea"/>
              </a:rPr>
              <a:t> </a:t>
            </a:r>
            <a:r>
              <a:rPr lang="zh-CN" altLang="en-CN" kern="0" dirty="0">
                <a:solidFill>
                  <a:srgbClr val="000000"/>
                </a:solidFill>
                <a:latin typeface="+mn-ea"/>
                <a:ea typeface="+mn-ea"/>
              </a:rPr>
              <a:t>选取</a:t>
            </a:r>
            <a:r>
              <a:rPr lang="zh-CN" altLang="en-US" kern="0" dirty="0">
                <a:solidFill>
                  <a:srgbClr val="000000"/>
                </a:solidFill>
                <a:latin typeface="+mn-ea"/>
                <a:ea typeface="+mn-ea"/>
              </a:rPr>
              <a:t>中国</a:t>
            </a:r>
            <a:r>
              <a:rPr lang="en-US" altLang="zh-CN" kern="0" dirty="0">
                <a:solidFill>
                  <a:srgbClr val="000000"/>
                </a:solidFill>
                <a:latin typeface="+mn-ea"/>
                <a:ea typeface="+mn-ea"/>
              </a:rPr>
              <a:t>xx</a:t>
            </a:r>
            <a:r>
              <a:rPr lang="zh-CN" altLang="en-CN" kern="0" dirty="0">
                <a:solidFill>
                  <a:srgbClr val="000000"/>
                </a:solidFill>
                <a:latin typeface="+mn-ea"/>
                <a:ea typeface="+mn-ea"/>
              </a:rPr>
              <a:t>湖泊</a:t>
            </a:r>
            <a:r>
              <a:rPr lang="zh-CN" altLang="en-US" kern="0" dirty="0">
                <a:solidFill>
                  <a:srgbClr val="000000"/>
                </a:solidFill>
                <a:latin typeface="+mn-ea"/>
                <a:ea typeface="+mn-ea"/>
              </a:rPr>
              <a:t>，利用</a:t>
            </a:r>
            <a:r>
              <a:rPr lang="en-US" altLang="zh-CN" kern="0" dirty="0">
                <a:solidFill>
                  <a:srgbClr val="000000"/>
                </a:solidFill>
                <a:latin typeface="+mn-ea"/>
                <a:ea typeface="+mn-ea"/>
              </a:rPr>
              <a:t>Sentinel-3</a:t>
            </a:r>
            <a:r>
              <a:rPr lang="zh-CN" altLang="en-US" kern="0" dirty="0">
                <a:solidFill>
                  <a:srgbClr val="000000"/>
                </a:solidFill>
                <a:latin typeface="+mn-ea"/>
                <a:ea typeface="+mn-ea"/>
              </a:rPr>
              <a:t>测高数据分析湖泊年度或季节性水位变化。</a:t>
            </a:r>
            <a:endParaRPr lang="en-US" altLang="zh-CN" kern="0" dirty="0">
              <a:solidFill>
                <a:srgbClr val="000000"/>
              </a:solidFill>
              <a:latin typeface="+mn-ea"/>
              <a:ea typeface="+mn-ea"/>
            </a:endParaRPr>
          </a:p>
          <a:p>
            <a:pPr indent="266700" algn="just">
              <a:lnSpc>
                <a:spcPct val="200000"/>
              </a:lnSpc>
              <a:spcBef>
                <a:spcPts val="1200"/>
              </a:spcBef>
            </a:pPr>
            <a:r>
              <a:rPr lang="en-US" altLang="zh-CN" kern="0" dirty="0">
                <a:solidFill>
                  <a:srgbClr val="000000"/>
                </a:solidFill>
                <a:latin typeface="+mn-ea"/>
                <a:ea typeface="+mn-ea"/>
              </a:rPr>
              <a:t>3.</a:t>
            </a:r>
            <a:r>
              <a:rPr lang="zh-CN" altLang="en-US" kern="0" dirty="0">
                <a:solidFill>
                  <a:srgbClr val="000000"/>
                </a:solidFill>
                <a:latin typeface="+mn-ea"/>
                <a:ea typeface="+mn-ea"/>
              </a:rPr>
              <a:t> 参考学术论文格式提交实验报告一份，并进行作业的</a:t>
            </a:r>
            <a:r>
              <a:rPr lang="en-US" altLang="zh-CN" kern="0" dirty="0">
                <a:solidFill>
                  <a:srgbClr val="000000"/>
                </a:solidFill>
                <a:latin typeface="+mn-ea"/>
                <a:ea typeface="+mn-ea"/>
              </a:rPr>
              <a:t>ppt</a:t>
            </a:r>
            <a:r>
              <a:rPr lang="zh-CN" altLang="en-US" kern="0" dirty="0">
                <a:solidFill>
                  <a:srgbClr val="000000"/>
                </a:solidFill>
                <a:latin typeface="+mn-ea"/>
                <a:ea typeface="+mn-ea"/>
              </a:rPr>
              <a:t>汇报。</a:t>
            </a:r>
            <a:endParaRPr lang="en-US" altLang="zh-CN" kern="0" dirty="0">
              <a:solidFill>
                <a:srgbClr val="000000"/>
              </a:solidFill>
              <a:latin typeface="+mn-ea"/>
              <a:ea typeface="+mn-ea"/>
            </a:endParaRPr>
          </a:p>
          <a:p>
            <a:pPr indent="266700" algn="just">
              <a:lnSpc>
                <a:spcPct val="200000"/>
              </a:lnSpc>
              <a:spcBef>
                <a:spcPts val="1200"/>
              </a:spcBef>
            </a:pPr>
            <a:endParaRPr lang="en-US" altLang="zh-CN" kern="0" dirty="0">
              <a:solidFill>
                <a:srgbClr val="000000"/>
              </a:solidFill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91C0B-C9F8-3FEC-3419-2DE0C6E6DCB8}"/>
              </a:ext>
            </a:extLst>
          </p:cNvPr>
          <p:cNvSpPr txBox="1"/>
          <p:nvPr/>
        </p:nvSpPr>
        <p:spPr>
          <a:xfrm>
            <a:off x="317665" y="941970"/>
            <a:ext cx="850867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CN" sz="2800" b="1" dirty="0">
                <a:solidFill>
                  <a:srgbClr val="333333"/>
                </a:solidFill>
                <a:latin typeface="+mn-ea"/>
                <a:ea typeface="+mn-ea"/>
              </a:rPr>
              <a:t>作业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要求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23131075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一、星载雷达测高应用作业</a:t>
            </a:r>
            <a:endParaRPr lang="zh-CN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653230" y="1745741"/>
            <a:ext cx="7706910" cy="2350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200000"/>
              </a:lnSpc>
              <a:spcBef>
                <a:spcPts val="1200"/>
              </a:spcBef>
              <a:buAutoNum type="arabicPeriod"/>
            </a:pPr>
            <a:r>
              <a:rPr lang="zh-CN" altLang="en-US" kern="0" dirty="0">
                <a:solidFill>
                  <a:srgbClr val="000000"/>
                </a:solidFill>
                <a:latin typeface="+mn-ea"/>
                <a:ea typeface="+mn-ea"/>
              </a:rPr>
              <a:t>实验报告应包含</a:t>
            </a:r>
            <a:r>
              <a:rPr lang="en-US" altLang="zh-CN" kern="0" dirty="0">
                <a:solidFill>
                  <a:srgbClr val="000000"/>
                </a:solidFill>
                <a:latin typeface="+mn-ea"/>
                <a:ea typeface="+mn-ea"/>
              </a:rPr>
              <a:t>1</a:t>
            </a:r>
            <a:r>
              <a:rPr lang="zh-CN" altLang="en-US" kern="0" dirty="0">
                <a:solidFill>
                  <a:srgbClr val="000000"/>
                </a:solidFill>
                <a:latin typeface="+mn-ea"/>
                <a:ea typeface="+mn-ea"/>
              </a:rPr>
              <a:t>）研究区域简介、</a:t>
            </a:r>
            <a:r>
              <a:rPr lang="en-US" altLang="zh-CN" kern="0" dirty="0">
                <a:solidFill>
                  <a:srgbClr val="000000"/>
                </a:solidFill>
                <a:latin typeface="+mn-ea"/>
                <a:ea typeface="+mn-ea"/>
              </a:rPr>
              <a:t>2</a:t>
            </a:r>
            <a:r>
              <a:rPr lang="zh-CN" altLang="en-US" kern="0" dirty="0">
                <a:solidFill>
                  <a:srgbClr val="000000"/>
                </a:solidFill>
                <a:latin typeface="+mn-ea"/>
                <a:ea typeface="+mn-ea"/>
              </a:rPr>
              <a:t>）研究方法、</a:t>
            </a:r>
            <a:r>
              <a:rPr lang="en-US" altLang="zh-CN" kern="0" dirty="0">
                <a:solidFill>
                  <a:srgbClr val="000000"/>
                </a:solidFill>
                <a:latin typeface="+mn-ea"/>
                <a:ea typeface="+mn-ea"/>
              </a:rPr>
              <a:t>3</a:t>
            </a:r>
            <a:r>
              <a:rPr lang="zh-CN" altLang="en-US" kern="0" dirty="0">
                <a:solidFill>
                  <a:srgbClr val="000000"/>
                </a:solidFill>
                <a:latin typeface="+mn-ea"/>
                <a:ea typeface="+mn-ea"/>
              </a:rPr>
              <a:t>）实验结果、以及</a:t>
            </a:r>
            <a:r>
              <a:rPr lang="en-US" altLang="zh-CN" kern="0" dirty="0">
                <a:solidFill>
                  <a:srgbClr val="000000"/>
                </a:solidFill>
                <a:latin typeface="+mn-ea"/>
                <a:ea typeface="+mn-ea"/>
              </a:rPr>
              <a:t>4</a:t>
            </a:r>
            <a:r>
              <a:rPr lang="zh-CN" altLang="en-US" kern="0" dirty="0">
                <a:solidFill>
                  <a:srgbClr val="000000"/>
                </a:solidFill>
                <a:latin typeface="+mn-ea"/>
                <a:ea typeface="+mn-ea"/>
              </a:rPr>
              <a:t>）结果分析。</a:t>
            </a:r>
            <a:endParaRPr lang="en-US" altLang="zh-CN" kern="0" dirty="0">
              <a:solidFill>
                <a:srgbClr val="000000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200000"/>
              </a:lnSpc>
              <a:spcBef>
                <a:spcPts val="1200"/>
              </a:spcBef>
              <a:buAutoNum type="arabicPeriod"/>
            </a:pPr>
            <a:r>
              <a:rPr lang="zh-CN" altLang="en-US" kern="0" dirty="0">
                <a:solidFill>
                  <a:srgbClr val="000000"/>
                </a:solidFill>
                <a:latin typeface="+mn-ea"/>
                <a:ea typeface="+mn-ea"/>
              </a:rPr>
              <a:t>方法总体思路</a:t>
            </a:r>
            <a:endParaRPr lang="en-US" altLang="zh-CN" kern="0" dirty="0">
              <a:solidFill>
                <a:srgbClr val="000000"/>
              </a:solidFill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91C0B-C9F8-3FEC-3419-2DE0C6E6DCB8}"/>
              </a:ext>
            </a:extLst>
          </p:cNvPr>
          <p:cNvSpPr txBox="1"/>
          <p:nvPr/>
        </p:nvSpPr>
        <p:spPr>
          <a:xfrm>
            <a:off x="317665" y="941970"/>
            <a:ext cx="850867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CN" sz="2800" b="1" dirty="0">
                <a:solidFill>
                  <a:srgbClr val="333333"/>
                </a:solidFill>
                <a:latin typeface="+mn-ea"/>
                <a:ea typeface="+mn-ea"/>
              </a:rPr>
              <a:t>作业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备注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528BA1-8991-86F0-0C70-DF1FEFF90632}"/>
              </a:ext>
            </a:extLst>
          </p:cNvPr>
          <p:cNvSpPr/>
          <p:nvPr/>
        </p:nvSpPr>
        <p:spPr>
          <a:xfrm>
            <a:off x="947600" y="4400550"/>
            <a:ext cx="2336620" cy="708660"/>
          </a:xfrm>
          <a:prstGeom prst="rect">
            <a:avLst/>
          </a:prstGeom>
          <a:solidFill>
            <a:schemeClr val="tx1"/>
          </a:solidFill>
          <a:ln w="28575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r>
              <a:rPr lang="en-CN" sz="1800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rPr>
              <a:t>测高数据获取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40990A-3859-1204-D72C-5DB97E095954}"/>
              </a:ext>
            </a:extLst>
          </p:cNvPr>
          <p:cNvSpPr/>
          <p:nvPr/>
        </p:nvSpPr>
        <p:spPr>
          <a:xfrm>
            <a:off x="3580310" y="4400550"/>
            <a:ext cx="2336620" cy="708660"/>
          </a:xfrm>
          <a:prstGeom prst="rect">
            <a:avLst/>
          </a:prstGeom>
          <a:solidFill>
            <a:schemeClr val="tx1"/>
          </a:solidFill>
          <a:ln w="28575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r>
              <a:rPr lang="en-CN" sz="1800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rPr>
              <a:t>湖泊高程数据读取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468610-405E-EBC2-3815-E9FA6901A5F5}"/>
              </a:ext>
            </a:extLst>
          </p:cNvPr>
          <p:cNvSpPr/>
          <p:nvPr/>
        </p:nvSpPr>
        <p:spPr>
          <a:xfrm>
            <a:off x="6213020" y="4400550"/>
            <a:ext cx="2336620" cy="708660"/>
          </a:xfrm>
          <a:prstGeom prst="rect">
            <a:avLst/>
          </a:prstGeom>
          <a:solidFill>
            <a:schemeClr val="tx1"/>
          </a:solidFill>
          <a:ln w="28575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r>
              <a:rPr lang="en-CN" sz="1800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rPr>
              <a:t>湖泊高程数据处理并获得水位信息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BE9967-044E-BFBD-276C-9F1BED4463BD}"/>
              </a:ext>
            </a:extLst>
          </p:cNvPr>
          <p:cNvSpPr/>
          <p:nvPr/>
        </p:nvSpPr>
        <p:spPr>
          <a:xfrm>
            <a:off x="947600" y="5741670"/>
            <a:ext cx="2336620" cy="708660"/>
          </a:xfrm>
          <a:prstGeom prst="rect">
            <a:avLst/>
          </a:prstGeom>
          <a:solidFill>
            <a:schemeClr val="tx1"/>
          </a:solidFill>
          <a:ln w="28575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r>
              <a:rPr lang="en-CN" sz="1800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rPr>
              <a:t>多时相湖泊水位信息提取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5EE2FD-0EBF-204D-7244-F70DD87C3432}"/>
              </a:ext>
            </a:extLst>
          </p:cNvPr>
          <p:cNvSpPr/>
          <p:nvPr/>
        </p:nvSpPr>
        <p:spPr>
          <a:xfrm>
            <a:off x="3580310" y="5741670"/>
            <a:ext cx="2336620" cy="708660"/>
          </a:xfrm>
          <a:prstGeom prst="rect">
            <a:avLst/>
          </a:prstGeom>
          <a:solidFill>
            <a:schemeClr val="tx1"/>
          </a:solidFill>
          <a:ln w="28575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r>
              <a:rPr lang="en-CN" sz="1800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rPr>
              <a:t>湖泊水位季节性或年际分析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DAB549-A7A3-C117-BF61-BDCEAA05A7F3}"/>
              </a:ext>
            </a:extLst>
          </p:cNvPr>
          <p:cNvSpPr/>
          <p:nvPr/>
        </p:nvSpPr>
        <p:spPr>
          <a:xfrm>
            <a:off x="6213020" y="5741670"/>
            <a:ext cx="2336620" cy="708660"/>
          </a:xfrm>
          <a:prstGeom prst="rect">
            <a:avLst/>
          </a:prstGeom>
          <a:solidFill>
            <a:schemeClr val="tx1"/>
          </a:solidFill>
          <a:ln w="28575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r>
              <a:rPr lang="en-CN" sz="1800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rPr>
              <a:t>湖泊水位变化原因分析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F7F2C7C-86DB-F1CD-C530-4C1EF180F50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 bwMode="auto">
          <a:xfrm>
            <a:off x="3284220" y="4754880"/>
            <a:ext cx="296090" cy="0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78D141F-6053-5157-3DEA-28A141CEBAF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 bwMode="auto">
          <a:xfrm>
            <a:off x="5916930" y="4754880"/>
            <a:ext cx="296090" cy="0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26F04A10-9794-34F7-A447-0B16BAA097E6}"/>
              </a:ext>
            </a:extLst>
          </p:cNvPr>
          <p:cNvCxnSpPr>
            <a:stCxn id="6" idx="2"/>
            <a:endCxn id="7" idx="0"/>
          </p:cNvCxnSpPr>
          <p:nvPr/>
        </p:nvCxnSpPr>
        <p:spPr bwMode="auto">
          <a:xfrm rot="5400000">
            <a:off x="4432390" y="2792730"/>
            <a:ext cx="632460" cy="5265420"/>
          </a:xfrm>
          <a:prstGeom prst="bentConnector3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849D274-E2AA-C8BB-4A53-EE0209EF333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 bwMode="auto">
          <a:xfrm>
            <a:off x="3284220" y="6096000"/>
            <a:ext cx="296090" cy="0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59C1EBE-2DE3-B3F5-5092-6CC1FA8D83C0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 bwMode="auto">
          <a:xfrm>
            <a:off x="5916930" y="6096000"/>
            <a:ext cx="296090" cy="0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7502759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101819</TotalTime>
  <Words>140</Words>
  <Application>Microsoft Macintosh PowerPoint</Application>
  <PresentationFormat>On-screen Show (4:3)</PresentationFormat>
  <Paragraphs>23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微软雅黑</vt:lpstr>
      <vt:lpstr>黑体</vt:lpstr>
      <vt:lpstr>Arial</vt:lpstr>
      <vt:lpstr>Times New Roman</vt:lpstr>
      <vt:lpstr>Wingdings</vt:lpstr>
      <vt:lpstr>2_Global</vt:lpstr>
      <vt:lpstr>1_Copyright (c) 2007-2010 NordriDesign™ _light</vt:lpstr>
      <vt:lpstr>PowerPoint Presentation</vt:lpstr>
      <vt:lpstr>一、星载雷达测高应用作业</vt:lpstr>
      <vt:lpstr>一、星载雷达测高应用作业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Xin Luo</cp:lastModifiedBy>
  <cp:revision>13005</cp:revision>
  <dcterms:created xsi:type="dcterms:W3CDTF">2004-07-09T11:40:27Z</dcterms:created>
  <dcterms:modified xsi:type="dcterms:W3CDTF">2024-04-03T07:38:34Z</dcterms:modified>
</cp:coreProperties>
</file>