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5"/>
  </p:notesMasterIdLst>
  <p:handoutMasterIdLst>
    <p:handoutMasterId r:id="rId6"/>
  </p:handoutMasterIdLst>
  <p:sldIdLst>
    <p:sldId id="2734" r:id="rId3"/>
    <p:sldId id="2727" r:id="rId4"/>
  </p:sldIdLst>
  <p:sldSz cx="9144000" cy="6858000" type="screen4x3"/>
  <p:notesSz cx="7099300" cy="10234613"/>
  <p:custDataLst>
    <p:tags r:id="rId7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412">
          <p15:clr>
            <a:srgbClr val="A4A3A4"/>
          </p15:clr>
        </p15:guide>
        <p15:guide id="3" pos="181">
          <p15:clr>
            <a:srgbClr val="A4A3A4"/>
          </p15:clr>
        </p15:guide>
        <p15:guide id="4" pos="5556">
          <p15:clr>
            <a:srgbClr val="A4A3A4"/>
          </p15:clr>
        </p15:guide>
        <p15:guide id="5" pos="2903">
          <p15:clr>
            <a:srgbClr val="A4A3A4"/>
          </p15:clr>
        </p15:guide>
        <p15:guide id="6" orient="horz" pos="700">
          <p15:clr>
            <a:srgbClr val="A4A3A4"/>
          </p15:clr>
        </p15:guide>
        <p15:guide id="7" orient="horz" pos="4119">
          <p15:clr>
            <a:srgbClr val="A4A3A4"/>
          </p15:clr>
        </p15:guide>
        <p15:guide id="8" pos="311">
          <p15:clr>
            <a:srgbClr val="A4A3A4"/>
          </p15:clr>
        </p15:guide>
        <p15:guide id="9" pos="5501">
          <p15:clr>
            <a:srgbClr val="A4A3A4"/>
          </p15:clr>
        </p15:guide>
        <p15:guide id="10" orient="horz" pos="462">
          <p15:clr>
            <a:srgbClr val="A4A3A4"/>
          </p15:clr>
        </p15:guide>
        <p15:guide id="11" pos="77">
          <p15:clr>
            <a:srgbClr val="A4A3A4"/>
          </p15:clr>
        </p15:guide>
        <p15:guide id="12" pos="72">
          <p15:clr>
            <a:srgbClr val="A4A3A4"/>
          </p15:clr>
        </p15:guide>
        <p15:guide id="13" orient="horz" pos="2">
          <p15:clr>
            <a:srgbClr val="A4A3A4"/>
          </p15:clr>
        </p15:guide>
        <p15:guide id="14" pos="807">
          <p15:clr>
            <a:srgbClr val="A4A3A4"/>
          </p15:clr>
        </p15:guide>
        <p15:guide id="15" pos="1463">
          <p15:clr>
            <a:srgbClr val="A4A3A4"/>
          </p15:clr>
        </p15:guide>
        <p15:guide id="16" pos="2079">
          <p15:clr>
            <a:srgbClr val="A4A3A4"/>
          </p15:clr>
        </p15:guide>
        <p15:guide id="17" pos="2714">
          <p15:clr>
            <a:srgbClr val="A4A3A4"/>
          </p15:clr>
        </p15:guide>
        <p15:guide id="18" pos="3370">
          <p15:clr>
            <a:srgbClr val="A4A3A4"/>
          </p15:clr>
        </p15:guide>
        <p15:guide id="19" pos="3985">
          <p15:clr>
            <a:srgbClr val="A4A3A4"/>
          </p15:clr>
        </p15:guide>
        <p15:guide id="20" pos="4631">
          <p15:clr>
            <a:srgbClr val="A4A3A4"/>
          </p15:clr>
        </p15:guide>
        <p15:guide id="21" orient="horz" pos="581">
          <p15:clr>
            <a:srgbClr val="A4A3A4"/>
          </p15:clr>
        </p15:guide>
        <p15:guide id="22" orient="horz" pos="3230">
          <p15:clr>
            <a:srgbClr val="A4A3A4"/>
          </p15:clr>
        </p15:guide>
        <p15:guide id="23" orient="horz" pos="1230">
          <p15:clr>
            <a:srgbClr val="A4A3A4"/>
          </p15:clr>
        </p15:guide>
        <p15:guide id="24" orient="horz">
          <p15:clr>
            <a:srgbClr val="A4A3A4"/>
          </p15:clr>
        </p15:guide>
        <p15:guide id="25" orient="horz" pos="1450">
          <p15:clr>
            <a:srgbClr val="A4A3A4"/>
          </p15:clr>
        </p15:guide>
        <p15:guide id="26" pos="281">
          <p15:clr>
            <a:srgbClr val="A4A3A4"/>
          </p15:clr>
        </p15:guide>
        <p15:guide id="27" orient="horz" pos="3095">
          <p15:clr>
            <a:srgbClr val="A4A3A4"/>
          </p15:clr>
        </p15:guide>
        <p15:guide id="28" orient="horz" pos="2372">
          <p15:clr>
            <a:srgbClr val="A4A3A4"/>
          </p15:clr>
        </p15:guide>
        <p15:guide id="29" orient="horz" pos="4159">
          <p15:clr>
            <a:srgbClr val="A4A3A4"/>
          </p15:clr>
        </p15:guide>
        <p15:guide id="30" pos="313">
          <p15:clr>
            <a:srgbClr val="A4A3A4"/>
          </p15:clr>
        </p15:guide>
        <p15:guide id="31" pos="1655">
          <p15:clr>
            <a:srgbClr val="A4A3A4"/>
          </p15:clr>
        </p15:guide>
        <p15:guide id="32" pos="5727">
          <p15:clr>
            <a:srgbClr val="A4A3A4"/>
          </p15:clr>
        </p15:guide>
        <p15:guide id="33" orient="horz" pos="632">
          <p15:clr>
            <a:srgbClr val="A4A3A4"/>
          </p15:clr>
        </p15:guide>
        <p15:guide id="34" orient="horz" pos="1461">
          <p15:clr>
            <a:srgbClr val="A4A3A4"/>
          </p15:clr>
        </p15:guide>
        <p15:guide id="35" orient="horz" pos="2262">
          <p15:clr>
            <a:srgbClr val="A4A3A4"/>
          </p15:clr>
        </p15:guide>
        <p15:guide id="36" orient="horz" pos="3072">
          <p15:clr>
            <a:srgbClr val="A4A3A4"/>
          </p15:clr>
        </p15:guide>
        <p15:guide id="37" pos="765">
          <p15:clr>
            <a:srgbClr val="A4A3A4"/>
          </p15:clr>
        </p15:guide>
        <p15:guide id="38" pos="5580">
          <p15:clr>
            <a:srgbClr val="A4A3A4"/>
          </p15:clr>
        </p15:guide>
        <p15:guide id="39" pos="5039">
          <p15:clr>
            <a:srgbClr val="A4A3A4"/>
          </p15:clr>
        </p15:guide>
        <p15:guide id="40" orient="horz" pos="621">
          <p15:clr>
            <a:srgbClr val="A4A3A4"/>
          </p15:clr>
        </p15:guide>
        <p15:guide id="41" orient="horz" pos="38">
          <p15:clr>
            <a:srgbClr val="A4A3A4"/>
          </p15:clr>
        </p15:guide>
        <p15:guide id="42" orient="horz" pos="4319">
          <p15:clr>
            <a:srgbClr val="A4A3A4"/>
          </p15:clr>
        </p15:guide>
        <p15:guide id="43" orient="horz" pos="39">
          <p15:clr>
            <a:srgbClr val="A4A3A4"/>
          </p15:clr>
        </p15:guide>
        <p15:guide id="44" pos="3367">
          <p15:clr>
            <a:srgbClr val="A4A3A4"/>
          </p15:clr>
        </p15:guide>
        <p15:guide id="45" pos="4655">
          <p15:clr>
            <a:srgbClr val="A4A3A4"/>
          </p15:clr>
        </p15:guide>
        <p15:guide id="46" orient="horz" pos="1">
          <p15:clr>
            <a:srgbClr val="A4A3A4"/>
          </p15:clr>
        </p15:guide>
        <p15:guide id="47" orient="horz" pos="4067">
          <p15:clr>
            <a:srgbClr val="A4A3A4"/>
          </p15:clr>
        </p15:guide>
        <p15:guide id="48" orient="horz" pos="601">
          <p15:clr>
            <a:srgbClr val="A4A3A4"/>
          </p15:clr>
        </p15:guide>
        <p15:guide id="49" pos="149">
          <p15:clr>
            <a:srgbClr val="A4A3A4"/>
          </p15:clr>
        </p15:guide>
        <p15:guide id="50" pos="5589">
          <p15:clr>
            <a:srgbClr val="A4A3A4"/>
          </p15:clr>
        </p15:guide>
        <p15:guide id="51" pos="32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50F8A5-9508-E248-911D-B5C9D8AE1D70}" v="1" dt="2023-11-23T06:50:30.2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03" autoAdjust="0"/>
    <p:restoredTop sz="83919" autoAdjust="0"/>
  </p:normalViewPr>
  <p:slideViewPr>
    <p:cSldViewPr snapToGrid="0">
      <p:cViewPr varScale="1">
        <p:scale>
          <a:sx n="103" d="100"/>
          <a:sy n="103" d="100"/>
        </p:scale>
        <p:origin x="752" y="168"/>
      </p:cViewPr>
      <p:guideLst>
        <p:guide orient="horz" pos="663"/>
        <p:guide orient="horz" pos="1412"/>
        <p:guide pos="181"/>
        <p:guide pos="5556"/>
        <p:guide pos="2903"/>
        <p:guide orient="horz" pos="700"/>
        <p:guide orient="horz" pos="4119"/>
        <p:guide pos="311"/>
        <p:guide pos="5501"/>
        <p:guide orient="horz" pos="462"/>
        <p:guide pos="77"/>
        <p:guide pos="72"/>
        <p:guide orient="horz" pos="2"/>
        <p:guide pos="807"/>
        <p:guide pos="1463"/>
        <p:guide pos="2079"/>
        <p:guide pos="2714"/>
        <p:guide pos="3370"/>
        <p:guide pos="3985"/>
        <p:guide pos="4631"/>
        <p:guide orient="horz" pos="581"/>
        <p:guide orient="horz" pos="3230"/>
        <p:guide orient="horz" pos="1230"/>
        <p:guide orient="horz"/>
        <p:guide orient="horz" pos="1450"/>
        <p:guide pos="281"/>
        <p:guide orient="horz" pos="3095"/>
        <p:guide orient="horz" pos="2372"/>
        <p:guide orient="horz" pos="4159"/>
        <p:guide pos="313"/>
        <p:guide pos="1655"/>
        <p:guide pos="5727"/>
        <p:guide orient="horz" pos="632"/>
        <p:guide orient="horz" pos="1461"/>
        <p:guide orient="horz" pos="2262"/>
        <p:guide orient="horz" pos="3072"/>
        <p:guide pos="765"/>
        <p:guide pos="5580"/>
        <p:guide pos="5039"/>
        <p:guide orient="horz" pos="621"/>
        <p:guide orient="horz" pos="38"/>
        <p:guide orient="horz" pos="4319"/>
        <p:guide orient="horz" pos="39"/>
        <p:guide pos="3367"/>
        <p:guide pos="4655"/>
        <p:guide orient="horz" pos="1"/>
        <p:guide orient="horz" pos="4067"/>
        <p:guide orient="horz" pos="601"/>
        <p:guide pos="149"/>
        <p:guide pos="5589"/>
        <p:guide pos="3227"/>
      </p:guideLst>
    </p:cSldViewPr>
  </p:slideViewPr>
  <p:outlineViewPr>
    <p:cViewPr>
      <p:scale>
        <a:sx n="33" d="100"/>
        <a:sy n="33" d="100"/>
      </p:scale>
      <p:origin x="0" y="-102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50" d="100"/>
        <a:sy n="50" d="100"/>
      </p:scale>
      <p:origin x="0" y="1344"/>
    </p:cViewPr>
  </p:sorterViewPr>
  <p:notesViewPr>
    <p:cSldViewPr snapToGrid="0">
      <p:cViewPr varScale="1">
        <p:scale>
          <a:sx n="49" d="100"/>
          <a:sy n="49" d="100"/>
        </p:scale>
        <p:origin x="2952" y="54"/>
      </p:cViewPr>
      <p:guideLst>
        <p:guide orient="horz" pos="3224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7250F8A5-9508-E248-911D-B5C9D8AE1D70}"/>
    <pc:docChg chg="addSld delSld modSld">
      <pc:chgData name="Xin Luo" userId="82312ee5779919a4" providerId="LiveId" clId="{7250F8A5-9508-E248-911D-B5C9D8AE1D70}" dt="2023-11-23T06:55:25.360" v="111" actId="20577"/>
      <pc:docMkLst>
        <pc:docMk/>
      </pc:docMkLst>
      <pc:sldChg chg="del">
        <pc:chgData name="Xin Luo" userId="82312ee5779919a4" providerId="LiveId" clId="{7250F8A5-9508-E248-911D-B5C9D8AE1D70}" dt="2023-11-23T06:50:28.741" v="8" actId="2696"/>
        <pc:sldMkLst>
          <pc:docMk/>
          <pc:sldMk cId="295872025" sldId="2722"/>
        </pc:sldMkLst>
      </pc:sldChg>
      <pc:sldChg chg="modSp add del mod">
        <pc:chgData name="Xin Luo" userId="82312ee5779919a4" providerId="LiveId" clId="{7250F8A5-9508-E248-911D-B5C9D8AE1D70}" dt="2023-11-23T06:55:25.360" v="111" actId="20577"/>
        <pc:sldMkLst>
          <pc:docMk/>
          <pc:sldMk cId="623131075" sldId="2727"/>
        </pc:sldMkLst>
        <pc:spChg chg="mod">
          <ac:chgData name="Xin Luo" userId="82312ee5779919a4" providerId="LiveId" clId="{7250F8A5-9508-E248-911D-B5C9D8AE1D70}" dt="2023-11-23T06:50:36.385" v="23" actId="20577"/>
          <ac:spMkLst>
            <pc:docMk/>
            <pc:sldMk cId="623131075" sldId="2727"/>
            <ac:spMk id="3" creationId="{00000000-0000-0000-0000-000000000000}"/>
          </ac:spMkLst>
        </pc:spChg>
        <pc:spChg chg="mod">
          <ac:chgData name="Xin Luo" userId="82312ee5779919a4" providerId="LiveId" clId="{7250F8A5-9508-E248-911D-B5C9D8AE1D70}" dt="2023-11-23T06:55:25.360" v="111" actId="20577"/>
          <ac:spMkLst>
            <pc:docMk/>
            <pc:sldMk cId="623131075" sldId="2727"/>
            <ac:spMk id="17" creationId="{9E05FFCA-3371-AF5C-381D-71D984055F5A}"/>
          </ac:spMkLst>
        </pc:spChg>
      </pc:sldChg>
      <pc:sldChg chg="modSp mod">
        <pc:chgData name="Xin Luo" userId="82312ee5779919a4" providerId="LiveId" clId="{7250F8A5-9508-E248-911D-B5C9D8AE1D70}" dt="2023-11-23T06:50:41.916" v="32" actId="20577"/>
        <pc:sldMkLst>
          <pc:docMk/>
          <pc:sldMk cId="2241021106" sldId="2734"/>
        </pc:sldMkLst>
        <pc:spChg chg="mod">
          <ac:chgData name="Xin Luo" userId="82312ee5779919a4" providerId="LiveId" clId="{7250F8A5-9508-E248-911D-B5C9D8AE1D70}" dt="2023-11-23T06:50:41.916" v="32" actId="20577"/>
          <ac:spMkLst>
            <pc:docMk/>
            <pc:sldMk cId="2241021106" sldId="2734"/>
            <ac:spMk id="24" creationId="{00000000-0000-0000-0000-000000000000}"/>
          </ac:spMkLst>
        </pc:spChg>
      </pc:sldChg>
      <pc:sldMasterChg chg="delSldLayout">
        <pc:chgData name="Xin Luo" userId="82312ee5779919a4" providerId="LiveId" clId="{7250F8A5-9508-E248-911D-B5C9D8AE1D70}" dt="2023-11-23T06:50:29.249" v="10" actId="2696"/>
        <pc:sldMasterMkLst>
          <pc:docMk/>
          <pc:sldMasterMk cId="0" sldId="2147484773"/>
        </pc:sldMasterMkLst>
        <pc:sldLayoutChg chg="del">
          <pc:chgData name="Xin Luo" userId="82312ee5779919a4" providerId="LiveId" clId="{7250F8A5-9508-E248-911D-B5C9D8AE1D70}" dt="2023-11-23T06:50:29.249" v="10" actId="2696"/>
          <pc:sldLayoutMkLst>
            <pc:docMk/>
            <pc:sldMasterMk cId="0" sldId="2147484773"/>
            <pc:sldLayoutMk cId="1556853612" sldId="2147484954"/>
          </pc:sldLayoutMkLst>
        </pc:sldLayoutChg>
      </pc:sldMasterChg>
    </pc:docChg>
  </pc:docChgLst>
  <pc:docChgLst>
    <pc:chgData name="Xin Luo" userId="82312ee5779919a4" providerId="LiveId" clId="{37D42620-D994-0749-AEB6-71C6987E1DE6}"/>
    <pc:docChg chg="modSld">
      <pc:chgData name="Xin Luo" userId="82312ee5779919a4" providerId="LiveId" clId="{37D42620-D994-0749-AEB6-71C6987E1DE6}" dt="2023-11-17T01:36:24.938" v="42" actId="20577"/>
      <pc:docMkLst>
        <pc:docMk/>
      </pc:docMkLst>
      <pc:sldChg chg="modSp mod">
        <pc:chgData name="Xin Luo" userId="82312ee5779919a4" providerId="LiveId" clId="{37D42620-D994-0749-AEB6-71C6987E1DE6}" dt="2023-11-17T01:36:24.938" v="42" actId="20577"/>
        <pc:sldMkLst>
          <pc:docMk/>
          <pc:sldMk cId="2241021106" sldId="2734"/>
        </pc:sldMkLst>
        <pc:spChg chg="mod">
          <ac:chgData name="Xin Luo" userId="82312ee5779919a4" providerId="LiveId" clId="{37D42620-D994-0749-AEB6-71C6987E1DE6}" dt="2023-11-17T01:36:24.938" v="42" actId="20577"/>
          <ac:spMkLst>
            <pc:docMk/>
            <pc:sldMk cId="2241021106" sldId="2734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D466483C-9A35-F143-8B59-F41186F2D3B2}"/>
    <pc:docChg chg="addSld delSld modSld">
      <pc:chgData name="Xin Luo" userId="82312ee5779919a4" providerId="LiveId" clId="{D466483C-9A35-F143-8B59-F41186F2D3B2}" dt="2023-07-02T13:52:16.808" v="94" actId="2696"/>
      <pc:docMkLst>
        <pc:docMk/>
      </pc:docMkLst>
      <pc:sldChg chg="del">
        <pc:chgData name="Xin Luo" userId="82312ee5779919a4" providerId="LiveId" clId="{D466483C-9A35-F143-8B59-F41186F2D3B2}" dt="2023-07-02T13:51:48.306" v="3" actId="2696"/>
        <pc:sldMkLst>
          <pc:docMk/>
          <pc:sldMk cId="1153920038" sldId="2206"/>
        </pc:sldMkLst>
      </pc:sldChg>
      <pc:sldChg chg="del">
        <pc:chgData name="Xin Luo" userId="82312ee5779919a4" providerId="LiveId" clId="{D466483C-9A35-F143-8B59-F41186F2D3B2}" dt="2023-07-02T13:52:16.741" v="80" actId="2696"/>
        <pc:sldMkLst>
          <pc:docMk/>
          <pc:sldMk cId="1576120367" sldId="2387"/>
        </pc:sldMkLst>
      </pc:sldChg>
      <pc:sldChg chg="del">
        <pc:chgData name="Xin Luo" userId="82312ee5779919a4" providerId="LiveId" clId="{D466483C-9A35-F143-8B59-F41186F2D3B2}" dt="2023-07-02T13:52:16.795" v="93" actId="2696"/>
        <pc:sldMkLst>
          <pc:docMk/>
          <pc:sldMk cId="2415901206" sldId="2447"/>
        </pc:sldMkLst>
      </pc:sldChg>
      <pc:sldChg chg="del">
        <pc:chgData name="Xin Luo" userId="82312ee5779919a4" providerId="LiveId" clId="{D466483C-9A35-F143-8B59-F41186F2D3B2}" dt="2023-07-02T13:52:16.747" v="82" actId="2696"/>
        <pc:sldMkLst>
          <pc:docMk/>
          <pc:sldMk cId="4067577602" sldId="2605"/>
        </pc:sldMkLst>
      </pc:sldChg>
      <pc:sldChg chg="del">
        <pc:chgData name="Xin Luo" userId="82312ee5779919a4" providerId="LiveId" clId="{D466483C-9A35-F143-8B59-F41186F2D3B2}" dt="2023-07-02T13:52:16.749" v="83" actId="2696"/>
        <pc:sldMkLst>
          <pc:docMk/>
          <pc:sldMk cId="1602808061" sldId="2707"/>
        </pc:sldMkLst>
      </pc:sldChg>
      <pc:sldChg chg="del">
        <pc:chgData name="Xin Luo" userId="82312ee5779919a4" providerId="LiveId" clId="{D466483C-9A35-F143-8B59-F41186F2D3B2}" dt="2023-07-02T13:52:16.789" v="90" actId="2696"/>
        <pc:sldMkLst>
          <pc:docMk/>
          <pc:sldMk cId="1658607177" sldId="2708"/>
        </pc:sldMkLst>
      </pc:sldChg>
      <pc:sldChg chg="del">
        <pc:chgData name="Xin Luo" userId="82312ee5779919a4" providerId="LiveId" clId="{D466483C-9A35-F143-8B59-F41186F2D3B2}" dt="2023-07-02T13:52:16.756" v="86" actId="2696"/>
        <pc:sldMkLst>
          <pc:docMk/>
          <pc:sldMk cId="1257969106" sldId="2709"/>
        </pc:sldMkLst>
      </pc:sldChg>
      <pc:sldChg chg="del">
        <pc:chgData name="Xin Luo" userId="82312ee5779919a4" providerId="LiveId" clId="{D466483C-9A35-F143-8B59-F41186F2D3B2}" dt="2023-07-02T13:52:16.786" v="89" actId="2696"/>
        <pc:sldMkLst>
          <pc:docMk/>
          <pc:sldMk cId="2744383376" sldId="2711"/>
        </pc:sldMkLst>
      </pc:sldChg>
      <pc:sldChg chg="del">
        <pc:chgData name="Xin Luo" userId="82312ee5779919a4" providerId="LiveId" clId="{D466483C-9A35-F143-8B59-F41186F2D3B2}" dt="2023-07-02T13:52:16.739" v="79" actId="2696"/>
        <pc:sldMkLst>
          <pc:docMk/>
          <pc:sldMk cId="280619949" sldId="2714"/>
        </pc:sldMkLst>
      </pc:sldChg>
      <pc:sldChg chg="del">
        <pc:chgData name="Xin Luo" userId="82312ee5779919a4" providerId="LiveId" clId="{D466483C-9A35-F143-8B59-F41186F2D3B2}" dt="2023-07-02T13:52:16.726" v="74" actId="2696"/>
        <pc:sldMkLst>
          <pc:docMk/>
          <pc:sldMk cId="3852391939" sldId="2715"/>
        </pc:sldMkLst>
      </pc:sldChg>
      <pc:sldChg chg="del">
        <pc:chgData name="Xin Luo" userId="82312ee5779919a4" providerId="LiveId" clId="{D466483C-9A35-F143-8B59-F41186F2D3B2}" dt="2023-07-02T13:52:16.753" v="84" actId="2696"/>
        <pc:sldMkLst>
          <pc:docMk/>
          <pc:sldMk cId="3026715585" sldId="2716"/>
        </pc:sldMkLst>
      </pc:sldChg>
      <pc:sldChg chg="del">
        <pc:chgData name="Xin Luo" userId="82312ee5779919a4" providerId="LiveId" clId="{D466483C-9A35-F143-8B59-F41186F2D3B2}" dt="2023-07-02T13:52:16.728" v="75" actId="2696"/>
        <pc:sldMkLst>
          <pc:docMk/>
          <pc:sldMk cId="4136986794" sldId="2717"/>
        </pc:sldMkLst>
      </pc:sldChg>
      <pc:sldChg chg="del">
        <pc:chgData name="Xin Luo" userId="82312ee5779919a4" providerId="LiveId" clId="{D466483C-9A35-F143-8B59-F41186F2D3B2}" dt="2023-07-02T13:52:16.755" v="85" actId="2696"/>
        <pc:sldMkLst>
          <pc:docMk/>
          <pc:sldMk cId="1778017482" sldId="2718"/>
        </pc:sldMkLst>
      </pc:sldChg>
      <pc:sldChg chg="del">
        <pc:chgData name="Xin Luo" userId="82312ee5779919a4" providerId="LiveId" clId="{D466483C-9A35-F143-8B59-F41186F2D3B2}" dt="2023-07-02T13:52:16.731" v="76" actId="2696"/>
        <pc:sldMkLst>
          <pc:docMk/>
          <pc:sldMk cId="1858913004" sldId="2719"/>
        </pc:sldMkLst>
      </pc:sldChg>
      <pc:sldChg chg="del">
        <pc:chgData name="Xin Luo" userId="82312ee5779919a4" providerId="LiveId" clId="{D466483C-9A35-F143-8B59-F41186F2D3B2}" dt="2023-07-02T13:52:16.734" v="77" actId="2696"/>
        <pc:sldMkLst>
          <pc:docMk/>
          <pc:sldMk cId="3480831675" sldId="2720"/>
        </pc:sldMkLst>
      </pc:sldChg>
      <pc:sldChg chg="del">
        <pc:chgData name="Xin Luo" userId="82312ee5779919a4" providerId="LiveId" clId="{D466483C-9A35-F143-8B59-F41186F2D3B2}" dt="2023-07-02T13:52:16.723" v="73" actId="2696"/>
        <pc:sldMkLst>
          <pc:docMk/>
          <pc:sldMk cId="769179569" sldId="2723"/>
        </pc:sldMkLst>
      </pc:sldChg>
      <pc:sldChg chg="del">
        <pc:chgData name="Xin Luo" userId="82312ee5779919a4" providerId="LiveId" clId="{D466483C-9A35-F143-8B59-F41186F2D3B2}" dt="2023-07-02T13:52:16.737" v="78" actId="2696"/>
        <pc:sldMkLst>
          <pc:docMk/>
          <pc:sldMk cId="57442970" sldId="2725"/>
        </pc:sldMkLst>
      </pc:sldChg>
      <pc:sldChg chg="del">
        <pc:chgData name="Xin Luo" userId="82312ee5779919a4" providerId="LiveId" clId="{D466483C-9A35-F143-8B59-F41186F2D3B2}" dt="2023-07-02T13:52:16.783" v="88" actId="2696"/>
        <pc:sldMkLst>
          <pc:docMk/>
          <pc:sldMk cId="4114066566" sldId="2726"/>
        </pc:sldMkLst>
      </pc:sldChg>
      <pc:sldChg chg="del">
        <pc:chgData name="Xin Luo" userId="82312ee5779919a4" providerId="LiveId" clId="{D466483C-9A35-F143-8B59-F41186F2D3B2}" dt="2023-07-02T13:52:16.758" v="87" actId="2696"/>
        <pc:sldMkLst>
          <pc:docMk/>
          <pc:sldMk cId="1683372320" sldId="2728"/>
        </pc:sldMkLst>
      </pc:sldChg>
      <pc:sldChg chg="del">
        <pc:chgData name="Xin Luo" userId="82312ee5779919a4" providerId="LiveId" clId="{D466483C-9A35-F143-8B59-F41186F2D3B2}" dt="2023-07-02T13:52:16.744" v="81" actId="2696"/>
        <pc:sldMkLst>
          <pc:docMk/>
          <pc:sldMk cId="240261692" sldId="2729"/>
        </pc:sldMkLst>
      </pc:sldChg>
      <pc:sldChg chg="del">
        <pc:chgData name="Xin Luo" userId="82312ee5779919a4" providerId="LiveId" clId="{D466483C-9A35-F143-8B59-F41186F2D3B2}" dt="2023-07-02T13:52:16.720" v="72" actId="2696"/>
        <pc:sldMkLst>
          <pc:docMk/>
          <pc:sldMk cId="736914780" sldId="2730"/>
        </pc:sldMkLst>
      </pc:sldChg>
      <pc:sldChg chg="del">
        <pc:chgData name="Xin Luo" userId="82312ee5779919a4" providerId="LiveId" clId="{D466483C-9A35-F143-8B59-F41186F2D3B2}" dt="2023-07-02T13:52:16.808" v="94" actId="2696"/>
        <pc:sldMkLst>
          <pc:docMk/>
          <pc:sldMk cId="3309691984" sldId="2731"/>
        </pc:sldMkLst>
      </pc:sldChg>
      <pc:sldChg chg="del">
        <pc:chgData name="Xin Luo" userId="82312ee5779919a4" providerId="LiveId" clId="{D466483C-9A35-F143-8B59-F41186F2D3B2}" dt="2023-07-02T13:52:16.791" v="91" actId="2696"/>
        <pc:sldMkLst>
          <pc:docMk/>
          <pc:sldMk cId="1199790559" sldId="2732"/>
        </pc:sldMkLst>
      </pc:sldChg>
      <pc:sldChg chg="del">
        <pc:chgData name="Xin Luo" userId="82312ee5779919a4" providerId="LiveId" clId="{D466483C-9A35-F143-8B59-F41186F2D3B2}" dt="2023-07-02T13:52:16.793" v="92" actId="2696"/>
        <pc:sldMkLst>
          <pc:docMk/>
          <pc:sldMk cId="3625541778" sldId="2733"/>
        </pc:sldMkLst>
      </pc:sldChg>
      <pc:sldChg chg="modSp add del mod setBg">
        <pc:chgData name="Xin Luo" userId="82312ee5779919a4" providerId="LiveId" clId="{D466483C-9A35-F143-8B59-F41186F2D3B2}" dt="2023-07-02T13:52:09.702" v="71" actId="20577"/>
        <pc:sldMkLst>
          <pc:docMk/>
          <pc:sldMk cId="2241021106" sldId="2734"/>
        </pc:sldMkLst>
        <pc:spChg chg="mod">
          <ac:chgData name="Xin Luo" userId="82312ee5779919a4" providerId="LiveId" clId="{D466483C-9A35-F143-8B59-F41186F2D3B2}" dt="2023-07-02T13:52:09.702" v="71" actId="20577"/>
          <ac:spMkLst>
            <pc:docMk/>
            <pc:sldMk cId="2241021106" sldId="2734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F9D543B9-EE8F-F947-98CD-0A5B9B077609}"/>
    <pc:docChg chg="undo custSel modSld">
      <pc:chgData name="Xin Luo" userId="82312ee5779919a4" providerId="LiveId" clId="{F9D543B9-EE8F-F947-98CD-0A5B9B077609}" dt="2023-05-28T07:33:19.199" v="786" actId="1035"/>
      <pc:docMkLst>
        <pc:docMk/>
      </pc:docMkLst>
      <pc:sldChg chg="modSp mod">
        <pc:chgData name="Xin Luo" userId="82312ee5779919a4" providerId="LiveId" clId="{F9D543B9-EE8F-F947-98CD-0A5B9B077609}" dt="2023-05-28T06:55:23.883" v="643" actId="20577"/>
        <pc:sldMkLst>
          <pc:docMk/>
          <pc:sldMk cId="1153920038" sldId="2206"/>
        </pc:sldMkLst>
        <pc:spChg chg="mod">
          <ac:chgData name="Xin Luo" userId="82312ee5779919a4" providerId="LiveId" clId="{F9D543B9-EE8F-F947-98CD-0A5B9B077609}" dt="2023-05-28T06:55:23.883" v="643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modSp mod">
        <pc:chgData name="Xin Luo" userId="82312ee5779919a4" providerId="LiveId" clId="{F9D543B9-EE8F-F947-98CD-0A5B9B077609}" dt="2023-05-28T07:09:31.866" v="757" actId="20577"/>
        <pc:sldMkLst>
          <pc:docMk/>
          <pc:sldMk cId="1602808061" sldId="2707"/>
        </pc:sldMkLst>
        <pc:spChg chg="mod">
          <ac:chgData name="Xin Luo" userId="82312ee5779919a4" providerId="LiveId" clId="{F9D543B9-EE8F-F947-98CD-0A5B9B077609}" dt="2023-05-28T07:09:31.866" v="757" actId="20577"/>
          <ac:spMkLst>
            <pc:docMk/>
            <pc:sldMk cId="1602808061" sldId="2707"/>
            <ac:spMk id="2" creationId="{631AADB6-C88A-D817-4683-FC087E4E240F}"/>
          </ac:spMkLst>
        </pc:spChg>
      </pc:sldChg>
      <pc:sldChg chg="modSp mod">
        <pc:chgData name="Xin Luo" userId="82312ee5779919a4" providerId="LiveId" clId="{F9D543B9-EE8F-F947-98CD-0A5B9B077609}" dt="2023-05-28T07:33:19.199" v="786" actId="1035"/>
        <pc:sldMkLst>
          <pc:docMk/>
          <pc:sldMk cId="4114066566" sldId="2726"/>
        </pc:sldMkLst>
        <pc:spChg chg="mod">
          <ac:chgData name="Xin Luo" userId="82312ee5779919a4" providerId="LiveId" clId="{F9D543B9-EE8F-F947-98CD-0A5B9B077609}" dt="2023-05-28T07:33:19.199" v="786" actId="1035"/>
          <ac:spMkLst>
            <pc:docMk/>
            <pc:sldMk cId="4114066566" sldId="2726"/>
            <ac:spMk id="17" creationId="{9E05FFCA-3371-AF5C-381D-71D984055F5A}"/>
          </ac:spMkLst>
        </pc:spChg>
      </pc:sldChg>
      <pc:sldChg chg="modSp mod">
        <pc:chgData name="Xin Luo" userId="82312ee5779919a4" providerId="LiveId" clId="{F9D543B9-EE8F-F947-98CD-0A5B9B077609}" dt="2023-05-27T13:58:39.236" v="598" actId="20577"/>
        <pc:sldMkLst>
          <pc:docMk/>
          <pc:sldMk cId="1683372320" sldId="2728"/>
        </pc:sldMkLst>
        <pc:spChg chg="mod">
          <ac:chgData name="Xin Luo" userId="82312ee5779919a4" providerId="LiveId" clId="{F9D543B9-EE8F-F947-98CD-0A5B9B077609}" dt="2023-05-27T13:58:39.236" v="598" actId="20577"/>
          <ac:spMkLst>
            <pc:docMk/>
            <pc:sldMk cId="1683372320" sldId="2728"/>
            <ac:spMk id="6" creationId="{2CCD6DA1-1437-AB5B-BCA8-405D548B2FB8}"/>
          </ac:spMkLst>
        </pc:spChg>
      </pc:sldChg>
      <pc:sldChg chg="addSp delSp modSp mod">
        <pc:chgData name="Xin Luo" userId="82312ee5779919a4" providerId="LiveId" clId="{F9D543B9-EE8F-F947-98CD-0A5B9B077609}" dt="2023-05-27T05:22:41.018" v="561" actId="20577"/>
        <pc:sldMkLst>
          <pc:docMk/>
          <pc:sldMk cId="3309691984" sldId="2731"/>
        </pc:sldMkLst>
        <pc:spChg chg="add del mod">
          <ac:chgData name="Xin Luo" userId="82312ee5779919a4" providerId="LiveId" clId="{F9D543B9-EE8F-F947-98CD-0A5B9B077609}" dt="2023-05-27T02:49:34.645" v="73" actId="478"/>
          <ac:spMkLst>
            <pc:docMk/>
            <pc:sldMk cId="3309691984" sldId="2731"/>
            <ac:spMk id="2" creationId="{1BDFD04C-8FB6-1EE4-6DF3-7E2F15B47F94}"/>
          </ac:spMkLst>
        </pc:spChg>
        <pc:spChg chg="mod">
          <ac:chgData name="Xin Luo" userId="82312ee5779919a4" providerId="LiveId" clId="{F9D543B9-EE8F-F947-98CD-0A5B9B077609}" dt="2023-05-27T02:53:28.521" v="278" actId="20577"/>
          <ac:spMkLst>
            <pc:docMk/>
            <pc:sldMk cId="3309691984" sldId="2731"/>
            <ac:spMk id="5" creationId="{1B0BE935-AC9C-D1EE-AD6A-7C386013DA7C}"/>
          </ac:spMkLst>
        </pc:spChg>
        <pc:spChg chg="add mod">
          <ac:chgData name="Xin Luo" userId="82312ee5779919a4" providerId="LiveId" clId="{F9D543B9-EE8F-F947-98CD-0A5B9B077609}" dt="2023-05-27T02:52:06.318" v="163" actId="13822"/>
          <ac:spMkLst>
            <pc:docMk/>
            <pc:sldMk cId="3309691984" sldId="2731"/>
            <ac:spMk id="6" creationId="{33F109D0-AAA1-7AD3-B10D-6934C5844CDF}"/>
          </ac:spMkLst>
        </pc:spChg>
        <pc:spChg chg="add mod">
          <ac:chgData name="Xin Luo" userId="82312ee5779919a4" providerId="LiveId" clId="{F9D543B9-EE8F-F947-98CD-0A5B9B077609}" dt="2023-05-27T05:22:34.342" v="555" actId="404"/>
          <ac:spMkLst>
            <pc:docMk/>
            <pc:sldMk cId="3309691984" sldId="2731"/>
            <ac:spMk id="7" creationId="{30E99D8D-10A9-408E-D876-09FB0C8EBDB2}"/>
          </ac:spMkLst>
        </pc:spChg>
        <pc:spChg chg="add mod">
          <ac:chgData name="Xin Luo" userId="82312ee5779919a4" providerId="LiveId" clId="{F9D543B9-EE8F-F947-98CD-0A5B9B077609}" dt="2023-05-27T02:52:13.842" v="165" actId="1076"/>
          <ac:spMkLst>
            <pc:docMk/>
            <pc:sldMk cId="3309691984" sldId="2731"/>
            <ac:spMk id="8" creationId="{7D33CA86-78C6-3B8B-51BB-B57FBBE5679D}"/>
          </ac:spMkLst>
        </pc:spChg>
        <pc:spChg chg="add mod">
          <ac:chgData name="Xin Luo" userId="82312ee5779919a4" providerId="LiveId" clId="{F9D543B9-EE8F-F947-98CD-0A5B9B077609}" dt="2023-05-27T05:22:41.018" v="561" actId="20577"/>
          <ac:spMkLst>
            <pc:docMk/>
            <pc:sldMk cId="3309691984" sldId="2731"/>
            <ac:spMk id="9" creationId="{100AD77A-3706-464A-3EA9-8E8FB10A183C}"/>
          </ac:spMkLst>
        </pc:spChg>
      </pc:sldChg>
    </pc:docChg>
  </pc:docChgLst>
  <pc:docChgLst>
    <pc:chgData name="Xin Luo" userId="82312ee5779919a4" providerId="LiveId" clId="{B10D17D3-3A51-854C-A635-1C39A202C200}"/>
    <pc:docChg chg="undo custSel addSld delSld modSld sldOrd">
      <pc:chgData name="Xin Luo" userId="82312ee5779919a4" providerId="LiveId" clId="{B10D17D3-3A51-854C-A635-1C39A202C200}" dt="2023-03-04T03:51:10.104" v="4946" actId="20577"/>
      <pc:docMkLst>
        <pc:docMk/>
      </pc:docMkLst>
      <pc:sldChg chg="addSp delSp modSp mod">
        <pc:chgData name="Xin Luo" userId="82312ee5779919a4" providerId="LiveId" clId="{B10D17D3-3A51-854C-A635-1C39A202C200}" dt="2023-03-01T03:11:45.906" v="247"/>
        <pc:sldMkLst>
          <pc:docMk/>
          <pc:sldMk cId="1153920038" sldId="2206"/>
        </pc:sldMkLst>
        <pc:spChg chg="add del mod">
          <ac:chgData name="Xin Luo" userId="82312ee5779919a4" providerId="LiveId" clId="{B10D17D3-3A51-854C-A635-1C39A202C200}" dt="2023-03-01T03:11:45.906" v="247"/>
          <ac:spMkLst>
            <pc:docMk/>
            <pc:sldMk cId="1153920038" sldId="2206"/>
            <ac:spMk id="3" creationId="{CDA1AA74-21D7-AC4F-F87E-BA10B85B4942}"/>
          </ac:spMkLst>
        </pc:spChg>
        <pc:spChg chg="mod">
          <ac:chgData name="Xin Luo" userId="82312ee5779919a4" providerId="LiveId" clId="{B10D17D3-3A51-854C-A635-1C39A202C200}" dt="2023-03-01T03:11:44.178" v="244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B10D17D3-3A51-854C-A635-1C39A202C200}" dt="2023-03-01T03:11:54.462" v="258"/>
        <pc:sldMkLst>
          <pc:docMk/>
          <pc:sldMk cId="1576120367" sldId="2387"/>
        </pc:sldMkLst>
        <pc:spChg chg="mod">
          <ac:chgData name="Xin Luo" userId="82312ee5779919a4" providerId="LiveId" clId="{B10D17D3-3A51-854C-A635-1C39A202C200}" dt="2023-03-01T03:09:00.203" v="190"/>
          <ac:spMkLst>
            <pc:docMk/>
            <pc:sldMk cId="1576120367" sldId="2387"/>
            <ac:spMk id="4" creationId="{F68D6DC1-DB3F-EF57-57A3-A2B92CF0615B}"/>
          </ac:spMkLst>
        </pc:spChg>
        <pc:spChg chg="mod">
          <ac:chgData name="Xin Luo" userId="82312ee5779919a4" providerId="LiveId" clId="{B10D17D3-3A51-854C-A635-1C39A202C200}" dt="2023-03-01T03:11:52.198" v="254" actId="20577"/>
          <ac:spMkLst>
            <pc:docMk/>
            <pc:sldMk cId="1576120367" sldId="2387"/>
            <ac:spMk id="5" creationId="{5B42861C-BD96-F755-A471-270F194FDB31}"/>
          </ac:spMkLst>
        </pc:spChg>
        <pc:spChg chg="mod">
          <ac:chgData name="Xin Luo" userId="82312ee5779919a4" providerId="LiveId" clId="{B10D17D3-3A51-854C-A635-1C39A202C200}" dt="2023-03-01T03:08:52.221" v="189" actId="1076"/>
          <ac:spMkLst>
            <pc:docMk/>
            <pc:sldMk cId="1576120367" sldId="2387"/>
            <ac:spMk id="6" creationId="{00000000-0000-0000-0000-000000000000}"/>
          </ac:spMkLst>
        </pc:spChg>
        <pc:grpChg chg="add del mod">
          <ac:chgData name="Xin Luo" userId="82312ee5779919a4" providerId="LiveId" clId="{B10D17D3-3A51-854C-A635-1C39A202C200}" dt="2023-03-01T03:11:54.462" v="258"/>
          <ac:grpSpMkLst>
            <pc:docMk/>
            <pc:sldMk cId="1576120367" sldId="2387"/>
            <ac:grpSpMk id="2" creationId="{D75D16A1-CA22-97BE-7AC3-94ACAAC9786D}"/>
          </ac:grpSpMkLst>
        </pc:grpChg>
        <pc:grpChg chg="mod">
          <ac:chgData name="Xin Luo" userId="82312ee5779919a4" providerId="LiveId" clId="{B10D17D3-3A51-854C-A635-1C39A202C200}" dt="2023-03-01T03:11:53.530" v="256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B10D17D3-3A51-854C-A635-1C39A202C200}" dt="2023-03-01T03:11:52.612" v="25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addSp delSp modSp del mod">
        <pc:chgData name="Xin Luo" userId="82312ee5779919a4" providerId="LiveId" clId="{B10D17D3-3A51-854C-A635-1C39A202C200}" dt="2023-03-01T08:16:09.042" v="2803" actId="2696"/>
        <pc:sldMkLst>
          <pc:docMk/>
          <pc:sldMk cId="2688334957" sldId="2705"/>
        </pc:sldMkLst>
        <pc:spChg chg="del">
          <ac:chgData name="Xin Luo" userId="82312ee5779919a4" providerId="LiveId" clId="{B10D17D3-3A51-854C-A635-1C39A202C200}" dt="2023-03-01T03:12:41.405" v="315" actId="478"/>
          <ac:spMkLst>
            <pc:docMk/>
            <pc:sldMk cId="2688334957" sldId="2705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2:46.084" v="319" actId="20577"/>
          <ac:spMkLst>
            <pc:docMk/>
            <pc:sldMk cId="2688334957" sldId="2705"/>
            <ac:spMk id="3" creationId="{00000000-0000-0000-0000-000000000000}"/>
          </ac:spMkLst>
        </pc:spChg>
        <pc:spChg chg="add mod">
          <ac:chgData name="Xin Luo" userId="82312ee5779919a4" providerId="LiveId" clId="{B10D17D3-3A51-854C-A635-1C39A202C200}" dt="2023-03-01T07:04:04.047" v="1565" actId="1035"/>
          <ac:spMkLst>
            <pc:docMk/>
            <pc:sldMk cId="2688334957" sldId="2705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1T07:38:05.554" v="2285" actId="20577"/>
          <ac:spMkLst>
            <pc:docMk/>
            <pc:sldMk cId="2688334957" sldId="2705"/>
            <ac:spMk id="17" creationId="{9E05FFCA-3371-AF5C-381D-71D984055F5A}"/>
          </ac:spMkLst>
        </pc:spChg>
      </pc:sldChg>
      <pc:sldChg chg="modSp del mod">
        <pc:chgData name="Xin Luo" userId="82312ee5779919a4" providerId="LiveId" clId="{B10D17D3-3A51-854C-A635-1C39A202C200}" dt="2023-03-04T02:27:05.106" v="4323" actId="2696"/>
        <pc:sldMkLst>
          <pc:docMk/>
          <pc:sldMk cId="2464444856" sldId="2706"/>
        </pc:sldMkLst>
        <pc:spChg chg="mod">
          <ac:chgData name="Xin Luo" userId="82312ee5779919a4" providerId="LiveId" clId="{B10D17D3-3A51-854C-A635-1C39A202C200}" dt="2023-03-04T02:23:09.439" v="4164" actId="20577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3:11.029" v="347" actId="20577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21:10.399" v="4124" actId="20577"/>
          <ac:spMkLst>
            <pc:docMk/>
            <pc:sldMk cId="2464444856" sldId="2706"/>
            <ac:spMk id="17" creationId="{9E05FFCA-3371-AF5C-381D-71D984055F5A}"/>
          </ac:spMkLst>
        </pc:spChg>
      </pc:sldChg>
      <pc:sldChg chg="addSp delSp modSp mod">
        <pc:chgData name="Xin Luo" userId="82312ee5779919a4" providerId="LiveId" clId="{B10D17D3-3A51-854C-A635-1C39A202C200}" dt="2023-03-04T02:29:49.946" v="4367" actId="20577"/>
        <pc:sldMkLst>
          <pc:docMk/>
          <pc:sldMk cId="1602808061" sldId="2707"/>
        </pc:sldMkLst>
        <pc:spChg chg="mod">
          <ac:chgData name="Xin Luo" userId="82312ee5779919a4" providerId="LiveId" clId="{B10D17D3-3A51-854C-A635-1C39A202C200}" dt="2023-03-04T02:29:49.946" v="4367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9:53.815" v="779" actId="20577"/>
          <ac:spMkLst>
            <pc:docMk/>
            <pc:sldMk cId="1602808061" sldId="2707"/>
            <ac:spMk id="3" creationId="{00000000-0000-0000-0000-000000000000}"/>
          </ac:spMkLst>
        </pc:spChg>
        <pc:spChg chg="add del mod">
          <ac:chgData name="Xin Luo" userId="82312ee5779919a4" providerId="LiveId" clId="{B10D17D3-3A51-854C-A635-1C39A202C200}" dt="2023-03-01T03:14:57.021" v="452" actId="478"/>
          <ac:spMkLst>
            <pc:docMk/>
            <pc:sldMk cId="1602808061" sldId="2707"/>
            <ac:spMk id="4" creationId="{C75F9EA2-70CA-A73B-2653-99D35FD92005}"/>
          </ac:spMkLst>
        </pc:spChg>
        <pc:spChg chg="del mod">
          <ac:chgData name="Xin Luo" userId="82312ee5779919a4" providerId="LiveId" clId="{B10D17D3-3A51-854C-A635-1C39A202C200}" dt="2023-03-01T03:20:42.446" v="870" actId="478"/>
          <ac:spMkLst>
            <pc:docMk/>
            <pc:sldMk cId="1602808061" sldId="2707"/>
            <ac:spMk id="17" creationId="{9E05FFCA-3371-AF5C-381D-71D984055F5A}"/>
          </ac:spMkLst>
        </pc:spChg>
      </pc:sldChg>
      <pc:sldChg chg="modSp mod">
        <pc:chgData name="Xin Luo" userId="82312ee5779919a4" providerId="LiveId" clId="{B10D17D3-3A51-854C-A635-1C39A202C200}" dt="2023-03-01T07:00:50.646" v="1533" actId="14100"/>
        <pc:sldMkLst>
          <pc:docMk/>
          <pc:sldMk cId="2744383376" sldId="2711"/>
        </pc:sldMkLst>
        <pc:spChg chg="mod">
          <ac:chgData name="Xin Luo" userId="82312ee5779919a4" providerId="LiveId" clId="{B10D17D3-3A51-854C-A635-1C39A202C200}" dt="2023-03-01T07:00:50.646" v="1533" actId="14100"/>
          <ac:spMkLst>
            <pc:docMk/>
            <pc:sldMk cId="2744383376" sldId="2711"/>
            <ac:spMk id="18" creationId="{9D310AF3-A081-4032-01C0-C288D4F7AC53}"/>
          </ac:spMkLst>
        </pc:spChg>
      </pc:sldChg>
      <pc:sldChg chg="addSp delSp modSp mod">
        <pc:chgData name="Xin Luo" userId="82312ee5779919a4" providerId="LiveId" clId="{B10D17D3-3A51-854C-A635-1C39A202C200}" dt="2023-03-01T07:14:41.232" v="1940" actId="1035"/>
        <pc:sldMkLst>
          <pc:docMk/>
          <pc:sldMk cId="280619949" sldId="2714"/>
        </pc:sldMkLst>
        <pc:spChg chg="add del mod">
          <ac:chgData name="Xin Luo" userId="82312ee5779919a4" providerId="LiveId" clId="{B10D17D3-3A51-854C-A635-1C39A202C200}" dt="2023-03-01T07:06:29.970" v="1634" actId="478"/>
          <ac:spMkLst>
            <pc:docMk/>
            <pc:sldMk cId="280619949" sldId="2714"/>
            <ac:spMk id="4" creationId="{B2054973-49B5-A6EE-DB29-692209383346}"/>
          </ac:spMkLst>
        </pc:spChg>
        <pc:spChg chg="add del mod">
          <ac:chgData name="Xin Luo" userId="82312ee5779919a4" providerId="LiveId" clId="{B10D17D3-3A51-854C-A635-1C39A202C200}" dt="2023-03-01T07:06:28.039" v="1633" actId="478"/>
          <ac:spMkLst>
            <pc:docMk/>
            <pc:sldMk cId="280619949" sldId="2714"/>
            <ac:spMk id="6" creationId="{19C6484B-DCCB-D134-1A1F-AAFC332454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7" creationId="{EC866106-2882-0036-D683-EBAC443E23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8" creationId="{0A6B20F1-473E-9B37-69EF-0AD338B6CE5E}"/>
          </ac:spMkLst>
        </pc:spChg>
        <pc:grpChg chg="add mod">
          <ac:chgData name="Xin Luo" userId="82312ee5779919a4" providerId="LiveId" clId="{B10D17D3-3A51-854C-A635-1C39A202C200}" dt="2023-03-01T07:14:41.232" v="1940" actId="1035"/>
          <ac:grpSpMkLst>
            <pc:docMk/>
            <pc:sldMk cId="280619949" sldId="2714"/>
            <ac:grpSpMk id="9" creationId="{7C46DFDE-4B13-99B2-6717-B313A96CDC60}"/>
          </ac:grpSpMkLst>
        </pc:grpChg>
        <pc:picChg chg="mod">
          <ac:chgData name="Xin Luo" userId="82312ee5779919a4" providerId="LiveId" clId="{B10D17D3-3A51-854C-A635-1C39A202C200}" dt="2023-03-01T07:14:38.928" v="1938" actId="164"/>
          <ac:picMkLst>
            <pc:docMk/>
            <pc:sldMk cId="280619949" sldId="2714"/>
            <ac:picMk id="5" creationId="{0604E948-208D-161C-F579-7EA72A1F42DC}"/>
          </ac:picMkLst>
        </pc:picChg>
      </pc:sldChg>
      <pc:sldChg chg="modSp mod">
        <pc:chgData name="Xin Luo" userId="82312ee5779919a4" providerId="LiveId" clId="{B10D17D3-3A51-854C-A635-1C39A202C200}" dt="2023-03-01T06:46:02.276" v="991" actId="1076"/>
        <pc:sldMkLst>
          <pc:docMk/>
          <pc:sldMk cId="3852391939" sldId="2715"/>
        </pc:sldMkLst>
        <pc:spChg chg="mod">
          <ac:chgData name="Xin Luo" userId="82312ee5779919a4" providerId="LiveId" clId="{B10D17D3-3A51-854C-A635-1C39A202C200}" dt="2023-03-01T06:45:33.026" v="990" actId="113"/>
          <ac:spMkLst>
            <pc:docMk/>
            <pc:sldMk cId="3852391939" sldId="2715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46:02.276" v="991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delSp modSp mod ord">
        <pc:chgData name="Xin Luo" userId="82312ee5779919a4" providerId="LiveId" clId="{B10D17D3-3A51-854C-A635-1C39A202C200}" dt="2023-03-01T07:52:13.787" v="2795" actId="113"/>
        <pc:sldMkLst>
          <pc:docMk/>
          <pc:sldMk cId="3026715585" sldId="2716"/>
        </pc:sldMkLst>
        <pc:spChg chg="mod">
          <ac:chgData name="Xin Luo" userId="82312ee5779919a4" providerId="LiveId" clId="{B10D17D3-3A51-854C-A635-1C39A202C200}" dt="2023-03-01T07:52:13.787" v="2795" actId="113"/>
          <ac:spMkLst>
            <pc:docMk/>
            <pc:sldMk cId="3026715585" sldId="2716"/>
            <ac:spMk id="4" creationId="{B31A8325-31D8-6F06-6D89-E39763C56875}"/>
          </ac:spMkLst>
        </pc:spChg>
        <pc:spChg chg="add">
          <ac:chgData name="Xin Luo" userId="82312ee5779919a4" providerId="LiveId" clId="{B10D17D3-3A51-854C-A635-1C39A202C200}" dt="2023-03-01T06:39:50.043" v="928"/>
          <ac:spMkLst>
            <pc:docMk/>
            <pc:sldMk cId="3026715585" sldId="2716"/>
            <ac:spMk id="5" creationId="{9FC3EA85-249E-1417-9BEE-658D18412D50}"/>
          </ac:spMkLst>
        </pc:spChg>
        <pc:spChg chg="add mod">
          <ac:chgData name="Xin Luo" userId="82312ee5779919a4" providerId="LiveId" clId="{B10D17D3-3A51-854C-A635-1C39A202C200}" dt="2023-03-01T06:50:38.874" v="1125" actId="20577"/>
          <ac:spMkLst>
            <pc:docMk/>
            <pc:sldMk cId="3026715585" sldId="2716"/>
            <ac:spMk id="6" creationId="{A742F445-FD1E-D792-ED2C-06B36B983C52}"/>
          </ac:spMkLst>
        </pc:spChg>
        <pc:spChg chg="del mod">
          <ac:chgData name="Xin Luo" userId="82312ee5779919a4" providerId="LiveId" clId="{B10D17D3-3A51-854C-A635-1C39A202C200}" dt="2023-03-01T06:34:22.687" v="924" actId="478"/>
          <ac:spMkLst>
            <pc:docMk/>
            <pc:sldMk cId="3026715585" sldId="2716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47:24.214" v="997" actId="1076"/>
          <ac:picMkLst>
            <pc:docMk/>
            <pc:sldMk cId="3026715585" sldId="2716"/>
            <ac:picMk id="1028" creationId="{66985166-168F-6888-A257-804014E303E4}"/>
          </ac:picMkLst>
        </pc:picChg>
      </pc:sldChg>
      <pc:sldChg chg="modSp mod">
        <pc:chgData name="Xin Luo" userId="82312ee5779919a4" providerId="LiveId" clId="{B10D17D3-3A51-854C-A635-1C39A202C200}" dt="2023-03-01T06:51:03.850" v="1134" actId="113"/>
        <pc:sldMkLst>
          <pc:docMk/>
          <pc:sldMk cId="4136986794" sldId="2717"/>
        </pc:sldMkLst>
        <pc:spChg chg="mod">
          <ac:chgData name="Xin Luo" userId="82312ee5779919a4" providerId="LiveId" clId="{B10D17D3-3A51-854C-A635-1C39A202C200}" dt="2023-03-01T06:51:03.850" v="1134" actId="113"/>
          <ac:spMkLst>
            <pc:docMk/>
            <pc:sldMk cId="4136986794" sldId="2717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50:48.055" v="1127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modSp mod">
        <pc:chgData name="Xin Luo" userId="82312ee5779919a4" providerId="LiveId" clId="{B10D17D3-3A51-854C-A635-1C39A202C200}" dt="2023-03-01T07:36:29.598" v="2248" actId="14100"/>
        <pc:sldMkLst>
          <pc:docMk/>
          <pc:sldMk cId="1778017482" sldId="2718"/>
        </pc:sldMkLst>
        <pc:spChg chg="mod">
          <ac:chgData name="Xin Luo" userId="82312ee5779919a4" providerId="LiveId" clId="{B10D17D3-3A51-854C-A635-1C39A202C200}" dt="2023-03-01T06:51:18.514" v="1137" actId="255"/>
          <ac:spMkLst>
            <pc:docMk/>
            <pc:sldMk cId="1778017482" sldId="2718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7:36:29.598" v="2248" actId="14100"/>
          <ac:picMkLst>
            <pc:docMk/>
            <pc:sldMk cId="1778017482" sldId="2718"/>
            <ac:picMk id="3074" creationId="{3E8CF22C-6E5D-0AAE-1F79-795E8B77EEF7}"/>
          </ac:picMkLst>
        </pc:picChg>
      </pc:sldChg>
      <pc:sldChg chg="addSp modSp mod">
        <pc:chgData name="Xin Luo" userId="82312ee5779919a4" providerId="LiveId" clId="{B10D17D3-3A51-854C-A635-1C39A202C200}" dt="2023-03-04T03:02:31.854" v="4924" actId="20577"/>
        <pc:sldMkLst>
          <pc:docMk/>
          <pc:sldMk cId="1858913004" sldId="2719"/>
        </pc:sldMkLst>
        <pc:spChg chg="mod">
          <ac:chgData name="Xin Luo" userId="82312ee5779919a4" providerId="LiveId" clId="{B10D17D3-3A51-854C-A635-1C39A202C200}" dt="2023-03-04T02:35:39.622" v="4451" actId="1035"/>
          <ac:spMkLst>
            <pc:docMk/>
            <pc:sldMk cId="1858913004" sldId="2719"/>
            <ac:spMk id="2" creationId="{631AADB6-C88A-D817-4683-FC087E4E240F}"/>
          </ac:spMkLst>
        </pc:spChg>
        <pc:spChg chg="add mod">
          <ac:chgData name="Xin Luo" userId="82312ee5779919a4" providerId="LiveId" clId="{B10D17D3-3A51-854C-A635-1C39A202C200}" dt="2023-03-01T08:54:50.949" v="3823" actId="404"/>
          <ac:spMkLst>
            <pc:docMk/>
            <pc:sldMk cId="1858913004" sldId="2719"/>
            <ac:spMk id="4" creationId="{814FF4E1-B17F-D4F8-E834-173BA3B0D059}"/>
          </ac:spMkLst>
        </pc:spChg>
        <pc:spChg chg="mod">
          <ac:chgData name="Xin Luo" userId="82312ee5779919a4" providerId="LiveId" clId="{B10D17D3-3A51-854C-A635-1C39A202C200}" dt="2023-03-04T02:35:30.997" v="4439" actId="1038"/>
          <ac:spMkLst>
            <pc:docMk/>
            <pc:sldMk cId="1858913004" sldId="2719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3:02:31.854" v="4924" actId="20577"/>
          <ac:spMkLst>
            <pc:docMk/>
            <pc:sldMk cId="1858913004" sldId="2719"/>
            <ac:spMk id="6" creationId="{10943A92-9E22-44EA-2939-C64F8E264329}"/>
          </ac:spMkLst>
        </pc:spChg>
      </pc:sldChg>
      <pc:sldChg chg="modSp del mod">
        <pc:chgData name="Xin Luo" userId="82312ee5779919a4" providerId="LiveId" clId="{B10D17D3-3A51-854C-A635-1C39A202C200}" dt="2023-03-01T06:31:51.569" v="913" actId="2696"/>
        <pc:sldMkLst>
          <pc:docMk/>
          <pc:sldMk cId="1410676903" sldId="2721"/>
        </pc:sldMkLst>
        <pc:spChg chg="mod">
          <ac:chgData name="Xin Luo" userId="82312ee5779919a4" providerId="LiveId" clId="{B10D17D3-3A51-854C-A635-1C39A202C200}" dt="2023-03-01T06:31:01.523" v="912" actId="1076"/>
          <ac:spMkLst>
            <pc:docMk/>
            <pc:sldMk cId="1410676903" sldId="2721"/>
            <ac:spMk id="9" creationId="{D5E43916-6543-2664-EE40-07ABFFB01F26}"/>
          </ac:spMkLst>
        </pc:spChg>
        <pc:picChg chg="mod">
          <ac:chgData name="Xin Luo" userId="82312ee5779919a4" providerId="LiveId" clId="{B10D17D3-3A51-854C-A635-1C39A202C200}" dt="2023-03-01T06:30:57.904" v="911" actId="1076"/>
          <ac:picMkLst>
            <pc:docMk/>
            <pc:sldMk cId="1410676903" sldId="2721"/>
            <ac:picMk id="8" creationId="{BA45F6EA-D51F-F9F8-F33E-5E3217612D76}"/>
          </ac:picMkLst>
        </pc:picChg>
      </pc:sldChg>
      <pc:sldChg chg="addSp delSp modSp add mod">
        <pc:chgData name="Xin Luo" userId="82312ee5779919a4" providerId="LiveId" clId="{B10D17D3-3A51-854C-A635-1C39A202C200}" dt="2023-03-01T07:37:11.730" v="2251" actId="478"/>
        <pc:sldMkLst>
          <pc:docMk/>
          <pc:sldMk cId="295872025" sldId="2722"/>
        </pc:sldMkLst>
        <pc:spChg chg="add del mod">
          <ac:chgData name="Xin Luo" userId="82312ee5779919a4" providerId="LiveId" clId="{B10D17D3-3A51-854C-A635-1C39A202C200}" dt="2023-03-01T07:37:11.730" v="2251" actId="478"/>
          <ac:spMkLst>
            <pc:docMk/>
            <pc:sldMk cId="295872025" sldId="2722"/>
            <ac:spMk id="2" creationId="{1B26B48C-9811-89AB-3B65-3E6557BF8546}"/>
          </ac:spMkLst>
        </pc:spChg>
        <pc:spChg chg="mod">
          <ac:chgData name="Xin Luo" userId="82312ee5779919a4" providerId="LiveId" clId="{B10D17D3-3A51-854C-A635-1C39A202C200}" dt="2023-03-01T03:12:16.184" v="288" actId="20577"/>
          <ac:spMkLst>
            <pc:docMk/>
            <pc:sldMk cId="295872025" sldId="2722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3:21:17.754" v="890" actId="20577"/>
          <ac:spMkLst>
            <pc:docMk/>
            <pc:sldMk cId="295872025" sldId="2722"/>
            <ac:spMk id="14" creationId="{00000000-0000-0000-0000-000000000000}"/>
          </ac:spMkLst>
        </pc:spChg>
        <pc:spChg chg="mod">
          <ac:chgData name="Xin Luo" userId="82312ee5779919a4" providerId="LiveId" clId="{B10D17D3-3A51-854C-A635-1C39A202C200}" dt="2023-03-01T07:37:07.662" v="2249" actId="1076"/>
          <ac:spMkLst>
            <pc:docMk/>
            <pc:sldMk cId="295872025" sldId="2722"/>
            <ac:spMk id="19" creationId="{00000000-0000-0000-0000-000000000000}"/>
          </ac:spMkLst>
        </pc:spChg>
      </pc:sldChg>
      <pc:sldChg chg="add del">
        <pc:chgData name="Xin Luo" userId="82312ee5779919a4" providerId="LiveId" clId="{B10D17D3-3A51-854C-A635-1C39A202C200}" dt="2023-03-01T03:11:46.236" v="248"/>
        <pc:sldMkLst>
          <pc:docMk/>
          <pc:sldMk cId="3482772982" sldId="2722"/>
        </pc:sldMkLst>
      </pc:sldChg>
      <pc:sldChg chg="addSp delSp modSp add mod ord">
        <pc:chgData name="Xin Luo" userId="82312ee5779919a4" providerId="LiveId" clId="{B10D17D3-3A51-854C-A635-1C39A202C200}" dt="2023-03-01T07:02:34.534" v="1561" actId="1035"/>
        <pc:sldMkLst>
          <pc:docMk/>
          <pc:sldMk cId="769179569" sldId="2723"/>
        </pc:sldMkLst>
        <pc:spChg chg="del">
          <ac:chgData name="Xin Luo" userId="82312ee5779919a4" providerId="LiveId" clId="{B10D17D3-3A51-854C-A635-1C39A202C200}" dt="2023-03-01T06:32:32.946" v="917" actId="478"/>
          <ac:spMkLst>
            <pc:docMk/>
            <pc:sldMk cId="769179569" sldId="2723"/>
            <ac:spMk id="4" creationId="{B31A8325-31D8-6F06-6D89-E39763C56875}"/>
          </ac:spMkLst>
        </pc:spChg>
        <pc:spChg chg="mod">
          <ac:chgData name="Xin Luo" userId="82312ee5779919a4" providerId="LiveId" clId="{B10D17D3-3A51-854C-A635-1C39A202C200}" dt="2023-03-01T07:02:34.534" v="1561" actId="1035"/>
          <ac:spMkLst>
            <pc:docMk/>
            <pc:sldMk cId="769179569" sldId="2723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33:34.384" v="922" actId="1076"/>
          <ac:picMkLst>
            <pc:docMk/>
            <pc:sldMk cId="769179569" sldId="2723"/>
            <ac:picMk id="6" creationId="{E48B3BDE-9687-B26A-07FC-D08825F4C5C7}"/>
          </ac:picMkLst>
        </pc:picChg>
      </pc:sldChg>
      <pc:sldChg chg="addSp delSp modSp add del mod">
        <pc:chgData name="Xin Luo" userId="82312ee5779919a4" providerId="LiveId" clId="{B10D17D3-3A51-854C-A635-1C39A202C200}" dt="2023-03-04T02:00:43.985" v="3977" actId="2696"/>
        <pc:sldMkLst>
          <pc:docMk/>
          <pc:sldMk cId="2179406886" sldId="2724"/>
        </pc:sldMkLst>
        <pc:spChg chg="del">
          <ac:chgData name="Xin Luo" userId="82312ee5779919a4" providerId="LiveId" clId="{B10D17D3-3A51-854C-A635-1C39A202C200}" dt="2023-03-01T06:52:19.045" v="1173" actId="478"/>
          <ac:spMkLst>
            <pc:docMk/>
            <pc:sldMk cId="2179406886" sldId="2724"/>
            <ac:spMk id="4" creationId="{58EE51E5-8ACA-984C-6E8D-F8AA658223AD}"/>
          </ac:spMkLst>
        </pc:spChg>
        <pc:spChg chg="del mod">
          <ac:chgData name="Xin Luo" userId="82312ee5779919a4" providerId="LiveId" clId="{B10D17D3-3A51-854C-A635-1C39A202C200}" dt="2023-03-01T06:52:23.892" v="1175" actId="478"/>
          <ac:spMkLst>
            <pc:docMk/>
            <pc:sldMk cId="2179406886" sldId="2724"/>
            <ac:spMk id="5" creationId="{7F4897FB-F086-F339-A15F-A899143C7919}"/>
          </ac:spMkLst>
        </pc:spChg>
        <pc:spChg chg="del">
          <ac:chgData name="Xin Luo" userId="82312ee5779919a4" providerId="LiveId" clId="{B10D17D3-3A51-854C-A635-1C39A202C200}" dt="2023-03-01T06:52:17.227" v="1172" actId="478"/>
          <ac:spMkLst>
            <pc:docMk/>
            <pc:sldMk cId="2179406886" sldId="2724"/>
            <ac:spMk id="6" creationId="{7ED1482E-3610-E252-0E80-41B202D30E30}"/>
          </ac:spMkLst>
        </pc:spChg>
        <pc:spChg chg="add mod">
          <ac:chgData name="Xin Luo" userId="82312ee5779919a4" providerId="LiveId" clId="{B10D17D3-3A51-854C-A635-1C39A202C200}" dt="2023-03-01T06:59:49.895" v="1509" actId="1035"/>
          <ac:spMkLst>
            <pc:docMk/>
            <pc:sldMk cId="2179406886" sldId="2724"/>
            <ac:spMk id="7" creationId="{CCA3837E-1D09-5134-A225-250CEF7F9C13}"/>
          </ac:spMkLst>
        </pc:spChg>
        <pc:picChg chg="del">
          <ac:chgData name="Xin Luo" userId="82312ee5779919a4" providerId="LiveId" clId="{B10D17D3-3A51-854C-A635-1C39A202C200}" dt="2023-03-01T06:52:12.055" v="1170" actId="478"/>
          <ac:picMkLst>
            <pc:docMk/>
            <pc:sldMk cId="2179406886" sldId="2724"/>
            <ac:picMk id="5124" creationId="{D17BE6F3-1008-2FC6-54D2-736C673B73E8}"/>
          </ac:picMkLst>
        </pc:picChg>
        <pc:picChg chg="mod">
          <ac:chgData name="Xin Luo" userId="82312ee5779919a4" providerId="LiveId" clId="{B10D17D3-3A51-854C-A635-1C39A202C200}" dt="2023-03-01T06:59:51.894" v="1510" actId="1076"/>
          <ac:picMkLst>
            <pc:docMk/>
            <pc:sldMk cId="2179406886" sldId="2724"/>
            <ac:picMk id="5126" creationId="{EBB0C876-4E86-C2ED-5EE6-3B2BD26768B9}"/>
          </ac:picMkLst>
        </pc:picChg>
        <pc:picChg chg="del">
          <ac:chgData name="Xin Luo" userId="82312ee5779919a4" providerId="LiveId" clId="{B10D17D3-3A51-854C-A635-1C39A202C200}" dt="2023-03-01T06:52:15.250" v="1171" actId="478"/>
          <ac:picMkLst>
            <pc:docMk/>
            <pc:sldMk cId="2179406886" sldId="2724"/>
            <ac:picMk id="5128" creationId="{59C29F54-F731-6EBD-ECA9-847BE3563121}"/>
          </ac:picMkLst>
        </pc:picChg>
      </pc:sldChg>
      <pc:sldChg chg="addSp delSp modSp add mod">
        <pc:chgData name="Xin Luo" userId="82312ee5779919a4" providerId="LiveId" clId="{B10D17D3-3A51-854C-A635-1C39A202C200}" dt="2023-03-04T02:34:13.611" v="4393" actId="1035"/>
        <pc:sldMkLst>
          <pc:docMk/>
          <pc:sldMk cId="57442970" sldId="2725"/>
        </pc:sldMkLst>
        <pc:spChg chg="mod">
          <ac:chgData name="Xin Luo" userId="82312ee5779919a4" providerId="LiveId" clId="{B10D17D3-3A51-854C-A635-1C39A202C200}" dt="2023-03-04T02:32:01.973" v="4385" actId="403"/>
          <ac:spMkLst>
            <pc:docMk/>
            <pc:sldMk cId="57442970" sldId="2725"/>
            <ac:spMk id="2" creationId="{631AADB6-C88A-D817-4683-FC087E4E240F}"/>
          </ac:spMkLst>
        </pc:spChg>
        <pc:spChg chg="add del mod">
          <ac:chgData name="Xin Luo" userId="82312ee5779919a4" providerId="LiveId" clId="{B10D17D3-3A51-854C-A635-1C39A202C200}" dt="2023-03-01T07:09:00.564" v="1684" actId="478"/>
          <ac:spMkLst>
            <pc:docMk/>
            <pc:sldMk cId="57442970" sldId="2725"/>
            <ac:spMk id="4" creationId="{6E0E7525-DD48-9BE0-AA55-4AB1B5AB0AF8}"/>
          </ac:spMkLst>
        </pc:spChg>
        <pc:spChg chg="add del mod">
          <ac:chgData name="Xin Luo" userId="82312ee5779919a4" providerId="LiveId" clId="{B10D17D3-3A51-854C-A635-1C39A202C200}" dt="2023-03-01T07:51:00.839" v="2794" actId="478"/>
          <ac:spMkLst>
            <pc:docMk/>
            <pc:sldMk cId="57442970" sldId="2725"/>
            <ac:spMk id="4" creationId="{7154FD73-ECDF-6A1F-E3C5-6D6473CC5410}"/>
          </ac:spMkLst>
        </pc:spChg>
        <pc:spChg chg="add mod">
          <ac:chgData name="Xin Luo" userId="82312ee5779919a4" providerId="LiveId" clId="{B10D17D3-3A51-854C-A635-1C39A202C200}" dt="2023-03-01T07:14:15.793" v="1936" actId="1035"/>
          <ac:spMkLst>
            <pc:docMk/>
            <pc:sldMk cId="57442970" sldId="2725"/>
            <ac:spMk id="7" creationId="{62959DC6-89B8-A589-6622-E3331C39FC3C}"/>
          </ac:spMkLst>
        </pc:spChg>
        <pc:picChg chg="add mod">
          <ac:chgData name="Xin Luo" userId="82312ee5779919a4" providerId="LiveId" clId="{B10D17D3-3A51-854C-A635-1C39A202C200}" dt="2023-03-04T02:34:13.611" v="4393" actId="1035"/>
          <ac:picMkLst>
            <pc:docMk/>
            <pc:sldMk cId="57442970" sldId="2725"/>
            <ac:picMk id="6" creationId="{9183A3DA-EFC1-4E1A-414F-651FFAB091D0}"/>
          </ac:picMkLst>
        </pc:picChg>
      </pc:sldChg>
      <pc:sldChg chg="add del">
        <pc:chgData name="Xin Luo" userId="82312ee5779919a4" providerId="LiveId" clId="{B10D17D3-3A51-854C-A635-1C39A202C200}" dt="2023-03-01T07:05:06.405" v="1598"/>
        <pc:sldMkLst>
          <pc:docMk/>
          <pc:sldMk cId="4175269822" sldId="2725"/>
        </pc:sldMkLst>
      </pc:sldChg>
      <pc:sldChg chg="add del">
        <pc:chgData name="Xin Luo" userId="82312ee5779919a4" providerId="LiveId" clId="{B10D17D3-3A51-854C-A635-1C39A202C200}" dt="2023-03-01T07:33:58.417" v="1999" actId="2696"/>
        <pc:sldMkLst>
          <pc:docMk/>
          <pc:sldMk cId="2037340697" sldId="2726"/>
        </pc:sldMkLst>
      </pc:sldChg>
      <pc:sldChg chg="modSp add del mod">
        <pc:chgData name="Xin Luo" userId="82312ee5779919a4" providerId="LiveId" clId="{B10D17D3-3A51-854C-A635-1C39A202C200}" dt="2023-03-01T07:37:39.242" v="2283" actId="2696"/>
        <pc:sldMkLst>
          <pc:docMk/>
          <pc:sldMk cId="2258735290" sldId="2726"/>
        </pc:sldMkLst>
        <pc:spChg chg="mod">
          <ac:chgData name="Xin Luo" userId="82312ee5779919a4" providerId="LiveId" clId="{B10D17D3-3A51-854C-A635-1C39A202C200}" dt="2023-03-01T07:37:23.915" v="2262" actId="20577"/>
          <ac:spMkLst>
            <pc:docMk/>
            <pc:sldMk cId="2258735290" sldId="2726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7:37:34.195" v="2282" actId="20577"/>
          <ac:spMkLst>
            <pc:docMk/>
            <pc:sldMk cId="2258735290" sldId="2726"/>
            <ac:spMk id="14" creationId="{00000000-0000-0000-0000-000000000000}"/>
          </ac:spMkLst>
        </pc:spChg>
      </pc:sldChg>
      <pc:sldChg chg="modSp add mod">
        <pc:chgData name="Xin Luo" userId="82312ee5779919a4" providerId="LiveId" clId="{B10D17D3-3A51-854C-A635-1C39A202C200}" dt="2023-03-04T02:20:01.519" v="4120" actId="113"/>
        <pc:sldMkLst>
          <pc:docMk/>
          <pc:sldMk cId="4114066566" sldId="2726"/>
        </pc:sldMkLst>
        <pc:spChg chg="mod">
          <ac:chgData name="Xin Luo" userId="82312ee5779919a4" providerId="LiveId" clId="{B10D17D3-3A51-854C-A635-1C39A202C200}" dt="2023-03-01T07:41:27.034" v="2495" actId="1035"/>
          <ac:spMkLst>
            <pc:docMk/>
            <pc:sldMk cId="4114066566" sldId="2726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2:20:01.519" v="4120" actId="113"/>
          <ac:spMkLst>
            <pc:docMk/>
            <pc:sldMk cId="4114066566" sldId="2726"/>
            <ac:spMk id="17" creationId="{9E05FFCA-3371-AF5C-381D-71D984055F5A}"/>
          </ac:spMkLst>
        </pc:spChg>
      </pc:sldChg>
      <pc:sldChg chg="addSp delSp modSp add mod ord">
        <pc:chgData name="Xin Luo" userId="82312ee5779919a4" providerId="LiveId" clId="{B10D17D3-3A51-854C-A635-1C39A202C200}" dt="2023-03-04T02:22:49.634" v="4156" actId="20577"/>
        <pc:sldMkLst>
          <pc:docMk/>
          <pc:sldMk cId="623131075" sldId="2727"/>
        </pc:sldMkLst>
        <pc:spChg chg="add del mod">
          <ac:chgData name="Xin Luo" userId="82312ee5779919a4" providerId="LiveId" clId="{B10D17D3-3A51-854C-A635-1C39A202C200}" dt="2023-03-04T02:21:43.886" v="4131" actId="478"/>
          <ac:spMkLst>
            <pc:docMk/>
            <pc:sldMk cId="623131075" sldId="2727"/>
            <ac:spMk id="5" creationId="{913214EF-BBA3-95BD-757D-C451E214DD76}"/>
          </ac:spMkLst>
        </pc:spChg>
        <pc:spChg chg="mod">
          <ac:chgData name="Xin Luo" userId="82312ee5779919a4" providerId="LiveId" clId="{B10D17D3-3A51-854C-A635-1C39A202C200}" dt="2023-03-04T02:22:49.634" v="4156" actId="20577"/>
          <ac:spMkLst>
            <pc:docMk/>
            <pc:sldMk cId="623131075" sldId="2727"/>
            <ac:spMk id="17" creationId="{9E05FFCA-3371-AF5C-381D-71D984055F5A}"/>
          </ac:spMkLst>
        </pc:spChg>
      </pc:sldChg>
      <pc:sldChg chg="addSp delSp modSp add mod">
        <pc:chgData name="Xin Luo" userId="82312ee5779919a4" providerId="LiveId" clId="{B10D17D3-3A51-854C-A635-1C39A202C200}" dt="2023-03-04T02:25:34.886" v="4245" actId="113"/>
        <pc:sldMkLst>
          <pc:docMk/>
          <pc:sldMk cId="1683372320" sldId="2728"/>
        </pc:sldMkLst>
        <pc:spChg chg="mod">
          <ac:chgData name="Xin Luo" userId="82312ee5779919a4" providerId="LiveId" clId="{B10D17D3-3A51-854C-A635-1C39A202C200}" dt="2023-03-01T08:15:30.267" v="2797" actId="2711"/>
          <ac:spMkLst>
            <pc:docMk/>
            <pc:sldMk cId="1683372320" sldId="2728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15:35.388" v="4029" actId="20577"/>
          <ac:spMkLst>
            <pc:docMk/>
            <pc:sldMk cId="1683372320" sldId="2728"/>
            <ac:spMk id="4" creationId="{DFE91C0B-C9F8-3FEC-3419-2DE0C6E6DC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5" creationId="{1B0BE935-AC9C-D1EE-AD6A-7C386013DA7C}"/>
          </ac:spMkLst>
        </pc:spChg>
        <pc:spChg chg="add mod">
          <ac:chgData name="Xin Luo" userId="82312ee5779919a4" providerId="LiveId" clId="{B10D17D3-3A51-854C-A635-1C39A202C200}" dt="2023-03-04T02:25:34.886" v="4245" actId="113"/>
          <ac:spMkLst>
            <pc:docMk/>
            <pc:sldMk cId="1683372320" sldId="2728"/>
            <ac:spMk id="6" creationId="{2CCD6DA1-1437-AB5B-BCA8-405D548B2F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7" creationId="{8A9C6DE8-75E5-EEB7-75DA-B8E0E87A7508}"/>
          </ac:spMkLst>
        </pc:spChg>
        <pc:spChg chg="del mod">
          <ac:chgData name="Xin Luo" userId="82312ee5779919a4" providerId="LiveId" clId="{B10D17D3-3A51-854C-A635-1C39A202C200}" dt="2023-03-04T02:15:38.307" v="4030" actId="478"/>
          <ac:spMkLst>
            <pc:docMk/>
            <pc:sldMk cId="1683372320" sldId="2728"/>
            <ac:spMk id="17" creationId="{9E05FFCA-3371-AF5C-381D-71D984055F5A}"/>
          </ac:spMkLst>
        </pc:spChg>
      </pc:sldChg>
      <pc:sldChg chg="delSp modSp add mod">
        <pc:chgData name="Xin Luo" userId="82312ee5779919a4" providerId="LiveId" clId="{B10D17D3-3A51-854C-A635-1C39A202C200}" dt="2023-03-04T02:52:21.019" v="4898" actId="20577"/>
        <pc:sldMkLst>
          <pc:docMk/>
          <pc:sldMk cId="240261692" sldId="2729"/>
        </pc:sldMkLst>
        <pc:spChg chg="mod">
          <ac:chgData name="Xin Luo" userId="82312ee5779919a4" providerId="LiveId" clId="{B10D17D3-3A51-854C-A635-1C39A202C200}" dt="2023-03-01T08:35:17.222" v="2819" actId="20577"/>
          <ac:spMkLst>
            <pc:docMk/>
            <pc:sldMk cId="240261692" sldId="2729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4T02:52:21.019" v="4898" actId="20577"/>
          <ac:spMkLst>
            <pc:docMk/>
            <pc:sldMk cId="240261692" sldId="2729"/>
            <ac:spMk id="5" creationId="{FCD10A89-5E0E-5D73-1D4F-9E11D943B29C}"/>
          </ac:spMkLst>
        </pc:spChg>
        <pc:picChg chg="del">
          <ac:chgData name="Xin Luo" userId="82312ee5779919a4" providerId="LiveId" clId="{B10D17D3-3A51-854C-A635-1C39A202C200}" dt="2023-03-01T08:35:20.583" v="2820" actId="478"/>
          <ac:picMkLst>
            <pc:docMk/>
            <pc:sldMk cId="240261692" sldId="2729"/>
            <ac:picMk id="3074" creationId="{3E8CF22C-6E5D-0AAE-1F79-795E8B77EEF7}"/>
          </ac:picMkLst>
        </pc:picChg>
      </pc:sldChg>
      <pc:sldChg chg="delSp add mod">
        <pc:chgData name="Xin Luo" userId="82312ee5779919a4" providerId="LiveId" clId="{B10D17D3-3A51-854C-A635-1C39A202C200}" dt="2023-03-04T02:21:28.084" v="4127" actId="478"/>
        <pc:sldMkLst>
          <pc:docMk/>
          <pc:sldMk cId="736914780" sldId="2730"/>
        </pc:sldMkLst>
        <pc:spChg chg="del">
          <ac:chgData name="Xin Luo" userId="82312ee5779919a4" providerId="LiveId" clId="{B10D17D3-3A51-854C-A635-1C39A202C200}" dt="2023-03-04T02:21:28.084" v="4127" actId="478"/>
          <ac:spMkLst>
            <pc:docMk/>
            <pc:sldMk cId="736914780" sldId="2730"/>
            <ac:spMk id="5" creationId="{913214EF-BBA3-95BD-757D-C451E214DD76}"/>
          </ac:spMkLst>
        </pc:spChg>
      </pc:sldChg>
      <pc:sldChg chg="addSp delSp modSp add mod">
        <pc:chgData name="Xin Luo" userId="82312ee5779919a4" providerId="LiveId" clId="{B10D17D3-3A51-854C-A635-1C39A202C200}" dt="2023-03-04T03:51:10.104" v="4946" actId="20577"/>
        <pc:sldMkLst>
          <pc:docMk/>
          <pc:sldMk cId="3309691984" sldId="2731"/>
        </pc:sldMkLst>
        <pc:spChg chg="add del mod">
          <ac:chgData name="Xin Luo" userId="82312ee5779919a4" providerId="LiveId" clId="{B10D17D3-3A51-854C-A635-1C39A202C200}" dt="2023-03-04T02:30:44.123" v="4384"/>
          <ac:spMkLst>
            <pc:docMk/>
            <pc:sldMk cId="3309691984" sldId="2731"/>
            <ac:spMk id="2" creationId="{089F4E60-62E0-2B9F-D522-F40E6CF74A6E}"/>
          </ac:spMkLst>
        </pc:spChg>
        <pc:spChg chg="mod">
          <ac:chgData name="Xin Luo" userId="82312ee5779919a4" providerId="LiveId" clId="{B10D17D3-3A51-854C-A635-1C39A202C200}" dt="2023-03-04T02:26:05.734" v="4271" actId="20577"/>
          <ac:spMkLst>
            <pc:docMk/>
            <pc:sldMk cId="3309691984" sldId="2731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3:51:10.104" v="4946" actId="20577"/>
          <ac:spMkLst>
            <pc:docMk/>
            <pc:sldMk cId="3309691984" sldId="2731"/>
            <ac:spMk id="5" creationId="{1B0BE935-AC9C-D1EE-AD6A-7C386013DA7C}"/>
          </ac:spMkLst>
        </pc:spChg>
        <pc:spChg chg="del">
          <ac:chgData name="Xin Luo" userId="82312ee5779919a4" providerId="LiveId" clId="{B10D17D3-3A51-854C-A635-1C39A202C200}" dt="2023-03-04T02:23:28.089" v="4166" actId="478"/>
          <ac:spMkLst>
            <pc:docMk/>
            <pc:sldMk cId="3309691984" sldId="2731"/>
            <ac:spMk id="6" creationId="{2CCD6DA1-1437-AB5B-BCA8-405D548B2FB8}"/>
          </ac:spMkLst>
        </pc:spChg>
        <pc:spChg chg="del">
          <ac:chgData name="Xin Luo" userId="82312ee5779919a4" providerId="LiveId" clId="{B10D17D3-3A51-854C-A635-1C39A202C200}" dt="2023-03-04T02:25:55.810" v="4256" actId="478"/>
          <ac:spMkLst>
            <pc:docMk/>
            <pc:sldMk cId="3309691984" sldId="2731"/>
            <ac:spMk id="7" creationId="{8A9C6DE8-75E5-EEB7-75DA-B8E0E87A7508}"/>
          </ac:spMkLst>
        </pc:spChg>
      </pc:sldChg>
      <pc:sldChg chg="add del">
        <pc:chgData name="Xin Luo" userId="82312ee5779919a4" providerId="LiveId" clId="{B10D17D3-3A51-854C-A635-1C39A202C200}" dt="2023-03-04T02:23:57.461" v="4178"/>
        <pc:sldMkLst>
          <pc:docMk/>
          <pc:sldMk cId="636882973" sldId="2732"/>
        </pc:sldMkLst>
      </pc:sldChg>
      <pc:sldChg chg="addSp modSp add mod">
        <pc:chgData name="Xin Luo" userId="82312ee5779919a4" providerId="LiveId" clId="{B10D17D3-3A51-854C-A635-1C39A202C200}" dt="2023-03-04T02:45:16.670" v="4844" actId="1035"/>
        <pc:sldMkLst>
          <pc:docMk/>
          <pc:sldMk cId="1199790559" sldId="2732"/>
        </pc:sldMkLst>
        <pc:spChg chg="mod">
          <ac:chgData name="Xin Luo" userId="82312ee5779919a4" providerId="LiveId" clId="{B10D17D3-3A51-854C-A635-1C39A202C200}" dt="2023-03-04T02:36:32.822" v="4507" actId="20577"/>
          <ac:spMkLst>
            <pc:docMk/>
            <pc:sldMk cId="1199790559" sldId="2732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2:45:16.670" v="4844" actId="1035"/>
          <ac:spMkLst>
            <pc:docMk/>
            <pc:sldMk cId="1199790559" sldId="2732"/>
            <ac:spMk id="9" creationId="{D0806663-124A-FC93-799D-3E9155542C92}"/>
          </ac:spMkLst>
        </pc:sp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23:46.363" v="4174"/>
        <pc:sldMkLst>
          <pc:docMk/>
          <pc:sldMk cId="1709681614" sldId="2732"/>
        </pc:sldMkLst>
      </pc:sldChg>
      <pc:sldChg chg="add del">
        <pc:chgData name="Xin Luo" userId="82312ee5779919a4" providerId="LiveId" clId="{B10D17D3-3A51-854C-A635-1C39A202C200}" dt="2023-03-04T02:23:42.217" v="4171"/>
        <pc:sldMkLst>
          <pc:docMk/>
          <pc:sldMk cId="1869539113" sldId="2732"/>
        </pc:sldMkLst>
      </pc:sldChg>
      <pc:sldChg chg="add del">
        <pc:chgData name="Xin Luo" userId="82312ee5779919a4" providerId="LiveId" clId="{B10D17D3-3A51-854C-A635-1C39A202C200}" dt="2023-03-04T02:24:00.681" v="4180"/>
        <pc:sldMkLst>
          <pc:docMk/>
          <pc:sldMk cId="2562253795" sldId="2732"/>
        </pc:sldMkLst>
      </pc:sldChg>
      <pc:sldChg chg="add del">
        <pc:chgData name="Xin Luo" userId="82312ee5779919a4" providerId="LiveId" clId="{B10D17D3-3A51-854C-A635-1C39A202C200}" dt="2023-03-04T02:24:05.543" v="4182"/>
        <pc:sldMkLst>
          <pc:docMk/>
          <pc:sldMk cId="4062346908" sldId="2732"/>
        </pc:sldMkLst>
      </pc:sldChg>
      <pc:sldChg chg="addSp delSp modSp add mod">
        <pc:chgData name="Xin Luo" userId="82312ee5779919a4" providerId="LiveId" clId="{B10D17D3-3A51-854C-A635-1C39A202C200}" dt="2023-03-04T02:54:53.881" v="4905" actId="1076"/>
        <pc:sldMkLst>
          <pc:docMk/>
          <pc:sldMk cId="3625541778" sldId="2733"/>
        </pc:sldMkLst>
        <pc:spChg chg="mod">
          <ac:chgData name="Xin Luo" userId="82312ee5779919a4" providerId="LiveId" clId="{B10D17D3-3A51-854C-A635-1C39A202C200}" dt="2023-03-04T02:53:09.195" v="4899"/>
          <ac:spMkLst>
            <pc:docMk/>
            <pc:sldMk cId="3625541778" sldId="2733"/>
            <ac:spMk id="5" creationId="{FCD10A89-5E0E-5D73-1D4F-9E11D943B29C}"/>
          </ac:spMkLst>
        </pc:spChg>
        <pc:spChg chg="del">
          <ac:chgData name="Xin Luo" userId="82312ee5779919a4" providerId="LiveId" clId="{B10D17D3-3A51-854C-A635-1C39A202C200}" dt="2023-03-04T02:46:11.998" v="4878" actId="478"/>
          <ac:spMkLst>
            <pc:docMk/>
            <pc:sldMk cId="3625541778" sldId="2733"/>
            <ac:spMk id="9" creationId="{D0806663-124A-FC93-799D-3E9155542C92}"/>
          </ac:spMkLst>
        </pc:spChg>
        <pc:picChg chg="del">
          <ac:chgData name="Xin Luo" userId="82312ee5779919a4" providerId="LiveId" clId="{B10D17D3-3A51-854C-A635-1C39A202C200}" dt="2023-03-04T02:45:31.328" v="4868" actId="478"/>
          <ac:picMkLst>
            <pc:docMk/>
            <pc:sldMk cId="3625541778" sldId="2733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54:53.881" v="4905" actId="1076"/>
          <ac:picMkLst>
            <pc:docMk/>
            <pc:sldMk cId="3625541778" sldId="2733"/>
            <ac:picMk id="7" creationId="{D7FD8593-2387-9EBB-B64C-4F79275A1E99}"/>
          </ac:picMkLst>
        </pc:picChg>
        <pc:picChg chg="del">
          <ac:chgData name="Xin Luo" userId="82312ee5779919a4" providerId="LiveId" clId="{B10D17D3-3A51-854C-A635-1C39A202C200}" dt="2023-03-04T02:45:32.347" v="4869" actId="478"/>
          <ac:picMkLst>
            <pc:docMk/>
            <pc:sldMk cId="3625541778" sldId="2733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45:51.767" v="4871"/>
        <pc:sldMkLst>
          <pc:docMk/>
          <pc:sldMk cId="3578463388" sldId="273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47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7439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9144000" cy="2665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-26988"/>
            <a:ext cx="2286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67056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9144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82264" y="64674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9144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603026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5438" y="1087438"/>
            <a:ext cx="4027487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5325" y="1087438"/>
            <a:ext cx="4027488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07163" y="115888"/>
            <a:ext cx="2168525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5888"/>
            <a:ext cx="6354763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5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4513516" y="-3740963"/>
            <a:ext cx="72000" cy="909903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8530149" y="230704"/>
            <a:ext cx="72000" cy="11557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98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2413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8"/>
            <a:ext cx="8675688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438" y="1087438"/>
            <a:ext cx="8207375" cy="2270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99225"/>
            <a:ext cx="21336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319693" y="1685331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星载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雷达</a:t>
            </a: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测高应用作业</a:t>
            </a:r>
            <a:endParaRPr kumimoji="0" lang="zh-CN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53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罗 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792000" y="3614404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307818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邮箱</a:t>
            </a: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: xinluo_xin@ynu.edu.cn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地址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：地球科学学院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1327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办公室</a:t>
            </a:r>
            <a:endParaRPr kumimoji="0" lang="en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8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261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BF8A9A-03FE-2516-7E19-C8FD65DBFB0D}"/>
              </a:ext>
            </a:extLst>
          </p:cNvPr>
          <p:cNvSpPr txBox="1"/>
          <p:nvPr/>
        </p:nvSpPr>
        <p:spPr>
          <a:xfrm>
            <a:off x="5305926" y="391031"/>
            <a:ext cx="3514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卫星测高原理及应用课程</a:t>
            </a:r>
          </a:p>
        </p:txBody>
      </p:sp>
    </p:spTree>
    <p:extLst>
      <p:ext uri="{BB962C8B-B14F-4D97-AF65-F5344CB8AC3E}">
        <p14:creationId xmlns:p14="http://schemas.microsoft.com/office/powerpoint/2010/main" val="22410211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一、星载雷达测高应用作业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653230" y="1745741"/>
            <a:ext cx="7706910" cy="3243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内容：以小组为单位，</a:t>
            </a:r>
            <a:r>
              <a:rPr lang="zh-CN" altLang="en-CN" kern="0" dirty="0">
                <a:solidFill>
                  <a:srgbClr val="000000"/>
                </a:solidFill>
                <a:latin typeface="+mn-ea"/>
                <a:ea typeface="+mn-ea"/>
              </a:rPr>
              <a:t>选取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中国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ea typeface="+mn-ea"/>
              </a:rPr>
              <a:t>xx</a:t>
            </a:r>
            <a:r>
              <a:rPr lang="zh-CN" altLang="en-CN" kern="0" dirty="0">
                <a:solidFill>
                  <a:srgbClr val="000000"/>
                </a:solidFill>
                <a:latin typeface="+mn-ea"/>
                <a:ea typeface="+mn-ea"/>
              </a:rPr>
              <a:t>湖泊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，利用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ea typeface="+mn-ea"/>
              </a:rPr>
              <a:t>Sentinel-3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测高数据分析</a:t>
            </a:r>
            <a:r>
              <a:rPr lang="zh-CN" altLang="en-US" kern="0">
                <a:solidFill>
                  <a:srgbClr val="000000"/>
                </a:solidFill>
                <a:latin typeface="+mn-ea"/>
                <a:ea typeface="+mn-ea"/>
              </a:rPr>
              <a:t>湖泊水位变化。</a:t>
            </a:r>
            <a:endParaRPr lang="en-US" altLang="zh-CN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提交：实验报告一份。</a:t>
            </a:r>
            <a:endParaRPr lang="en-US" altLang="zh-CN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endParaRPr lang="en-US" altLang="zh-CN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941970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CN" sz="2800" b="1" dirty="0">
                <a:solidFill>
                  <a:srgbClr val="333333"/>
                </a:solidFill>
                <a:latin typeface="+mn-ea"/>
                <a:ea typeface="+mn-ea"/>
              </a:rPr>
              <a:t>作业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要求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313107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101809</TotalTime>
  <Words>73</Words>
  <Application>Microsoft Macintosh PowerPoint</Application>
  <PresentationFormat>On-screen Show (4:3)</PresentationFormat>
  <Paragraphs>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微软雅黑</vt:lpstr>
      <vt:lpstr>黑体</vt:lpstr>
      <vt:lpstr>Arial</vt:lpstr>
      <vt:lpstr>Times New Roman</vt:lpstr>
      <vt:lpstr>Wingdings</vt:lpstr>
      <vt:lpstr>2_Global</vt:lpstr>
      <vt:lpstr>1_Copyright (c) 2007-2010 NordriDesign™ _light</vt:lpstr>
      <vt:lpstr>PowerPoint Presentation</vt:lpstr>
      <vt:lpstr>一、星载雷达测高应用作业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Xin Luo</cp:lastModifiedBy>
  <cp:revision>12983</cp:revision>
  <dcterms:created xsi:type="dcterms:W3CDTF">2004-07-09T11:40:27Z</dcterms:created>
  <dcterms:modified xsi:type="dcterms:W3CDTF">2023-11-23T06:55:25Z</dcterms:modified>
</cp:coreProperties>
</file>