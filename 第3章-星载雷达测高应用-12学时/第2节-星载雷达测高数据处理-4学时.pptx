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8"/>
  </p:notesMasterIdLst>
  <p:handoutMasterIdLst>
    <p:handoutMasterId r:id="rId9"/>
  </p:handoutMasterIdLst>
  <p:sldIdLst>
    <p:sldId id="2734" r:id="rId3"/>
    <p:sldId id="2736" r:id="rId4"/>
    <p:sldId id="2727" r:id="rId5"/>
    <p:sldId id="2735" r:id="rId6"/>
    <p:sldId id="2719" r:id="rId7"/>
  </p:sldIdLst>
  <p:sldSz cx="9144000" cy="6858000" type="screen4x3"/>
  <p:notesSz cx="7099300" cy="10234613"/>
  <p:custDataLst>
    <p:tags r:id="rId1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1412">
          <p15:clr>
            <a:srgbClr val="A4A3A4"/>
          </p15:clr>
        </p15:guide>
        <p15:guide id="3" pos="181">
          <p15:clr>
            <a:srgbClr val="A4A3A4"/>
          </p15:clr>
        </p15:guide>
        <p15:guide id="4" pos="5556">
          <p15:clr>
            <a:srgbClr val="A4A3A4"/>
          </p15:clr>
        </p15:guide>
        <p15:guide id="5" pos="2903">
          <p15:clr>
            <a:srgbClr val="A4A3A4"/>
          </p15:clr>
        </p15:guide>
        <p15:guide id="6" orient="horz" pos="700">
          <p15:clr>
            <a:srgbClr val="A4A3A4"/>
          </p15:clr>
        </p15:guide>
        <p15:guide id="7" orient="horz" pos="4119">
          <p15:clr>
            <a:srgbClr val="A4A3A4"/>
          </p15:clr>
        </p15:guide>
        <p15:guide id="8" pos="311">
          <p15:clr>
            <a:srgbClr val="A4A3A4"/>
          </p15:clr>
        </p15:guide>
        <p15:guide id="9" pos="5501">
          <p15:clr>
            <a:srgbClr val="A4A3A4"/>
          </p15:clr>
        </p15:guide>
        <p15:guide id="10" orient="horz" pos="462">
          <p15:clr>
            <a:srgbClr val="A4A3A4"/>
          </p15:clr>
        </p15:guide>
        <p15:guide id="11" pos="77">
          <p15:clr>
            <a:srgbClr val="A4A3A4"/>
          </p15:clr>
        </p15:guide>
        <p15:guide id="12" pos="72">
          <p15:clr>
            <a:srgbClr val="A4A3A4"/>
          </p15:clr>
        </p15:guide>
        <p15:guide id="13" orient="horz" pos="2">
          <p15:clr>
            <a:srgbClr val="A4A3A4"/>
          </p15:clr>
        </p15:guide>
        <p15:guide id="14" pos="807">
          <p15:clr>
            <a:srgbClr val="A4A3A4"/>
          </p15:clr>
        </p15:guide>
        <p15:guide id="15" pos="1463">
          <p15:clr>
            <a:srgbClr val="A4A3A4"/>
          </p15:clr>
        </p15:guide>
        <p15:guide id="16" pos="2079">
          <p15:clr>
            <a:srgbClr val="A4A3A4"/>
          </p15:clr>
        </p15:guide>
        <p15:guide id="17" pos="2714">
          <p15:clr>
            <a:srgbClr val="A4A3A4"/>
          </p15:clr>
        </p15:guide>
        <p15:guide id="18" pos="3370">
          <p15:clr>
            <a:srgbClr val="A4A3A4"/>
          </p15:clr>
        </p15:guide>
        <p15:guide id="19" pos="3985">
          <p15:clr>
            <a:srgbClr val="A4A3A4"/>
          </p15:clr>
        </p15:guide>
        <p15:guide id="20" pos="4631">
          <p15:clr>
            <a:srgbClr val="A4A3A4"/>
          </p15:clr>
        </p15:guide>
        <p15:guide id="21" orient="horz" pos="581">
          <p15:clr>
            <a:srgbClr val="A4A3A4"/>
          </p15:clr>
        </p15:guide>
        <p15:guide id="22" orient="horz" pos="3230">
          <p15:clr>
            <a:srgbClr val="A4A3A4"/>
          </p15:clr>
        </p15:guide>
        <p15:guide id="23" orient="horz" pos="1230">
          <p15:clr>
            <a:srgbClr val="A4A3A4"/>
          </p15:clr>
        </p15:guide>
        <p15:guide id="24" orient="horz">
          <p15:clr>
            <a:srgbClr val="A4A3A4"/>
          </p15:clr>
        </p15:guide>
        <p15:guide id="25" orient="horz" pos="1450">
          <p15:clr>
            <a:srgbClr val="A4A3A4"/>
          </p15:clr>
        </p15:guide>
        <p15:guide id="26" pos="281">
          <p15:clr>
            <a:srgbClr val="A4A3A4"/>
          </p15:clr>
        </p15:guide>
        <p15:guide id="27" orient="horz" pos="3095">
          <p15:clr>
            <a:srgbClr val="A4A3A4"/>
          </p15:clr>
        </p15:guide>
        <p15:guide id="28" orient="horz" pos="2372">
          <p15:clr>
            <a:srgbClr val="A4A3A4"/>
          </p15:clr>
        </p15:guide>
        <p15:guide id="29" orient="horz" pos="4159">
          <p15:clr>
            <a:srgbClr val="A4A3A4"/>
          </p15:clr>
        </p15:guide>
        <p15:guide id="30" pos="313">
          <p15:clr>
            <a:srgbClr val="A4A3A4"/>
          </p15:clr>
        </p15:guide>
        <p15:guide id="31" pos="1655">
          <p15:clr>
            <a:srgbClr val="A4A3A4"/>
          </p15:clr>
        </p15:guide>
        <p15:guide id="32" pos="5727">
          <p15:clr>
            <a:srgbClr val="A4A3A4"/>
          </p15:clr>
        </p15:guide>
        <p15:guide id="33" orient="horz" pos="632">
          <p15:clr>
            <a:srgbClr val="A4A3A4"/>
          </p15:clr>
        </p15:guide>
        <p15:guide id="34" orient="horz" pos="1461">
          <p15:clr>
            <a:srgbClr val="A4A3A4"/>
          </p15:clr>
        </p15:guide>
        <p15:guide id="35" orient="horz" pos="2262">
          <p15:clr>
            <a:srgbClr val="A4A3A4"/>
          </p15:clr>
        </p15:guide>
        <p15:guide id="36" orient="horz" pos="3072">
          <p15:clr>
            <a:srgbClr val="A4A3A4"/>
          </p15:clr>
        </p15:guide>
        <p15:guide id="37" pos="765">
          <p15:clr>
            <a:srgbClr val="A4A3A4"/>
          </p15:clr>
        </p15:guide>
        <p15:guide id="38" pos="5580">
          <p15:clr>
            <a:srgbClr val="A4A3A4"/>
          </p15:clr>
        </p15:guide>
        <p15:guide id="39" pos="5039">
          <p15:clr>
            <a:srgbClr val="A4A3A4"/>
          </p15:clr>
        </p15:guide>
        <p15:guide id="40" orient="horz" pos="621">
          <p15:clr>
            <a:srgbClr val="A4A3A4"/>
          </p15:clr>
        </p15:guide>
        <p15:guide id="41" orient="horz" pos="38">
          <p15:clr>
            <a:srgbClr val="A4A3A4"/>
          </p15:clr>
        </p15:guide>
        <p15:guide id="42" orient="horz" pos="4319">
          <p15:clr>
            <a:srgbClr val="A4A3A4"/>
          </p15:clr>
        </p15:guide>
        <p15:guide id="43" orient="horz" pos="39">
          <p15:clr>
            <a:srgbClr val="A4A3A4"/>
          </p15:clr>
        </p15:guide>
        <p15:guide id="44" pos="3367">
          <p15:clr>
            <a:srgbClr val="A4A3A4"/>
          </p15:clr>
        </p15:guide>
        <p15:guide id="45" pos="4655">
          <p15:clr>
            <a:srgbClr val="A4A3A4"/>
          </p15:clr>
        </p15:guide>
        <p15:guide id="46" orient="horz" pos="1">
          <p15:clr>
            <a:srgbClr val="A4A3A4"/>
          </p15:clr>
        </p15:guide>
        <p15:guide id="47" orient="horz" pos="4067">
          <p15:clr>
            <a:srgbClr val="A4A3A4"/>
          </p15:clr>
        </p15:guide>
        <p15:guide id="48" orient="horz" pos="601">
          <p15:clr>
            <a:srgbClr val="A4A3A4"/>
          </p15:clr>
        </p15:guide>
        <p15:guide id="49" pos="149">
          <p15:clr>
            <a:srgbClr val="A4A3A4"/>
          </p15:clr>
        </p15:guide>
        <p15:guide id="50" pos="5589">
          <p15:clr>
            <a:srgbClr val="A4A3A4"/>
          </p15:clr>
        </p15:guide>
        <p15:guide id="51" pos="322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9234F48-1BB4-064A-81D5-23BC2373ADDA}" v="1010" dt="2023-11-12T11:04:38.280"/>
    <p1510:client id="{CF65213B-FDED-4E4E-A9AA-40904858F740}" v="805" dt="2023-11-12T15:29:10.2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43" autoAdjust="0"/>
    <p:restoredTop sz="84045" autoAdjust="0"/>
  </p:normalViewPr>
  <p:slideViewPr>
    <p:cSldViewPr snapToGrid="0">
      <p:cViewPr>
        <p:scale>
          <a:sx n="138" d="100"/>
          <a:sy n="138" d="100"/>
        </p:scale>
        <p:origin x="1712" y="728"/>
      </p:cViewPr>
      <p:guideLst>
        <p:guide orient="horz" pos="663"/>
        <p:guide orient="horz" pos="1412"/>
        <p:guide pos="181"/>
        <p:guide pos="5556"/>
        <p:guide pos="2903"/>
        <p:guide orient="horz" pos="700"/>
        <p:guide orient="horz" pos="4119"/>
        <p:guide pos="311"/>
        <p:guide pos="5501"/>
        <p:guide orient="horz" pos="462"/>
        <p:guide pos="77"/>
        <p:guide pos="72"/>
        <p:guide orient="horz" pos="2"/>
        <p:guide pos="807"/>
        <p:guide pos="1463"/>
        <p:guide pos="2079"/>
        <p:guide pos="2714"/>
        <p:guide pos="3370"/>
        <p:guide pos="3985"/>
        <p:guide pos="4631"/>
        <p:guide orient="horz" pos="581"/>
        <p:guide orient="horz" pos="3230"/>
        <p:guide orient="horz" pos="1230"/>
        <p:guide orient="horz"/>
        <p:guide orient="horz" pos="1450"/>
        <p:guide pos="281"/>
        <p:guide orient="horz" pos="3095"/>
        <p:guide orient="horz" pos="2372"/>
        <p:guide orient="horz" pos="4159"/>
        <p:guide pos="313"/>
        <p:guide pos="1655"/>
        <p:guide pos="5727"/>
        <p:guide orient="horz" pos="632"/>
        <p:guide orient="horz" pos="1461"/>
        <p:guide orient="horz" pos="2262"/>
        <p:guide orient="horz" pos="3072"/>
        <p:guide pos="765"/>
        <p:guide pos="5580"/>
        <p:guide pos="5039"/>
        <p:guide orient="horz" pos="621"/>
        <p:guide orient="horz" pos="38"/>
        <p:guide orient="horz" pos="4319"/>
        <p:guide orient="horz" pos="39"/>
        <p:guide pos="3367"/>
        <p:guide pos="4655"/>
        <p:guide orient="horz" pos="1"/>
        <p:guide orient="horz" pos="4067"/>
        <p:guide orient="horz" pos="601"/>
        <p:guide pos="149"/>
        <p:guide pos="5589"/>
        <p:guide pos="3227"/>
      </p:guideLst>
    </p:cSldViewPr>
  </p:slideViewPr>
  <p:outlineViewPr>
    <p:cViewPr>
      <p:scale>
        <a:sx n="33" d="100"/>
        <a:sy n="33" d="100"/>
      </p:scale>
      <p:origin x="0" y="-102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50" d="100"/>
        <a:sy n="50" d="100"/>
      </p:scale>
      <p:origin x="0" y="1344"/>
    </p:cViewPr>
  </p:sorterViewPr>
  <p:notesViewPr>
    <p:cSldViewPr snapToGrid="0">
      <p:cViewPr varScale="1">
        <p:scale>
          <a:sx n="49" d="100"/>
          <a:sy n="49" d="100"/>
        </p:scale>
        <p:origin x="2952" y="54"/>
      </p:cViewPr>
      <p:guideLst>
        <p:guide orient="horz" pos="3224"/>
        <p:guide pos="2237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tags" Target="tags/tag1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F9D543B9-EE8F-F947-98CD-0A5B9B077609}"/>
    <pc:docChg chg="undo custSel modSld">
      <pc:chgData name="Xin Luo" userId="82312ee5779919a4" providerId="LiveId" clId="{F9D543B9-EE8F-F947-98CD-0A5B9B077609}" dt="2023-05-28T07:33:19.199" v="786" actId="1035"/>
      <pc:docMkLst>
        <pc:docMk/>
      </pc:docMkLst>
      <pc:sldChg chg="modSp mod">
        <pc:chgData name="Xin Luo" userId="82312ee5779919a4" providerId="LiveId" clId="{F9D543B9-EE8F-F947-98CD-0A5B9B077609}" dt="2023-05-28T06:55:23.883" v="643" actId="20577"/>
        <pc:sldMkLst>
          <pc:docMk/>
          <pc:sldMk cId="1153920038" sldId="2206"/>
        </pc:sldMkLst>
        <pc:spChg chg="mod">
          <ac:chgData name="Xin Luo" userId="82312ee5779919a4" providerId="LiveId" clId="{F9D543B9-EE8F-F947-98CD-0A5B9B077609}" dt="2023-05-28T06:55:23.883" v="643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modSp mod">
        <pc:chgData name="Xin Luo" userId="82312ee5779919a4" providerId="LiveId" clId="{F9D543B9-EE8F-F947-98CD-0A5B9B077609}" dt="2023-05-28T07:09:31.866" v="757" actId="20577"/>
        <pc:sldMkLst>
          <pc:docMk/>
          <pc:sldMk cId="1602808061" sldId="2707"/>
        </pc:sldMkLst>
        <pc:spChg chg="mod">
          <ac:chgData name="Xin Luo" userId="82312ee5779919a4" providerId="LiveId" clId="{F9D543B9-EE8F-F947-98CD-0A5B9B077609}" dt="2023-05-28T07:09:31.866" v="757" actId="20577"/>
          <ac:spMkLst>
            <pc:docMk/>
            <pc:sldMk cId="1602808061" sldId="2707"/>
            <ac:spMk id="2" creationId="{631AADB6-C88A-D817-4683-FC087E4E240F}"/>
          </ac:spMkLst>
        </pc:spChg>
      </pc:sldChg>
      <pc:sldChg chg="modSp mod">
        <pc:chgData name="Xin Luo" userId="82312ee5779919a4" providerId="LiveId" clId="{F9D543B9-EE8F-F947-98CD-0A5B9B077609}" dt="2023-05-28T07:33:19.199" v="786" actId="1035"/>
        <pc:sldMkLst>
          <pc:docMk/>
          <pc:sldMk cId="4114066566" sldId="2726"/>
        </pc:sldMkLst>
        <pc:spChg chg="mod">
          <ac:chgData name="Xin Luo" userId="82312ee5779919a4" providerId="LiveId" clId="{F9D543B9-EE8F-F947-98CD-0A5B9B077609}" dt="2023-05-28T07:33:19.199" v="786" actId="1035"/>
          <ac:spMkLst>
            <pc:docMk/>
            <pc:sldMk cId="4114066566" sldId="2726"/>
            <ac:spMk id="17" creationId="{9E05FFCA-3371-AF5C-381D-71D984055F5A}"/>
          </ac:spMkLst>
        </pc:spChg>
      </pc:sldChg>
      <pc:sldChg chg="modSp mod">
        <pc:chgData name="Xin Luo" userId="82312ee5779919a4" providerId="LiveId" clId="{F9D543B9-EE8F-F947-98CD-0A5B9B077609}" dt="2023-05-27T13:58:39.236" v="598" actId="20577"/>
        <pc:sldMkLst>
          <pc:docMk/>
          <pc:sldMk cId="1683372320" sldId="2728"/>
        </pc:sldMkLst>
        <pc:spChg chg="mod">
          <ac:chgData name="Xin Luo" userId="82312ee5779919a4" providerId="LiveId" clId="{F9D543B9-EE8F-F947-98CD-0A5B9B077609}" dt="2023-05-27T13:58:39.236" v="598" actId="20577"/>
          <ac:spMkLst>
            <pc:docMk/>
            <pc:sldMk cId="1683372320" sldId="2728"/>
            <ac:spMk id="6" creationId="{2CCD6DA1-1437-AB5B-BCA8-405D548B2FB8}"/>
          </ac:spMkLst>
        </pc:spChg>
      </pc:sldChg>
      <pc:sldChg chg="addSp delSp modSp mod">
        <pc:chgData name="Xin Luo" userId="82312ee5779919a4" providerId="LiveId" clId="{F9D543B9-EE8F-F947-98CD-0A5B9B077609}" dt="2023-05-27T05:22:41.018" v="561" actId="20577"/>
        <pc:sldMkLst>
          <pc:docMk/>
          <pc:sldMk cId="3309691984" sldId="2731"/>
        </pc:sldMkLst>
        <pc:spChg chg="add del mod">
          <ac:chgData name="Xin Luo" userId="82312ee5779919a4" providerId="LiveId" clId="{F9D543B9-EE8F-F947-98CD-0A5B9B077609}" dt="2023-05-27T02:49:34.645" v="73" actId="478"/>
          <ac:spMkLst>
            <pc:docMk/>
            <pc:sldMk cId="3309691984" sldId="2731"/>
            <ac:spMk id="2" creationId="{1BDFD04C-8FB6-1EE4-6DF3-7E2F15B47F94}"/>
          </ac:spMkLst>
        </pc:spChg>
        <pc:spChg chg="mod">
          <ac:chgData name="Xin Luo" userId="82312ee5779919a4" providerId="LiveId" clId="{F9D543B9-EE8F-F947-98CD-0A5B9B077609}" dt="2023-05-27T02:53:28.521" v="278" actId="20577"/>
          <ac:spMkLst>
            <pc:docMk/>
            <pc:sldMk cId="3309691984" sldId="2731"/>
            <ac:spMk id="5" creationId="{1B0BE935-AC9C-D1EE-AD6A-7C386013DA7C}"/>
          </ac:spMkLst>
        </pc:spChg>
        <pc:spChg chg="add mod">
          <ac:chgData name="Xin Luo" userId="82312ee5779919a4" providerId="LiveId" clId="{F9D543B9-EE8F-F947-98CD-0A5B9B077609}" dt="2023-05-27T02:52:06.318" v="163" actId="13822"/>
          <ac:spMkLst>
            <pc:docMk/>
            <pc:sldMk cId="3309691984" sldId="2731"/>
            <ac:spMk id="6" creationId="{33F109D0-AAA1-7AD3-B10D-6934C5844CDF}"/>
          </ac:spMkLst>
        </pc:spChg>
        <pc:spChg chg="add mod">
          <ac:chgData name="Xin Luo" userId="82312ee5779919a4" providerId="LiveId" clId="{F9D543B9-EE8F-F947-98CD-0A5B9B077609}" dt="2023-05-27T05:22:34.342" v="555" actId="404"/>
          <ac:spMkLst>
            <pc:docMk/>
            <pc:sldMk cId="3309691984" sldId="2731"/>
            <ac:spMk id="7" creationId="{30E99D8D-10A9-408E-D876-09FB0C8EBDB2}"/>
          </ac:spMkLst>
        </pc:spChg>
        <pc:spChg chg="add mod">
          <ac:chgData name="Xin Luo" userId="82312ee5779919a4" providerId="LiveId" clId="{F9D543B9-EE8F-F947-98CD-0A5B9B077609}" dt="2023-05-27T02:52:13.842" v="165" actId="1076"/>
          <ac:spMkLst>
            <pc:docMk/>
            <pc:sldMk cId="3309691984" sldId="2731"/>
            <ac:spMk id="8" creationId="{7D33CA86-78C6-3B8B-51BB-B57FBBE5679D}"/>
          </ac:spMkLst>
        </pc:spChg>
        <pc:spChg chg="add mod">
          <ac:chgData name="Xin Luo" userId="82312ee5779919a4" providerId="LiveId" clId="{F9D543B9-EE8F-F947-98CD-0A5B9B077609}" dt="2023-05-27T05:22:41.018" v="561" actId="20577"/>
          <ac:spMkLst>
            <pc:docMk/>
            <pc:sldMk cId="3309691984" sldId="2731"/>
            <ac:spMk id="9" creationId="{100AD77A-3706-464A-3EA9-8E8FB10A183C}"/>
          </ac:spMkLst>
        </pc:spChg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  <pc:spChg chg="mod">
          <ac:chgData name="Xin Luo" userId="82312ee5779919a4" providerId="LiveId" clId="{7C35D78A-E8DF-394E-816A-D2222F18F092}" dt="2022-11-28T03:56:03.446" v="17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9.369" v="367" actId="14100"/>
          <ac:spMkLst>
            <pc:docMk/>
            <pc:sldMk cId="1576120367" sldId="2387"/>
            <ac:spMk id="16" creationId="{00000000-0000-0000-0000-000000000000}"/>
          </ac:spMkLst>
        </pc:spChg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  <pc:spChg chg="mod">
          <ac:chgData name="Xin Luo" userId="82312ee5779919a4" providerId="LiveId" clId="{23920C8D-EBCE-A347-9C82-C14316D20539}" dt="2022-10-10T01:06:39.449" v="369" actId="403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  <pc:spChg chg="mod">
          <ac:chgData name="Xin Luo" userId="82312ee5779919a4" providerId="LiveId" clId="{23920C8D-EBCE-A347-9C82-C14316D20539}" dt="2022-10-26T11:18:14.630" v="497" actId="1038"/>
          <ac:spMkLst>
            <pc:docMk/>
            <pc:sldMk cId="2689840772" sldId="2604"/>
            <ac:spMk id="2" creationId="{DB381E7B-A050-4BE4-6756-9B64308C74D7}"/>
          </ac:spMkLst>
        </pc:spChg>
        <pc:spChg chg="del mod">
          <ac:chgData name="Xin Luo" userId="82312ee5779919a4" providerId="LiveId" clId="{23920C8D-EBCE-A347-9C82-C14316D20539}" dt="2022-10-10T00:58:26.498" v="9" actId="478"/>
          <ac:spMkLst>
            <pc:docMk/>
            <pc:sldMk cId="2689840772" sldId="2604"/>
            <ac:spMk id="3" creationId="{00000000-0000-0000-0000-000000000000}"/>
          </ac:spMkLst>
        </pc:spChg>
        <pc:spChg chg="add del mod">
          <ac:chgData name="Xin Luo" userId="82312ee5779919a4" providerId="LiveId" clId="{23920C8D-EBCE-A347-9C82-C14316D20539}" dt="2022-10-26T11:18:20.490" v="500"/>
          <ac:spMkLst>
            <pc:docMk/>
            <pc:sldMk cId="2689840772" sldId="2604"/>
            <ac:spMk id="3" creationId="{0AC6D251-AEF6-35BE-71D5-DE25EAD72977}"/>
          </ac:spMkLst>
        </pc:spChg>
        <pc:spChg chg="add mod">
          <ac:chgData name="Xin Luo" userId="82312ee5779919a4" providerId="LiveId" clId="{23920C8D-EBCE-A347-9C82-C14316D20539}" dt="2022-10-10T01:03:50.909" v="356" actId="20577"/>
          <ac:spMkLst>
            <pc:docMk/>
            <pc:sldMk cId="2689840772" sldId="2604"/>
            <ac:spMk id="4" creationId="{5B949F23-92C2-3ACE-AE9A-58F8C8D7AB52}"/>
          </ac:spMkLst>
        </pc:spChg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  <pc:spChg chg="mod">
          <ac:chgData name="Xin Luo" userId="82312ee5779919a4" providerId="LiveId" clId="{23920C8D-EBCE-A347-9C82-C14316D20539}" dt="2022-10-10T01:08:08.448" v="392" actId="20577"/>
          <ac:spMkLst>
            <pc:docMk/>
            <pc:sldMk cId="1392274363" sldId="2606"/>
            <ac:spMk id="35" creationId="{2CBBD54C-A0C4-CFAB-2A67-F8BF299D28F5}"/>
          </ac:spMkLst>
        </pc:spChg>
        <pc:spChg chg="mod">
          <ac:chgData name="Xin Luo" userId="82312ee5779919a4" providerId="LiveId" clId="{23920C8D-EBCE-A347-9C82-C14316D20539}" dt="2022-10-25T11:53:23.523" v="402" actId="207"/>
          <ac:spMkLst>
            <pc:docMk/>
            <pc:sldMk cId="1392274363" sldId="2606"/>
            <ac:spMk id="42" creationId="{E4B07DDE-AB89-2B16-6B7A-2142621DE6F5}"/>
          </ac:spMkLst>
        </pc:spChg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  <pc:spChg chg="mod">
          <ac:chgData name="Xin Luo" userId="82312ee5779919a4" providerId="LiveId" clId="{23920C8D-EBCE-A347-9C82-C14316D20539}" dt="2022-10-25T12:03:26.240" v="414" actId="14100"/>
          <ac:spMkLst>
            <pc:docMk/>
            <pc:sldMk cId="292605530" sldId="2607"/>
            <ac:spMk id="18" creationId="{8399C9E7-13B6-1DAF-F5BF-4471E8528C5F}"/>
          </ac:spMkLst>
        </pc:spChg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  <pc:spChg chg="mod">
          <ac:chgData name="Xin Luo" userId="82312ee5779919a4" providerId="LiveId" clId="{23920C8D-EBCE-A347-9C82-C14316D20539}" dt="2022-10-25T12:08:56.496" v="469" actId="115"/>
          <ac:spMkLst>
            <pc:docMk/>
            <pc:sldMk cId="2780969545" sldId="2609"/>
            <ac:spMk id="6" creationId="{2D1A6305-FF43-CF53-224A-B6D4901EAB0F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1" creationId="{63EAC848-88D2-7A10-E878-444ADA855E23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2" creationId="{BED7A820-9D6E-7E7E-A906-8A942452831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0" creationId="{87EC125B-CB98-6914-1633-6697471A2CB4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1" creationId="{0AF67847-7DEF-CDAB-6208-0271BFB4FB0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3" creationId="{0011846D-F543-398E-85CB-0AB0A842928A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4" creationId="{37B5D87E-7419-7CC0-91CC-8A0807F0F999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5" creationId="{4745244D-B431-F067-4A97-7CC4387296FB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6" creationId="{FB9C53DE-8D1F-6DF4-8CE3-3A262A9F8737}"/>
          </ac:spMkLst>
        </pc:sp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4" creationId="{49B7ACC6-6794-9162-52B2-E80F7E4B0442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" creationId="{42FD45A0-A9EA-D518-41B5-21FA7A24BA60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10" creationId="{C2B12388-3179-41F8-2462-0C9BA14093FF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170" creationId="{A3C33C8C-6841-03A7-574F-E161D6BA2409}"/>
          </ac:picMkLst>
        </pc:pic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9" creationId="{FD972B84-6C44-171E-8256-D2A04F01B0C9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6" creationId="{612BCBDC-DECE-5090-7C5B-6492FF4CE722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7" creationId="{AF045F09-2718-C456-D477-E816A43885FF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28" creationId="{6C11ADF7-6234-2989-2798-F5AAD5EDE3BF}"/>
          </ac:cxnSpMkLst>
        </pc:cxnChg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  <pc:spChg chg="mod">
          <ac:chgData name="Xin Luo" userId="82312ee5779919a4" providerId="LiveId" clId="{23920C8D-EBCE-A347-9C82-C14316D20539}" dt="2022-10-26T02:56:58.658" v="480" actId="207"/>
          <ac:spMkLst>
            <pc:docMk/>
            <pc:sldMk cId="63705705" sldId="2612"/>
            <ac:spMk id="63" creationId="{6400CC45-5050-7ACD-CE08-CC6D7000A1DA}"/>
          </ac:spMkLst>
        </pc:spChg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  <pc:spChg chg="add mod">
          <ac:chgData name="Xin Luo" userId="82312ee5779919a4" providerId="LiveId" clId="{23920C8D-EBCE-A347-9C82-C14316D20539}" dt="2022-10-26T12:19:06.428" v="501" actId="767"/>
          <ac:spMkLst>
            <pc:docMk/>
            <pc:sldMk cId="963926578" sldId="2613"/>
            <ac:spMk id="2" creationId="{5F7683B3-77E0-69A9-94AE-FF04E7249325}"/>
          </ac:spMkLst>
        </pc:spChg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  <pc:spChg chg="mod">
          <ac:chgData name="Xin Luo" userId="82312ee5779919a4" providerId="LiveId" clId="{23920C8D-EBCE-A347-9C82-C14316D20539}" dt="2022-10-10T01:06:02.902" v="365" actId="403"/>
          <ac:spMkLst>
            <pc:docMk/>
            <pc:sldMk cId="2358282757" sldId="2714"/>
            <ac:spMk id="2" creationId="{DB381E7B-A050-4BE4-6756-9B64308C74D7}"/>
          </ac:spMkLst>
        </pc:spChg>
      </pc:sldChg>
    </pc:docChg>
  </pc:docChgLst>
  <pc:docChgLst>
    <pc:chgData name="Xin Luo" userId="82312ee5779919a4" providerId="LiveId" clId="{B10D17D3-3A51-854C-A635-1C39A202C200}"/>
    <pc:docChg chg="undo custSel addSld delSld modSld sldOrd">
      <pc:chgData name="Xin Luo" userId="82312ee5779919a4" providerId="LiveId" clId="{B10D17D3-3A51-854C-A635-1C39A202C200}" dt="2023-03-04T03:51:10.104" v="4946" actId="20577"/>
      <pc:docMkLst>
        <pc:docMk/>
      </pc:docMkLst>
      <pc:sldChg chg="addSp delSp modSp mod">
        <pc:chgData name="Xin Luo" userId="82312ee5779919a4" providerId="LiveId" clId="{B10D17D3-3A51-854C-A635-1C39A202C200}" dt="2023-03-01T03:11:45.906" v="247"/>
        <pc:sldMkLst>
          <pc:docMk/>
          <pc:sldMk cId="1153920038" sldId="2206"/>
        </pc:sldMkLst>
        <pc:spChg chg="add del mod">
          <ac:chgData name="Xin Luo" userId="82312ee5779919a4" providerId="LiveId" clId="{B10D17D3-3A51-854C-A635-1C39A202C200}" dt="2023-03-01T03:11:45.906" v="247"/>
          <ac:spMkLst>
            <pc:docMk/>
            <pc:sldMk cId="1153920038" sldId="2206"/>
            <ac:spMk id="3" creationId="{CDA1AA74-21D7-AC4F-F87E-BA10B85B4942}"/>
          </ac:spMkLst>
        </pc:spChg>
        <pc:spChg chg="mod">
          <ac:chgData name="Xin Luo" userId="82312ee5779919a4" providerId="LiveId" clId="{B10D17D3-3A51-854C-A635-1C39A202C200}" dt="2023-03-01T03:11:44.178" v="244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addSp delSp modSp mod">
        <pc:chgData name="Xin Luo" userId="82312ee5779919a4" providerId="LiveId" clId="{B10D17D3-3A51-854C-A635-1C39A202C200}" dt="2023-03-01T03:11:54.462" v="258"/>
        <pc:sldMkLst>
          <pc:docMk/>
          <pc:sldMk cId="1576120367" sldId="2387"/>
        </pc:sldMkLst>
        <pc:spChg chg="mod">
          <ac:chgData name="Xin Luo" userId="82312ee5779919a4" providerId="LiveId" clId="{B10D17D3-3A51-854C-A635-1C39A202C200}" dt="2023-03-01T03:09:00.203" v="190"/>
          <ac:spMkLst>
            <pc:docMk/>
            <pc:sldMk cId="1576120367" sldId="2387"/>
            <ac:spMk id="4" creationId="{F68D6DC1-DB3F-EF57-57A3-A2B92CF0615B}"/>
          </ac:spMkLst>
        </pc:spChg>
        <pc:spChg chg="mod">
          <ac:chgData name="Xin Luo" userId="82312ee5779919a4" providerId="LiveId" clId="{B10D17D3-3A51-854C-A635-1C39A202C200}" dt="2023-03-01T03:11:52.198" v="254" actId="20577"/>
          <ac:spMkLst>
            <pc:docMk/>
            <pc:sldMk cId="1576120367" sldId="2387"/>
            <ac:spMk id="5" creationId="{5B42861C-BD96-F755-A471-270F194FDB31}"/>
          </ac:spMkLst>
        </pc:spChg>
        <pc:spChg chg="mod">
          <ac:chgData name="Xin Luo" userId="82312ee5779919a4" providerId="LiveId" clId="{B10D17D3-3A51-854C-A635-1C39A202C200}" dt="2023-03-01T03:08:52.221" v="189" actId="1076"/>
          <ac:spMkLst>
            <pc:docMk/>
            <pc:sldMk cId="1576120367" sldId="2387"/>
            <ac:spMk id="6" creationId="{00000000-0000-0000-0000-000000000000}"/>
          </ac:spMkLst>
        </pc:spChg>
        <pc:grpChg chg="add del mod">
          <ac:chgData name="Xin Luo" userId="82312ee5779919a4" providerId="LiveId" clId="{B10D17D3-3A51-854C-A635-1C39A202C200}" dt="2023-03-01T03:11:54.462" v="258"/>
          <ac:grpSpMkLst>
            <pc:docMk/>
            <pc:sldMk cId="1576120367" sldId="2387"/>
            <ac:grpSpMk id="2" creationId="{D75D16A1-CA22-97BE-7AC3-94ACAAC9786D}"/>
          </ac:grpSpMkLst>
        </pc:grpChg>
        <pc:grpChg chg="mod">
          <ac:chgData name="Xin Luo" userId="82312ee5779919a4" providerId="LiveId" clId="{B10D17D3-3A51-854C-A635-1C39A202C200}" dt="2023-03-01T03:11:53.530" v="256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B10D17D3-3A51-854C-A635-1C39A202C200}" dt="2023-03-01T03:11:52.612" v="255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addSp delSp modSp del mod">
        <pc:chgData name="Xin Luo" userId="82312ee5779919a4" providerId="LiveId" clId="{B10D17D3-3A51-854C-A635-1C39A202C200}" dt="2023-03-01T08:16:09.042" v="2803" actId="2696"/>
        <pc:sldMkLst>
          <pc:docMk/>
          <pc:sldMk cId="2688334957" sldId="2705"/>
        </pc:sldMkLst>
        <pc:spChg chg="del">
          <ac:chgData name="Xin Luo" userId="82312ee5779919a4" providerId="LiveId" clId="{B10D17D3-3A51-854C-A635-1C39A202C200}" dt="2023-03-01T03:12:41.405" v="315" actId="478"/>
          <ac:spMkLst>
            <pc:docMk/>
            <pc:sldMk cId="2688334957" sldId="2705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1T03:12:46.084" v="319" actId="20577"/>
          <ac:spMkLst>
            <pc:docMk/>
            <pc:sldMk cId="2688334957" sldId="2705"/>
            <ac:spMk id="3" creationId="{00000000-0000-0000-0000-000000000000}"/>
          </ac:spMkLst>
        </pc:spChg>
        <pc:spChg chg="add mod">
          <ac:chgData name="Xin Luo" userId="82312ee5779919a4" providerId="LiveId" clId="{B10D17D3-3A51-854C-A635-1C39A202C200}" dt="2023-03-01T07:04:04.047" v="1565" actId="1035"/>
          <ac:spMkLst>
            <pc:docMk/>
            <pc:sldMk cId="2688334957" sldId="2705"/>
            <ac:spMk id="4" creationId="{DFE91C0B-C9F8-3FEC-3419-2DE0C6E6DCB8}"/>
          </ac:spMkLst>
        </pc:spChg>
        <pc:spChg chg="mod">
          <ac:chgData name="Xin Luo" userId="82312ee5779919a4" providerId="LiveId" clId="{B10D17D3-3A51-854C-A635-1C39A202C200}" dt="2023-03-01T07:38:05.554" v="2285" actId="20577"/>
          <ac:spMkLst>
            <pc:docMk/>
            <pc:sldMk cId="2688334957" sldId="2705"/>
            <ac:spMk id="17" creationId="{9E05FFCA-3371-AF5C-381D-71D984055F5A}"/>
          </ac:spMkLst>
        </pc:spChg>
      </pc:sldChg>
      <pc:sldChg chg="modSp del mod">
        <pc:chgData name="Xin Luo" userId="82312ee5779919a4" providerId="LiveId" clId="{B10D17D3-3A51-854C-A635-1C39A202C200}" dt="2023-03-04T02:27:05.106" v="4323" actId="2696"/>
        <pc:sldMkLst>
          <pc:docMk/>
          <pc:sldMk cId="2464444856" sldId="2706"/>
        </pc:sldMkLst>
        <pc:spChg chg="mod">
          <ac:chgData name="Xin Luo" userId="82312ee5779919a4" providerId="LiveId" clId="{B10D17D3-3A51-854C-A635-1C39A202C200}" dt="2023-03-04T02:23:09.439" v="4164" actId="20577"/>
          <ac:spMkLst>
            <pc:docMk/>
            <pc:sldMk cId="2464444856" sldId="2706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1T03:13:11.029" v="347" actId="20577"/>
          <ac:spMkLst>
            <pc:docMk/>
            <pc:sldMk cId="2464444856" sldId="2706"/>
            <ac:spMk id="3" creationId="{00000000-0000-0000-0000-000000000000}"/>
          </ac:spMkLst>
        </pc:spChg>
        <pc:spChg chg="mod">
          <ac:chgData name="Xin Luo" userId="82312ee5779919a4" providerId="LiveId" clId="{B10D17D3-3A51-854C-A635-1C39A202C200}" dt="2023-03-04T02:21:10.399" v="4124" actId="20577"/>
          <ac:spMkLst>
            <pc:docMk/>
            <pc:sldMk cId="2464444856" sldId="2706"/>
            <ac:spMk id="17" creationId="{9E05FFCA-3371-AF5C-381D-71D984055F5A}"/>
          </ac:spMkLst>
        </pc:spChg>
      </pc:sldChg>
      <pc:sldChg chg="addSp delSp modSp mod">
        <pc:chgData name="Xin Luo" userId="82312ee5779919a4" providerId="LiveId" clId="{B10D17D3-3A51-854C-A635-1C39A202C200}" dt="2023-03-04T02:29:49.946" v="4367" actId="20577"/>
        <pc:sldMkLst>
          <pc:docMk/>
          <pc:sldMk cId="1602808061" sldId="2707"/>
        </pc:sldMkLst>
        <pc:spChg chg="mod">
          <ac:chgData name="Xin Luo" userId="82312ee5779919a4" providerId="LiveId" clId="{B10D17D3-3A51-854C-A635-1C39A202C200}" dt="2023-03-04T02:29:49.946" v="4367" actId="20577"/>
          <ac:spMkLst>
            <pc:docMk/>
            <pc:sldMk cId="1602808061" sldId="2707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1T03:19:53.815" v="779" actId="20577"/>
          <ac:spMkLst>
            <pc:docMk/>
            <pc:sldMk cId="1602808061" sldId="2707"/>
            <ac:spMk id="3" creationId="{00000000-0000-0000-0000-000000000000}"/>
          </ac:spMkLst>
        </pc:spChg>
        <pc:spChg chg="add del mod">
          <ac:chgData name="Xin Luo" userId="82312ee5779919a4" providerId="LiveId" clId="{B10D17D3-3A51-854C-A635-1C39A202C200}" dt="2023-03-01T03:14:57.021" v="452" actId="478"/>
          <ac:spMkLst>
            <pc:docMk/>
            <pc:sldMk cId="1602808061" sldId="2707"/>
            <ac:spMk id="4" creationId="{C75F9EA2-70CA-A73B-2653-99D35FD92005}"/>
          </ac:spMkLst>
        </pc:spChg>
        <pc:spChg chg="del mod">
          <ac:chgData name="Xin Luo" userId="82312ee5779919a4" providerId="LiveId" clId="{B10D17D3-3A51-854C-A635-1C39A202C200}" dt="2023-03-01T03:20:42.446" v="870" actId="478"/>
          <ac:spMkLst>
            <pc:docMk/>
            <pc:sldMk cId="1602808061" sldId="2707"/>
            <ac:spMk id="17" creationId="{9E05FFCA-3371-AF5C-381D-71D984055F5A}"/>
          </ac:spMkLst>
        </pc:spChg>
      </pc:sldChg>
      <pc:sldChg chg="modSp mod">
        <pc:chgData name="Xin Luo" userId="82312ee5779919a4" providerId="LiveId" clId="{B10D17D3-3A51-854C-A635-1C39A202C200}" dt="2023-03-01T07:00:50.646" v="1533" actId="14100"/>
        <pc:sldMkLst>
          <pc:docMk/>
          <pc:sldMk cId="2744383376" sldId="2711"/>
        </pc:sldMkLst>
        <pc:spChg chg="mod">
          <ac:chgData name="Xin Luo" userId="82312ee5779919a4" providerId="LiveId" clId="{B10D17D3-3A51-854C-A635-1C39A202C200}" dt="2023-03-01T07:00:50.646" v="1533" actId="14100"/>
          <ac:spMkLst>
            <pc:docMk/>
            <pc:sldMk cId="2744383376" sldId="2711"/>
            <ac:spMk id="18" creationId="{9D310AF3-A081-4032-01C0-C288D4F7AC53}"/>
          </ac:spMkLst>
        </pc:spChg>
      </pc:sldChg>
      <pc:sldChg chg="addSp delSp modSp mod">
        <pc:chgData name="Xin Luo" userId="82312ee5779919a4" providerId="LiveId" clId="{B10D17D3-3A51-854C-A635-1C39A202C200}" dt="2023-03-01T07:14:41.232" v="1940" actId="1035"/>
        <pc:sldMkLst>
          <pc:docMk/>
          <pc:sldMk cId="280619949" sldId="2714"/>
        </pc:sldMkLst>
        <pc:spChg chg="add del mod">
          <ac:chgData name="Xin Luo" userId="82312ee5779919a4" providerId="LiveId" clId="{B10D17D3-3A51-854C-A635-1C39A202C200}" dt="2023-03-01T07:06:29.970" v="1634" actId="478"/>
          <ac:spMkLst>
            <pc:docMk/>
            <pc:sldMk cId="280619949" sldId="2714"/>
            <ac:spMk id="4" creationId="{B2054973-49B5-A6EE-DB29-692209383346}"/>
          </ac:spMkLst>
        </pc:spChg>
        <pc:spChg chg="add del mod">
          <ac:chgData name="Xin Luo" userId="82312ee5779919a4" providerId="LiveId" clId="{B10D17D3-3A51-854C-A635-1C39A202C200}" dt="2023-03-01T07:06:28.039" v="1633" actId="478"/>
          <ac:spMkLst>
            <pc:docMk/>
            <pc:sldMk cId="280619949" sldId="2714"/>
            <ac:spMk id="6" creationId="{19C6484B-DCCB-D134-1A1F-AAFC33245462}"/>
          </ac:spMkLst>
        </pc:spChg>
        <pc:spChg chg="add mod">
          <ac:chgData name="Xin Luo" userId="82312ee5779919a4" providerId="LiveId" clId="{B10D17D3-3A51-854C-A635-1C39A202C200}" dt="2023-03-01T07:14:38.928" v="1938" actId="164"/>
          <ac:spMkLst>
            <pc:docMk/>
            <pc:sldMk cId="280619949" sldId="2714"/>
            <ac:spMk id="7" creationId="{EC866106-2882-0036-D683-EBAC443E2362}"/>
          </ac:spMkLst>
        </pc:spChg>
        <pc:spChg chg="add mod">
          <ac:chgData name="Xin Luo" userId="82312ee5779919a4" providerId="LiveId" clId="{B10D17D3-3A51-854C-A635-1C39A202C200}" dt="2023-03-01T07:14:38.928" v="1938" actId="164"/>
          <ac:spMkLst>
            <pc:docMk/>
            <pc:sldMk cId="280619949" sldId="2714"/>
            <ac:spMk id="8" creationId="{0A6B20F1-473E-9B37-69EF-0AD338B6CE5E}"/>
          </ac:spMkLst>
        </pc:spChg>
        <pc:grpChg chg="add mod">
          <ac:chgData name="Xin Luo" userId="82312ee5779919a4" providerId="LiveId" clId="{B10D17D3-3A51-854C-A635-1C39A202C200}" dt="2023-03-01T07:14:41.232" v="1940" actId="1035"/>
          <ac:grpSpMkLst>
            <pc:docMk/>
            <pc:sldMk cId="280619949" sldId="2714"/>
            <ac:grpSpMk id="9" creationId="{7C46DFDE-4B13-99B2-6717-B313A96CDC60}"/>
          </ac:grpSpMkLst>
        </pc:grpChg>
        <pc:picChg chg="mod">
          <ac:chgData name="Xin Luo" userId="82312ee5779919a4" providerId="LiveId" clId="{B10D17D3-3A51-854C-A635-1C39A202C200}" dt="2023-03-01T07:14:38.928" v="1938" actId="164"/>
          <ac:picMkLst>
            <pc:docMk/>
            <pc:sldMk cId="280619949" sldId="2714"/>
            <ac:picMk id="5" creationId="{0604E948-208D-161C-F579-7EA72A1F42DC}"/>
          </ac:picMkLst>
        </pc:picChg>
      </pc:sldChg>
      <pc:sldChg chg="modSp mod">
        <pc:chgData name="Xin Luo" userId="82312ee5779919a4" providerId="LiveId" clId="{B10D17D3-3A51-854C-A635-1C39A202C200}" dt="2023-03-01T06:46:02.276" v="991" actId="1076"/>
        <pc:sldMkLst>
          <pc:docMk/>
          <pc:sldMk cId="3852391939" sldId="2715"/>
        </pc:sldMkLst>
        <pc:spChg chg="mod">
          <ac:chgData name="Xin Luo" userId="82312ee5779919a4" providerId="LiveId" clId="{B10D17D3-3A51-854C-A635-1C39A202C200}" dt="2023-03-01T06:45:33.026" v="990" actId="113"/>
          <ac:spMkLst>
            <pc:docMk/>
            <pc:sldMk cId="3852391939" sldId="2715"/>
            <ac:spMk id="5" creationId="{FCD10A89-5E0E-5D73-1D4F-9E11D943B29C}"/>
          </ac:spMkLst>
        </pc:spChg>
        <pc:picChg chg="mod">
          <ac:chgData name="Xin Luo" userId="82312ee5779919a4" providerId="LiveId" clId="{B10D17D3-3A51-854C-A635-1C39A202C200}" dt="2023-03-01T06:46:02.276" v="991" actId="1076"/>
          <ac:picMkLst>
            <pc:docMk/>
            <pc:sldMk cId="3852391939" sldId="2715"/>
            <ac:picMk id="2050" creationId="{8F8FBDFD-CF37-F4FE-58FA-9350A0CDABC7}"/>
          </ac:picMkLst>
        </pc:picChg>
      </pc:sldChg>
      <pc:sldChg chg="addSp delSp modSp mod ord">
        <pc:chgData name="Xin Luo" userId="82312ee5779919a4" providerId="LiveId" clId="{B10D17D3-3A51-854C-A635-1C39A202C200}" dt="2023-03-01T07:52:13.787" v="2795" actId="113"/>
        <pc:sldMkLst>
          <pc:docMk/>
          <pc:sldMk cId="3026715585" sldId="2716"/>
        </pc:sldMkLst>
        <pc:spChg chg="mod">
          <ac:chgData name="Xin Luo" userId="82312ee5779919a4" providerId="LiveId" clId="{B10D17D3-3A51-854C-A635-1C39A202C200}" dt="2023-03-01T07:52:13.787" v="2795" actId="113"/>
          <ac:spMkLst>
            <pc:docMk/>
            <pc:sldMk cId="3026715585" sldId="2716"/>
            <ac:spMk id="4" creationId="{B31A8325-31D8-6F06-6D89-E39763C56875}"/>
          </ac:spMkLst>
        </pc:spChg>
        <pc:spChg chg="add">
          <ac:chgData name="Xin Luo" userId="82312ee5779919a4" providerId="LiveId" clId="{B10D17D3-3A51-854C-A635-1C39A202C200}" dt="2023-03-01T06:39:50.043" v="928"/>
          <ac:spMkLst>
            <pc:docMk/>
            <pc:sldMk cId="3026715585" sldId="2716"/>
            <ac:spMk id="5" creationId="{9FC3EA85-249E-1417-9BEE-658D18412D50}"/>
          </ac:spMkLst>
        </pc:spChg>
        <pc:spChg chg="add mod">
          <ac:chgData name="Xin Luo" userId="82312ee5779919a4" providerId="LiveId" clId="{B10D17D3-3A51-854C-A635-1C39A202C200}" dt="2023-03-01T06:50:38.874" v="1125" actId="20577"/>
          <ac:spMkLst>
            <pc:docMk/>
            <pc:sldMk cId="3026715585" sldId="2716"/>
            <ac:spMk id="6" creationId="{A742F445-FD1E-D792-ED2C-06B36B983C52}"/>
          </ac:spMkLst>
        </pc:spChg>
        <pc:spChg chg="del mod">
          <ac:chgData name="Xin Luo" userId="82312ee5779919a4" providerId="LiveId" clId="{B10D17D3-3A51-854C-A635-1C39A202C200}" dt="2023-03-01T06:34:22.687" v="924" actId="478"/>
          <ac:spMkLst>
            <pc:docMk/>
            <pc:sldMk cId="3026715585" sldId="2716"/>
            <ac:spMk id="17" creationId="{9E05FFCA-3371-AF5C-381D-71D984055F5A}"/>
          </ac:spMkLst>
        </pc:spChg>
        <pc:picChg chg="add mod">
          <ac:chgData name="Xin Luo" userId="82312ee5779919a4" providerId="LiveId" clId="{B10D17D3-3A51-854C-A635-1C39A202C200}" dt="2023-03-01T06:47:24.214" v="997" actId="1076"/>
          <ac:picMkLst>
            <pc:docMk/>
            <pc:sldMk cId="3026715585" sldId="2716"/>
            <ac:picMk id="1028" creationId="{66985166-168F-6888-A257-804014E303E4}"/>
          </ac:picMkLst>
        </pc:picChg>
      </pc:sldChg>
      <pc:sldChg chg="modSp mod">
        <pc:chgData name="Xin Luo" userId="82312ee5779919a4" providerId="LiveId" clId="{B10D17D3-3A51-854C-A635-1C39A202C200}" dt="2023-03-01T06:51:03.850" v="1134" actId="113"/>
        <pc:sldMkLst>
          <pc:docMk/>
          <pc:sldMk cId="4136986794" sldId="2717"/>
        </pc:sldMkLst>
        <pc:spChg chg="mod">
          <ac:chgData name="Xin Luo" userId="82312ee5779919a4" providerId="LiveId" clId="{B10D17D3-3A51-854C-A635-1C39A202C200}" dt="2023-03-01T06:51:03.850" v="1134" actId="113"/>
          <ac:spMkLst>
            <pc:docMk/>
            <pc:sldMk cId="4136986794" sldId="2717"/>
            <ac:spMk id="5" creationId="{FCD10A89-5E0E-5D73-1D4F-9E11D943B29C}"/>
          </ac:spMkLst>
        </pc:spChg>
        <pc:picChg chg="mod">
          <ac:chgData name="Xin Luo" userId="82312ee5779919a4" providerId="LiveId" clId="{B10D17D3-3A51-854C-A635-1C39A202C200}" dt="2023-03-01T06:50:48.055" v="1127" actId="1076"/>
          <ac:picMkLst>
            <pc:docMk/>
            <pc:sldMk cId="4136986794" sldId="2717"/>
            <ac:picMk id="6" creationId="{2260B411-AFF0-1E09-142B-45C9F88562F7}"/>
          </ac:picMkLst>
        </pc:picChg>
      </pc:sldChg>
      <pc:sldChg chg="modSp mod">
        <pc:chgData name="Xin Luo" userId="82312ee5779919a4" providerId="LiveId" clId="{B10D17D3-3A51-854C-A635-1C39A202C200}" dt="2023-03-01T07:36:29.598" v="2248" actId="14100"/>
        <pc:sldMkLst>
          <pc:docMk/>
          <pc:sldMk cId="1778017482" sldId="2718"/>
        </pc:sldMkLst>
        <pc:spChg chg="mod">
          <ac:chgData name="Xin Luo" userId="82312ee5779919a4" providerId="LiveId" clId="{B10D17D3-3A51-854C-A635-1C39A202C200}" dt="2023-03-01T06:51:18.514" v="1137" actId="255"/>
          <ac:spMkLst>
            <pc:docMk/>
            <pc:sldMk cId="1778017482" sldId="2718"/>
            <ac:spMk id="5" creationId="{FCD10A89-5E0E-5D73-1D4F-9E11D943B29C}"/>
          </ac:spMkLst>
        </pc:spChg>
        <pc:picChg chg="mod">
          <ac:chgData name="Xin Luo" userId="82312ee5779919a4" providerId="LiveId" clId="{B10D17D3-3A51-854C-A635-1C39A202C200}" dt="2023-03-01T07:36:29.598" v="2248" actId="14100"/>
          <ac:picMkLst>
            <pc:docMk/>
            <pc:sldMk cId="1778017482" sldId="2718"/>
            <ac:picMk id="3074" creationId="{3E8CF22C-6E5D-0AAE-1F79-795E8B77EEF7}"/>
          </ac:picMkLst>
        </pc:picChg>
      </pc:sldChg>
      <pc:sldChg chg="addSp modSp mod">
        <pc:chgData name="Xin Luo" userId="82312ee5779919a4" providerId="LiveId" clId="{B10D17D3-3A51-854C-A635-1C39A202C200}" dt="2023-03-04T03:02:31.854" v="4924" actId="20577"/>
        <pc:sldMkLst>
          <pc:docMk/>
          <pc:sldMk cId="1858913004" sldId="2719"/>
        </pc:sldMkLst>
        <pc:spChg chg="mod">
          <ac:chgData name="Xin Luo" userId="82312ee5779919a4" providerId="LiveId" clId="{B10D17D3-3A51-854C-A635-1C39A202C200}" dt="2023-03-04T02:35:39.622" v="4451" actId="1035"/>
          <ac:spMkLst>
            <pc:docMk/>
            <pc:sldMk cId="1858913004" sldId="2719"/>
            <ac:spMk id="2" creationId="{631AADB6-C88A-D817-4683-FC087E4E240F}"/>
          </ac:spMkLst>
        </pc:spChg>
        <pc:spChg chg="add mod">
          <ac:chgData name="Xin Luo" userId="82312ee5779919a4" providerId="LiveId" clId="{B10D17D3-3A51-854C-A635-1C39A202C200}" dt="2023-03-01T08:54:50.949" v="3823" actId="404"/>
          <ac:spMkLst>
            <pc:docMk/>
            <pc:sldMk cId="1858913004" sldId="2719"/>
            <ac:spMk id="4" creationId="{814FF4E1-B17F-D4F8-E834-173BA3B0D059}"/>
          </ac:spMkLst>
        </pc:spChg>
        <pc:spChg chg="mod">
          <ac:chgData name="Xin Luo" userId="82312ee5779919a4" providerId="LiveId" clId="{B10D17D3-3A51-854C-A635-1C39A202C200}" dt="2023-03-04T02:35:30.997" v="4439" actId="1038"/>
          <ac:spMkLst>
            <pc:docMk/>
            <pc:sldMk cId="1858913004" sldId="2719"/>
            <ac:spMk id="5" creationId="{FCD10A89-5E0E-5D73-1D4F-9E11D943B29C}"/>
          </ac:spMkLst>
        </pc:spChg>
        <pc:spChg chg="add mod">
          <ac:chgData name="Xin Luo" userId="82312ee5779919a4" providerId="LiveId" clId="{B10D17D3-3A51-854C-A635-1C39A202C200}" dt="2023-03-04T03:02:31.854" v="4924" actId="20577"/>
          <ac:spMkLst>
            <pc:docMk/>
            <pc:sldMk cId="1858913004" sldId="2719"/>
            <ac:spMk id="6" creationId="{10943A92-9E22-44EA-2939-C64F8E264329}"/>
          </ac:spMkLst>
        </pc:spChg>
      </pc:sldChg>
      <pc:sldChg chg="modSp del mod">
        <pc:chgData name="Xin Luo" userId="82312ee5779919a4" providerId="LiveId" clId="{B10D17D3-3A51-854C-A635-1C39A202C200}" dt="2023-03-01T06:31:51.569" v="913" actId="2696"/>
        <pc:sldMkLst>
          <pc:docMk/>
          <pc:sldMk cId="1410676903" sldId="2721"/>
        </pc:sldMkLst>
        <pc:spChg chg="mod">
          <ac:chgData name="Xin Luo" userId="82312ee5779919a4" providerId="LiveId" clId="{B10D17D3-3A51-854C-A635-1C39A202C200}" dt="2023-03-01T06:31:01.523" v="912" actId="1076"/>
          <ac:spMkLst>
            <pc:docMk/>
            <pc:sldMk cId="1410676903" sldId="2721"/>
            <ac:spMk id="9" creationId="{D5E43916-6543-2664-EE40-07ABFFB01F26}"/>
          </ac:spMkLst>
        </pc:spChg>
        <pc:picChg chg="mod">
          <ac:chgData name="Xin Luo" userId="82312ee5779919a4" providerId="LiveId" clId="{B10D17D3-3A51-854C-A635-1C39A202C200}" dt="2023-03-01T06:30:57.904" v="911" actId="1076"/>
          <ac:picMkLst>
            <pc:docMk/>
            <pc:sldMk cId="1410676903" sldId="2721"/>
            <ac:picMk id="8" creationId="{BA45F6EA-D51F-F9F8-F33E-5E3217612D76}"/>
          </ac:picMkLst>
        </pc:picChg>
      </pc:sldChg>
      <pc:sldChg chg="addSp delSp modSp add mod">
        <pc:chgData name="Xin Luo" userId="82312ee5779919a4" providerId="LiveId" clId="{B10D17D3-3A51-854C-A635-1C39A202C200}" dt="2023-03-01T07:37:11.730" v="2251" actId="478"/>
        <pc:sldMkLst>
          <pc:docMk/>
          <pc:sldMk cId="295872025" sldId="2722"/>
        </pc:sldMkLst>
        <pc:spChg chg="add del mod">
          <ac:chgData name="Xin Luo" userId="82312ee5779919a4" providerId="LiveId" clId="{B10D17D3-3A51-854C-A635-1C39A202C200}" dt="2023-03-01T07:37:11.730" v="2251" actId="478"/>
          <ac:spMkLst>
            <pc:docMk/>
            <pc:sldMk cId="295872025" sldId="2722"/>
            <ac:spMk id="2" creationId="{1B26B48C-9811-89AB-3B65-3E6557BF8546}"/>
          </ac:spMkLst>
        </pc:spChg>
        <pc:spChg chg="mod">
          <ac:chgData name="Xin Luo" userId="82312ee5779919a4" providerId="LiveId" clId="{B10D17D3-3A51-854C-A635-1C39A202C200}" dt="2023-03-01T03:12:16.184" v="288" actId="20577"/>
          <ac:spMkLst>
            <pc:docMk/>
            <pc:sldMk cId="295872025" sldId="2722"/>
            <ac:spMk id="12" creationId="{00000000-0000-0000-0000-000000000000}"/>
          </ac:spMkLst>
        </pc:spChg>
        <pc:spChg chg="mod">
          <ac:chgData name="Xin Luo" userId="82312ee5779919a4" providerId="LiveId" clId="{B10D17D3-3A51-854C-A635-1C39A202C200}" dt="2023-03-01T03:21:17.754" v="890" actId="20577"/>
          <ac:spMkLst>
            <pc:docMk/>
            <pc:sldMk cId="295872025" sldId="2722"/>
            <ac:spMk id="14" creationId="{00000000-0000-0000-0000-000000000000}"/>
          </ac:spMkLst>
        </pc:spChg>
        <pc:spChg chg="mod">
          <ac:chgData name="Xin Luo" userId="82312ee5779919a4" providerId="LiveId" clId="{B10D17D3-3A51-854C-A635-1C39A202C200}" dt="2023-03-01T07:37:07.662" v="2249" actId="1076"/>
          <ac:spMkLst>
            <pc:docMk/>
            <pc:sldMk cId="295872025" sldId="2722"/>
            <ac:spMk id="19" creationId="{00000000-0000-0000-0000-000000000000}"/>
          </ac:spMkLst>
        </pc:spChg>
      </pc:sldChg>
      <pc:sldChg chg="add del">
        <pc:chgData name="Xin Luo" userId="82312ee5779919a4" providerId="LiveId" clId="{B10D17D3-3A51-854C-A635-1C39A202C200}" dt="2023-03-01T03:11:46.236" v="248"/>
        <pc:sldMkLst>
          <pc:docMk/>
          <pc:sldMk cId="3482772982" sldId="2722"/>
        </pc:sldMkLst>
      </pc:sldChg>
      <pc:sldChg chg="addSp delSp modSp add mod ord">
        <pc:chgData name="Xin Luo" userId="82312ee5779919a4" providerId="LiveId" clId="{B10D17D3-3A51-854C-A635-1C39A202C200}" dt="2023-03-01T07:02:34.534" v="1561" actId="1035"/>
        <pc:sldMkLst>
          <pc:docMk/>
          <pc:sldMk cId="769179569" sldId="2723"/>
        </pc:sldMkLst>
        <pc:spChg chg="del">
          <ac:chgData name="Xin Luo" userId="82312ee5779919a4" providerId="LiveId" clId="{B10D17D3-3A51-854C-A635-1C39A202C200}" dt="2023-03-01T06:32:32.946" v="917" actId="478"/>
          <ac:spMkLst>
            <pc:docMk/>
            <pc:sldMk cId="769179569" sldId="2723"/>
            <ac:spMk id="4" creationId="{B31A8325-31D8-6F06-6D89-E39763C56875}"/>
          </ac:spMkLst>
        </pc:spChg>
        <pc:spChg chg="mod">
          <ac:chgData name="Xin Luo" userId="82312ee5779919a4" providerId="LiveId" clId="{B10D17D3-3A51-854C-A635-1C39A202C200}" dt="2023-03-01T07:02:34.534" v="1561" actId="1035"/>
          <ac:spMkLst>
            <pc:docMk/>
            <pc:sldMk cId="769179569" sldId="2723"/>
            <ac:spMk id="17" creationId="{9E05FFCA-3371-AF5C-381D-71D984055F5A}"/>
          </ac:spMkLst>
        </pc:spChg>
        <pc:picChg chg="add mod">
          <ac:chgData name="Xin Luo" userId="82312ee5779919a4" providerId="LiveId" clId="{B10D17D3-3A51-854C-A635-1C39A202C200}" dt="2023-03-01T06:33:34.384" v="922" actId="1076"/>
          <ac:picMkLst>
            <pc:docMk/>
            <pc:sldMk cId="769179569" sldId="2723"/>
            <ac:picMk id="6" creationId="{E48B3BDE-9687-B26A-07FC-D08825F4C5C7}"/>
          </ac:picMkLst>
        </pc:picChg>
      </pc:sldChg>
      <pc:sldChg chg="addSp delSp modSp add del mod">
        <pc:chgData name="Xin Luo" userId="82312ee5779919a4" providerId="LiveId" clId="{B10D17D3-3A51-854C-A635-1C39A202C200}" dt="2023-03-04T02:00:43.985" v="3977" actId="2696"/>
        <pc:sldMkLst>
          <pc:docMk/>
          <pc:sldMk cId="2179406886" sldId="2724"/>
        </pc:sldMkLst>
        <pc:spChg chg="del">
          <ac:chgData name="Xin Luo" userId="82312ee5779919a4" providerId="LiveId" clId="{B10D17D3-3A51-854C-A635-1C39A202C200}" dt="2023-03-01T06:52:19.045" v="1173" actId="478"/>
          <ac:spMkLst>
            <pc:docMk/>
            <pc:sldMk cId="2179406886" sldId="2724"/>
            <ac:spMk id="4" creationId="{58EE51E5-8ACA-984C-6E8D-F8AA658223AD}"/>
          </ac:spMkLst>
        </pc:spChg>
        <pc:spChg chg="del mod">
          <ac:chgData name="Xin Luo" userId="82312ee5779919a4" providerId="LiveId" clId="{B10D17D3-3A51-854C-A635-1C39A202C200}" dt="2023-03-01T06:52:23.892" v="1175" actId="478"/>
          <ac:spMkLst>
            <pc:docMk/>
            <pc:sldMk cId="2179406886" sldId="2724"/>
            <ac:spMk id="5" creationId="{7F4897FB-F086-F339-A15F-A899143C7919}"/>
          </ac:spMkLst>
        </pc:spChg>
        <pc:spChg chg="del">
          <ac:chgData name="Xin Luo" userId="82312ee5779919a4" providerId="LiveId" clId="{B10D17D3-3A51-854C-A635-1C39A202C200}" dt="2023-03-01T06:52:17.227" v="1172" actId="478"/>
          <ac:spMkLst>
            <pc:docMk/>
            <pc:sldMk cId="2179406886" sldId="2724"/>
            <ac:spMk id="6" creationId="{7ED1482E-3610-E252-0E80-41B202D30E30}"/>
          </ac:spMkLst>
        </pc:spChg>
        <pc:spChg chg="add mod">
          <ac:chgData name="Xin Luo" userId="82312ee5779919a4" providerId="LiveId" clId="{B10D17D3-3A51-854C-A635-1C39A202C200}" dt="2023-03-01T06:59:49.895" v="1509" actId="1035"/>
          <ac:spMkLst>
            <pc:docMk/>
            <pc:sldMk cId="2179406886" sldId="2724"/>
            <ac:spMk id="7" creationId="{CCA3837E-1D09-5134-A225-250CEF7F9C13}"/>
          </ac:spMkLst>
        </pc:spChg>
        <pc:picChg chg="del">
          <ac:chgData name="Xin Luo" userId="82312ee5779919a4" providerId="LiveId" clId="{B10D17D3-3A51-854C-A635-1C39A202C200}" dt="2023-03-01T06:52:12.055" v="1170" actId="478"/>
          <ac:picMkLst>
            <pc:docMk/>
            <pc:sldMk cId="2179406886" sldId="2724"/>
            <ac:picMk id="5124" creationId="{D17BE6F3-1008-2FC6-54D2-736C673B73E8}"/>
          </ac:picMkLst>
        </pc:picChg>
        <pc:picChg chg="mod">
          <ac:chgData name="Xin Luo" userId="82312ee5779919a4" providerId="LiveId" clId="{B10D17D3-3A51-854C-A635-1C39A202C200}" dt="2023-03-01T06:59:51.894" v="1510" actId="1076"/>
          <ac:picMkLst>
            <pc:docMk/>
            <pc:sldMk cId="2179406886" sldId="2724"/>
            <ac:picMk id="5126" creationId="{EBB0C876-4E86-C2ED-5EE6-3B2BD26768B9}"/>
          </ac:picMkLst>
        </pc:picChg>
        <pc:picChg chg="del">
          <ac:chgData name="Xin Luo" userId="82312ee5779919a4" providerId="LiveId" clId="{B10D17D3-3A51-854C-A635-1C39A202C200}" dt="2023-03-01T06:52:15.250" v="1171" actId="478"/>
          <ac:picMkLst>
            <pc:docMk/>
            <pc:sldMk cId="2179406886" sldId="2724"/>
            <ac:picMk id="5128" creationId="{59C29F54-F731-6EBD-ECA9-847BE3563121}"/>
          </ac:picMkLst>
        </pc:picChg>
      </pc:sldChg>
      <pc:sldChg chg="addSp delSp modSp add mod">
        <pc:chgData name="Xin Luo" userId="82312ee5779919a4" providerId="LiveId" clId="{B10D17D3-3A51-854C-A635-1C39A202C200}" dt="2023-03-04T02:34:13.611" v="4393" actId="1035"/>
        <pc:sldMkLst>
          <pc:docMk/>
          <pc:sldMk cId="57442970" sldId="2725"/>
        </pc:sldMkLst>
        <pc:spChg chg="mod">
          <ac:chgData name="Xin Luo" userId="82312ee5779919a4" providerId="LiveId" clId="{B10D17D3-3A51-854C-A635-1C39A202C200}" dt="2023-03-04T02:32:01.973" v="4385" actId="403"/>
          <ac:spMkLst>
            <pc:docMk/>
            <pc:sldMk cId="57442970" sldId="2725"/>
            <ac:spMk id="2" creationId="{631AADB6-C88A-D817-4683-FC087E4E240F}"/>
          </ac:spMkLst>
        </pc:spChg>
        <pc:spChg chg="add del mod">
          <ac:chgData name="Xin Luo" userId="82312ee5779919a4" providerId="LiveId" clId="{B10D17D3-3A51-854C-A635-1C39A202C200}" dt="2023-03-01T07:09:00.564" v="1684" actId="478"/>
          <ac:spMkLst>
            <pc:docMk/>
            <pc:sldMk cId="57442970" sldId="2725"/>
            <ac:spMk id="4" creationId="{6E0E7525-DD48-9BE0-AA55-4AB1B5AB0AF8}"/>
          </ac:spMkLst>
        </pc:spChg>
        <pc:spChg chg="add del mod">
          <ac:chgData name="Xin Luo" userId="82312ee5779919a4" providerId="LiveId" clId="{B10D17D3-3A51-854C-A635-1C39A202C200}" dt="2023-03-01T07:51:00.839" v="2794" actId="478"/>
          <ac:spMkLst>
            <pc:docMk/>
            <pc:sldMk cId="57442970" sldId="2725"/>
            <ac:spMk id="4" creationId="{7154FD73-ECDF-6A1F-E3C5-6D6473CC5410}"/>
          </ac:spMkLst>
        </pc:spChg>
        <pc:spChg chg="add mod">
          <ac:chgData name="Xin Luo" userId="82312ee5779919a4" providerId="LiveId" clId="{B10D17D3-3A51-854C-A635-1C39A202C200}" dt="2023-03-01T07:14:15.793" v="1936" actId="1035"/>
          <ac:spMkLst>
            <pc:docMk/>
            <pc:sldMk cId="57442970" sldId="2725"/>
            <ac:spMk id="7" creationId="{62959DC6-89B8-A589-6622-E3331C39FC3C}"/>
          </ac:spMkLst>
        </pc:spChg>
        <pc:picChg chg="add mod">
          <ac:chgData name="Xin Luo" userId="82312ee5779919a4" providerId="LiveId" clId="{B10D17D3-3A51-854C-A635-1C39A202C200}" dt="2023-03-04T02:34:13.611" v="4393" actId="1035"/>
          <ac:picMkLst>
            <pc:docMk/>
            <pc:sldMk cId="57442970" sldId="2725"/>
            <ac:picMk id="6" creationId="{9183A3DA-EFC1-4E1A-414F-651FFAB091D0}"/>
          </ac:picMkLst>
        </pc:picChg>
      </pc:sldChg>
      <pc:sldChg chg="add del">
        <pc:chgData name="Xin Luo" userId="82312ee5779919a4" providerId="LiveId" clId="{B10D17D3-3A51-854C-A635-1C39A202C200}" dt="2023-03-01T07:05:06.405" v="1598"/>
        <pc:sldMkLst>
          <pc:docMk/>
          <pc:sldMk cId="4175269822" sldId="2725"/>
        </pc:sldMkLst>
      </pc:sldChg>
      <pc:sldChg chg="add del">
        <pc:chgData name="Xin Luo" userId="82312ee5779919a4" providerId="LiveId" clId="{B10D17D3-3A51-854C-A635-1C39A202C200}" dt="2023-03-01T07:33:58.417" v="1999" actId="2696"/>
        <pc:sldMkLst>
          <pc:docMk/>
          <pc:sldMk cId="2037340697" sldId="2726"/>
        </pc:sldMkLst>
      </pc:sldChg>
      <pc:sldChg chg="modSp add del mod">
        <pc:chgData name="Xin Luo" userId="82312ee5779919a4" providerId="LiveId" clId="{B10D17D3-3A51-854C-A635-1C39A202C200}" dt="2023-03-01T07:37:39.242" v="2283" actId="2696"/>
        <pc:sldMkLst>
          <pc:docMk/>
          <pc:sldMk cId="2258735290" sldId="2726"/>
        </pc:sldMkLst>
        <pc:spChg chg="mod">
          <ac:chgData name="Xin Luo" userId="82312ee5779919a4" providerId="LiveId" clId="{B10D17D3-3A51-854C-A635-1C39A202C200}" dt="2023-03-01T07:37:23.915" v="2262" actId="20577"/>
          <ac:spMkLst>
            <pc:docMk/>
            <pc:sldMk cId="2258735290" sldId="2726"/>
            <ac:spMk id="12" creationId="{00000000-0000-0000-0000-000000000000}"/>
          </ac:spMkLst>
        </pc:spChg>
        <pc:spChg chg="mod">
          <ac:chgData name="Xin Luo" userId="82312ee5779919a4" providerId="LiveId" clId="{B10D17D3-3A51-854C-A635-1C39A202C200}" dt="2023-03-01T07:37:34.195" v="2282" actId="20577"/>
          <ac:spMkLst>
            <pc:docMk/>
            <pc:sldMk cId="2258735290" sldId="2726"/>
            <ac:spMk id="14" creationId="{00000000-0000-0000-0000-000000000000}"/>
          </ac:spMkLst>
        </pc:spChg>
      </pc:sldChg>
      <pc:sldChg chg="modSp add mod">
        <pc:chgData name="Xin Luo" userId="82312ee5779919a4" providerId="LiveId" clId="{B10D17D3-3A51-854C-A635-1C39A202C200}" dt="2023-03-04T02:20:01.519" v="4120" actId="113"/>
        <pc:sldMkLst>
          <pc:docMk/>
          <pc:sldMk cId="4114066566" sldId="2726"/>
        </pc:sldMkLst>
        <pc:spChg chg="mod">
          <ac:chgData name="Xin Luo" userId="82312ee5779919a4" providerId="LiveId" clId="{B10D17D3-3A51-854C-A635-1C39A202C200}" dt="2023-03-01T07:41:27.034" v="2495" actId="1035"/>
          <ac:spMkLst>
            <pc:docMk/>
            <pc:sldMk cId="4114066566" sldId="2726"/>
            <ac:spMk id="4" creationId="{DFE91C0B-C9F8-3FEC-3419-2DE0C6E6DCB8}"/>
          </ac:spMkLst>
        </pc:spChg>
        <pc:spChg chg="mod">
          <ac:chgData name="Xin Luo" userId="82312ee5779919a4" providerId="LiveId" clId="{B10D17D3-3A51-854C-A635-1C39A202C200}" dt="2023-03-04T02:20:01.519" v="4120" actId="113"/>
          <ac:spMkLst>
            <pc:docMk/>
            <pc:sldMk cId="4114066566" sldId="2726"/>
            <ac:spMk id="17" creationId="{9E05FFCA-3371-AF5C-381D-71D984055F5A}"/>
          </ac:spMkLst>
        </pc:spChg>
      </pc:sldChg>
      <pc:sldChg chg="addSp delSp modSp add mod ord">
        <pc:chgData name="Xin Luo" userId="82312ee5779919a4" providerId="LiveId" clId="{B10D17D3-3A51-854C-A635-1C39A202C200}" dt="2023-03-04T02:22:49.634" v="4156" actId="20577"/>
        <pc:sldMkLst>
          <pc:docMk/>
          <pc:sldMk cId="623131075" sldId="2727"/>
        </pc:sldMkLst>
        <pc:spChg chg="add del mod">
          <ac:chgData name="Xin Luo" userId="82312ee5779919a4" providerId="LiveId" clId="{B10D17D3-3A51-854C-A635-1C39A202C200}" dt="2023-03-04T02:21:43.886" v="4131" actId="478"/>
          <ac:spMkLst>
            <pc:docMk/>
            <pc:sldMk cId="623131075" sldId="2727"/>
            <ac:spMk id="5" creationId="{913214EF-BBA3-95BD-757D-C451E214DD76}"/>
          </ac:spMkLst>
        </pc:spChg>
        <pc:spChg chg="mod">
          <ac:chgData name="Xin Luo" userId="82312ee5779919a4" providerId="LiveId" clId="{B10D17D3-3A51-854C-A635-1C39A202C200}" dt="2023-03-04T02:22:49.634" v="4156" actId="20577"/>
          <ac:spMkLst>
            <pc:docMk/>
            <pc:sldMk cId="623131075" sldId="2727"/>
            <ac:spMk id="17" creationId="{9E05FFCA-3371-AF5C-381D-71D984055F5A}"/>
          </ac:spMkLst>
        </pc:spChg>
      </pc:sldChg>
      <pc:sldChg chg="addSp delSp modSp add mod">
        <pc:chgData name="Xin Luo" userId="82312ee5779919a4" providerId="LiveId" clId="{B10D17D3-3A51-854C-A635-1C39A202C200}" dt="2023-03-04T02:25:34.886" v="4245" actId="113"/>
        <pc:sldMkLst>
          <pc:docMk/>
          <pc:sldMk cId="1683372320" sldId="2728"/>
        </pc:sldMkLst>
        <pc:spChg chg="mod">
          <ac:chgData name="Xin Luo" userId="82312ee5779919a4" providerId="LiveId" clId="{B10D17D3-3A51-854C-A635-1C39A202C200}" dt="2023-03-01T08:15:30.267" v="2797" actId="2711"/>
          <ac:spMkLst>
            <pc:docMk/>
            <pc:sldMk cId="1683372320" sldId="2728"/>
            <ac:spMk id="3" creationId="{00000000-0000-0000-0000-000000000000}"/>
          </ac:spMkLst>
        </pc:spChg>
        <pc:spChg chg="mod">
          <ac:chgData name="Xin Luo" userId="82312ee5779919a4" providerId="LiveId" clId="{B10D17D3-3A51-854C-A635-1C39A202C200}" dt="2023-03-04T02:15:35.388" v="4029" actId="20577"/>
          <ac:spMkLst>
            <pc:docMk/>
            <pc:sldMk cId="1683372320" sldId="2728"/>
            <ac:spMk id="4" creationId="{DFE91C0B-C9F8-3FEC-3419-2DE0C6E6DCB8}"/>
          </ac:spMkLst>
        </pc:spChg>
        <pc:spChg chg="add del mod">
          <ac:chgData name="Xin Luo" userId="82312ee5779919a4" providerId="LiveId" clId="{B10D17D3-3A51-854C-A635-1C39A202C200}" dt="2023-03-04T02:23:31.141" v="4167" actId="478"/>
          <ac:spMkLst>
            <pc:docMk/>
            <pc:sldMk cId="1683372320" sldId="2728"/>
            <ac:spMk id="5" creationId="{1B0BE935-AC9C-D1EE-AD6A-7C386013DA7C}"/>
          </ac:spMkLst>
        </pc:spChg>
        <pc:spChg chg="add mod">
          <ac:chgData name="Xin Luo" userId="82312ee5779919a4" providerId="LiveId" clId="{B10D17D3-3A51-854C-A635-1C39A202C200}" dt="2023-03-04T02:25:34.886" v="4245" actId="113"/>
          <ac:spMkLst>
            <pc:docMk/>
            <pc:sldMk cId="1683372320" sldId="2728"/>
            <ac:spMk id="6" creationId="{2CCD6DA1-1437-AB5B-BCA8-405D548B2FB8}"/>
          </ac:spMkLst>
        </pc:spChg>
        <pc:spChg chg="add del mod">
          <ac:chgData name="Xin Luo" userId="82312ee5779919a4" providerId="LiveId" clId="{B10D17D3-3A51-854C-A635-1C39A202C200}" dt="2023-03-04T02:23:31.141" v="4167" actId="478"/>
          <ac:spMkLst>
            <pc:docMk/>
            <pc:sldMk cId="1683372320" sldId="2728"/>
            <ac:spMk id="7" creationId="{8A9C6DE8-75E5-EEB7-75DA-B8E0E87A7508}"/>
          </ac:spMkLst>
        </pc:spChg>
        <pc:spChg chg="del mod">
          <ac:chgData name="Xin Luo" userId="82312ee5779919a4" providerId="LiveId" clId="{B10D17D3-3A51-854C-A635-1C39A202C200}" dt="2023-03-04T02:15:38.307" v="4030" actId="478"/>
          <ac:spMkLst>
            <pc:docMk/>
            <pc:sldMk cId="1683372320" sldId="2728"/>
            <ac:spMk id="17" creationId="{9E05FFCA-3371-AF5C-381D-71D984055F5A}"/>
          </ac:spMkLst>
        </pc:spChg>
      </pc:sldChg>
      <pc:sldChg chg="delSp modSp add mod">
        <pc:chgData name="Xin Luo" userId="82312ee5779919a4" providerId="LiveId" clId="{B10D17D3-3A51-854C-A635-1C39A202C200}" dt="2023-03-04T02:52:21.019" v="4898" actId="20577"/>
        <pc:sldMkLst>
          <pc:docMk/>
          <pc:sldMk cId="240261692" sldId="2729"/>
        </pc:sldMkLst>
        <pc:spChg chg="mod">
          <ac:chgData name="Xin Luo" userId="82312ee5779919a4" providerId="LiveId" clId="{B10D17D3-3A51-854C-A635-1C39A202C200}" dt="2023-03-01T08:35:17.222" v="2819" actId="20577"/>
          <ac:spMkLst>
            <pc:docMk/>
            <pc:sldMk cId="240261692" sldId="2729"/>
            <ac:spMk id="2" creationId="{631AADB6-C88A-D817-4683-FC087E4E240F}"/>
          </ac:spMkLst>
        </pc:spChg>
        <pc:spChg chg="mod">
          <ac:chgData name="Xin Luo" userId="82312ee5779919a4" providerId="LiveId" clId="{B10D17D3-3A51-854C-A635-1C39A202C200}" dt="2023-03-04T02:52:21.019" v="4898" actId="20577"/>
          <ac:spMkLst>
            <pc:docMk/>
            <pc:sldMk cId="240261692" sldId="2729"/>
            <ac:spMk id="5" creationId="{FCD10A89-5E0E-5D73-1D4F-9E11D943B29C}"/>
          </ac:spMkLst>
        </pc:spChg>
        <pc:picChg chg="del">
          <ac:chgData name="Xin Luo" userId="82312ee5779919a4" providerId="LiveId" clId="{B10D17D3-3A51-854C-A635-1C39A202C200}" dt="2023-03-01T08:35:20.583" v="2820" actId="478"/>
          <ac:picMkLst>
            <pc:docMk/>
            <pc:sldMk cId="240261692" sldId="2729"/>
            <ac:picMk id="3074" creationId="{3E8CF22C-6E5D-0AAE-1F79-795E8B77EEF7}"/>
          </ac:picMkLst>
        </pc:picChg>
      </pc:sldChg>
      <pc:sldChg chg="delSp add mod">
        <pc:chgData name="Xin Luo" userId="82312ee5779919a4" providerId="LiveId" clId="{B10D17D3-3A51-854C-A635-1C39A202C200}" dt="2023-03-04T02:21:28.084" v="4127" actId="478"/>
        <pc:sldMkLst>
          <pc:docMk/>
          <pc:sldMk cId="736914780" sldId="2730"/>
        </pc:sldMkLst>
        <pc:spChg chg="del">
          <ac:chgData name="Xin Luo" userId="82312ee5779919a4" providerId="LiveId" clId="{B10D17D3-3A51-854C-A635-1C39A202C200}" dt="2023-03-04T02:21:28.084" v="4127" actId="478"/>
          <ac:spMkLst>
            <pc:docMk/>
            <pc:sldMk cId="736914780" sldId="2730"/>
            <ac:spMk id="5" creationId="{913214EF-BBA3-95BD-757D-C451E214DD76}"/>
          </ac:spMkLst>
        </pc:spChg>
      </pc:sldChg>
      <pc:sldChg chg="addSp delSp modSp add mod">
        <pc:chgData name="Xin Luo" userId="82312ee5779919a4" providerId="LiveId" clId="{B10D17D3-3A51-854C-A635-1C39A202C200}" dt="2023-03-04T03:51:10.104" v="4946" actId="20577"/>
        <pc:sldMkLst>
          <pc:docMk/>
          <pc:sldMk cId="3309691984" sldId="2731"/>
        </pc:sldMkLst>
        <pc:spChg chg="add del mod">
          <ac:chgData name="Xin Luo" userId="82312ee5779919a4" providerId="LiveId" clId="{B10D17D3-3A51-854C-A635-1C39A202C200}" dt="2023-03-04T02:30:44.123" v="4384"/>
          <ac:spMkLst>
            <pc:docMk/>
            <pc:sldMk cId="3309691984" sldId="2731"/>
            <ac:spMk id="2" creationId="{089F4E60-62E0-2B9F-D522-F40E6CF74A6E}"/>
          </ac:spMkLst>
        </pc:spChg>
        <pc:spChg chg="mod">
          <ac:chgData name="Xin Luo" userId="82312ee5779919a4" providerId="LiveId" clId="{B10D17D3-3A51-854C-A635-1C39A202C200}" dt="2023-03-04T02:26:05.734" v="4271" actId="20577"/>
          <ac:spMkLst>
            <pc:docMk/>
            <pc:sldMk cId="3309691984" sldId="2731"/>
            <ac:spMk id="4" creationId="{DFE91C0B-C9F8-3FEC-3419-2DE0C6E6DCB8}"/>
          </ac:spMkLst>
        </pc:spChg>
        <pc:spChg chg="mod">
          <ac:chgData name="Xin Luo" userId="82312ee5779919a4" providerId="LiveId" clId="{B10D17D3-3A51-854C-A635-1C39A202C200}" dt="2023-03-04T03:51:10.104" v="4946" actId="20577"/>
          <ac:spMkLst>
            <pc:docMk/>
            <pc:sldMk cId="3309691984" sldId="2731"/>
            <ac:spMk id="5" creationId="{1B0BE935-AC9C-D1EE-AD6A-7C386013DA7C}"/>
          </ac:spMkLst>
        </pc:spChg>
        <pc:spChg chg="del">
          <ac:chgData name="Xin Luo" userId="82312ee5779919a4" providerId="LiveId" clId="{B10D17D3-3A51-854C-A635-1C39A202C200}" dt="2023-03-04T02:23:28.089" v="4166" actId="478"/>
          <ac:spMkLst>
            <pc:docMk/>
            <pc:sldMk cId="3309691984" sldId="2731"/>
            <ac:spMk id="6" creationId="{2CCD6DA1-1437-AB5B-BCA8-405D548B2FB8}"/>
          </ac:spMkLst>
        </pc:spChg>
        <pc:spChg chg="del">
          <ac:chgData name="Xin Luo" userId="82312ee5779919a4" providerId="LiveId" clId="{B10D17D3-3A51-854C-A635-1C39A202C200}" dt="2023-03-04T02:25:55.810" v="4256" actId="478"/>
          <ac:spMkLst>
            <pc:docMk/>
            <pc:sldMk cId="3309691984" sldId="2731"/>
            <ac:spMk id="7" creationId="{8A9C6DE8-75E5-EEB7-75DA-B8E0E87A7508}"/>
          </ac:spMkLst>
        </pc:spChg>
      </pc:sldChg>
      <pc:sldChg chg="add del">
        <pc:chgData name="Xin Luo" userId="82312ee5779919a4" providerId="LiveId" clId="{B10D17D3-3A51-854C-A635-1C39A202C200}" dt="2023-03-04T02:23:57.461" v="4178"/>
        <pc:sldMkLst>
          <pc:docMk/>
          <pc:sldMk cId="636882973" sldId="2732"/>
        </pc:sldMkLst>
      </pc:sldChg>
      <pc:sldChg chg="addSp modSp add mod">
        <pc:chgData name="Xin Luo" userId="82312ee5779919a4" providerId="LiveId" clId="{B10D17D3-3A51-854C-A635-1C39A202C200}" dt="2023-03-04T02:45:16.670" v="4844" actId="1035"/>
        <pc:sldMkLst>
          <pc:docMk/>
          <pc:sldMk cId="1199790559" sldId="2732"/>
        </pc:sldMkLst>
        <pc:spChg chg="mod">
          <ac:chgData name="Xin Luo" userId="82312ee5779919a4" providerId="LiveId" clId="{B10D17D3-3A51-854C-A635-1C39A202C200}" dt="2023-03-04T02:36:32.822" v="4507" actId="20577"/>
          <ac:spMkLst>
            <pc:docMk/>
            <pc:sldMk cId="1199790559" sldId="2732"/>
            <ac:spMk id="5" creationId="{FCD10A89-5E0E-5D73-1D4F-9E11D943B29C}"/>
          </ac:spMkLst>
        </pc:spChg>
        <pc:spChg chg="add mod">
          <ac:chgData name="Xin Luo" userId="82312ee5779919a4" providerId="LiveId" clId="{B10D17D3-3A51-854C-A635-1C39A202C200}" dt="2023-03-04T02:45:16.670" v="4844" actId="1035"/>
          <ac:spMkLst>
            <pc:docMk/>
            <pc:sldMk cId="1199790559" sldId="2732"/>
            <ac:spMk id="9" creationId="{D0806663-124A-FC93-799D-3E9155542C92}"/>
          </ac:spMkLst>
        </pc:spChg>
        <pc:picChg chg="add mod">
          <ac:chgData name="Xin Luo" userId="82312ee5779919a4" providerId="LiveId" clId="{B10D17D3-3A51-854C-A635-1C39A202C200}" dt="2023-03-04T02:45:16.670" v="4844" actId="1035"/>
          <ac:picMkLst>
            <pc:docMk/>
            <pc:sldMk cId="1199790559" sldId="2732"/>
            <ac:picMk id="6" creationId="{2DBA9CB4-7F2C-2F79-C8F7-B159ED2F97ED}"/>
          </ac:picMkLst>
        </pc:picChg>
        <pc:picChg chg="add mod">
          <ac:chgData name="Xin Luo" userId="82312ee5779919a4" providerId="LiveId" clId="{B10D17D3-3A51-854C-A635-1C39A202C200}" dt="2023-03-04T02:45:16.670" v="4844" actId="1035"/>
          <ac:picMkLst>
            <pc:docMk/>
            <pc:sldMk cId="1199790559" sldId="2732"/>
            <ac:picMk id="8" creationId="{03B7A21D-1E22-BD59-B187-8F6FC3C70FAD}"/>
          </ac:picMkLst>
        </pc:picChg>
      </pc:sldChg>
      <pc:sldChg chg="add del">
        <pc:chgData name="Xin Luo" userId="82312ee5779919a4" providerId="LiveId" clId="{B10D17D3-3A51-854C-A635-1C39A202C200}" dt="2023-03-04T02:23:46.363" v="4174"/>
        <pc:sldMkLst>
          <pc:docMk/>
          <pc:sldMk cId="1709681614" sldId="2732"/>
        </pc:sldMkLst>
      </pc:sldChg>
      <pc:sldChg chg="add del">
        <pc:chgData name="Xin Luo" userId="82312ee5779919a4" providerId="LiveId" clId="{B10D17D3-3A51-854C-A635-1C39A202C200}" dt="2023-03-04T02:23:42.217" v="4171"/>
        <pc:sldMkLst>
          <pc:docMk/>
          <pc:sldMk cId="1869539113" sldId="2732"/>
        </pc:sldMkLst>
      </pc:sldChg>
      <pc:sldChg chg="add del">
        <pc:chgData name="Xin Luo" userId="82312ee5779919a4" providerId="LiveId" clId="{B10D17D3-3A51-854C-A635-1C39A202C200}" dt="2023-03-04T02:24:00.681" v="4180"/>
        <pc:sldMkLst>
          <pc:docMk/>
          <pc:sldMk cId="2562253795" sldId="2732"/>
        </pc:sldMkLst>
      </pc:sldChg>
      <pc:sldChg chg="add del">
        <pc:chgData name="Xin Luo" userId="82312ee5779919a4" providerId="LiveId" clId="{B10D17D3-3A51-854C-A635-1C39A202C200}" dt="2023-03-04T02:24:05.543" v="4182"/>
        <pc:sldMkLst>
          <pc:docMk/>
          <pc:sldMk cId="4062346908" sldId="2732"/>
        </pc:sldMkLst>
      </pc:sldChg>
      <pc:sldChg chg="addSp delSp modSp add mod">
        <pc:chgData name="Xin Luo" userId="82312ee5779919a4" providerId="LiveId" clId="{B10D17D3-3A51-854C-A635-1C39A202C200}" dt="2023-03-04T02:54:53.881" v="4905" actId="1076"/>
        <pc:sldMkLst>
          <pc:docMk/>
          <pc:sldMk cId="3625541778" sldId="2733"/>
        </pc:sldMkLst>
        <pc:spChg chg="mod">
          <ac:chgData name="Xin Luo" userId="82312ee5779919a4" providerId="LiveId" clId="{B10D17D3-3A51-854C-A635-1C39A202C200}" dt="2023-03-04T02:53:09.195" v="4899"/>
          <ac:spMkLst>
            <pc:docMk/>
            <pc:sldMk cId="3625541778" sldId="2733"/>
            <ac:spMk id="5" creationId="{FCD10A89-5E0E-5D73-1D4F-9E11D943B29C}"/>
          </ac:spMkLst>
        </pc:spChg>
        <pc:spChg chg="del">
          <ac:chgData name="Xin Luo" userId="82312ee5779919a4" providerId="LiveId" clId="{B10D17D3-3A51-854C-A635-1C39A202C200}" dt="2023-03-04T02:46:11.998" v="4878" actId="478"/>
          <ac:spMkLst>
            <pc:docMk/>
            <pc:sldMk cId="3625541778" sldId="2733"/>
            <ac:spMk id="9" creationId="{D0806663-124A-FC93-799D-3E9155542C92}"/>
          </ac:spMkLst>
        </pc:spChg>
        <pc:picChg chg="del">
          <ac:chgData name="Xin Luo" userId="82312ee5779919a4" providerId="LiveId" clId="{B10D17D3-3A51-854C-A635-1C39A202C200}" dt="2023-03-04T02:45:31.328" v="4868" actId="478"/>
          <ac:picMkLst>
            <pc:docMk/>
            <pc:sldMk cId="3625541778" sldId="2733"/>
            <ac:picMk id="6" creationId="{2DBA9CB4-7F2C-2F79-C8F7-B159ED2F97ED}"/>
          </ac:picMkLst>
        </pc:picChg>
        <pc:picChg chg="add mod">
          <ac:chgData name="Xin Luo" userId="82312ee5779919a4" providerId="LiveId" clId="{B10D17D3-3A51-854C-A635-1C39A202C200}" dt="2023-03-04T02:54:53.881" v="4905" actId="1076"/>
          <ac:picMkLst>
            <pc:docMk/>
            <pc:sldMk cId="3625541778" sldId="2733"/>
            <ac:picMk id="7" creationId="{D7FD8593-2387-9EBB-B64C-4F79275A1E99}"/>
          </ac:picMkLst>
        </pc:picChg>
        <pc:picChg chg="del">
          <ac:chgData name="Xin Luo" userId="82312ee5779919a4" providerId="LiveId" clId="{B10D17D3-3A51-854C-A635-1C39A202C200}" dt="2023-03-04T02:45:32.347" v="4869" actId="478"/>
          <ac:picMkLst>
            <pc:docMk/>
            <pc:sldMk cId="3625541778" sldId="2733"/>
            <ac:picMk id="8" creationId="{03B7A21D-1E22-BD59-B187-8F6FC3C70FAD}"/>
          </ac:picMkLst>
        </pc:picChg>
      </pc:sldChg>
      <pc:sldChg chg="add del">
        <pc:chgData name="Xin Luo" userId="82312ee5779919a4" providerId="LiveId" clId="{B10D17D3-3A51-854C-A635-1C39A202C200}" dt="2023-03-04T02:45:51.767" v="4871"/>
        <pc:sldMkLst>
          <pc:docMk/>
          <pc:sldMk cId="3578463388" sldId="2734"/>
        </pc:sldMkLst>
      </pc:sldChg>
    </pc:docChg>
  </pc:docChgLst>
  <pc:docChgLst>
    <pc:chgData name="Xin Luo" userId="82312ee5779919a4" providerId="LiveId" clId="{CF65213B-FDED-4E4E-A9AA-40904858F740}"/>
    <pc:docChg chg="undo custSel addSld modSld">
      <pc:chgData name="Xin Luo" userId="82312ee5779919a4" providerId="LiveId" clId="{CF65213B-FDED-4E4E-A9AA-40904858F740}" dt="2023-11-12T15:29:23.089" v="1384" actId="20577"/>
      <pc:docMkLst>
        <pc:docMk/>
      </pc:docMkLst>
      <pc:sldChg chg="modSp mod">
        <pc:chgData name="Xin Luo" userId="82312ee5779919a4" providerId="LiveId" clId="{CF65213B-FDED-4E4E-A9AA-40904858F740}" dt="2023-11-12T15:29:10.248" v="1379" actId="108"/>
        <pc:sldMkLst>
          <pc:docMk/>
          <pc:sldMk cId="623131075" sldId="2727"/>
        </pc:sldMkLst>
        <pc:spChg chg="mod">
          <ac:chgData name="Xin Luo" userId="82312ee5779919a4" providerId="LiveId" clId="{CF65213B-FDED-4E4E-A9AA-40904858F740}" dt="2023-11-12T15:28:19.618" v="1355" actId="20577"/>
          <ac:spMkLst>
            <pc:docMk/>
            <pc:sldMk cId="623131075" sldId="2727"/>
            <ac:spMk id="4" creationId="{DFE91C0B-C9F8-3FEC-3419-2DE0C6E6DCB8}"/>
          </ac:spMkLst>
        </pc:spChg>
        <pc:spChg chg="mod">
          <ac:chgData name="Xin Luo" userId="82312ee5779919a4" providerId="LiveId" clId="{CF65213B-FDED-4E4E-A9AA-40904858F740}" dt="2023-11-12T15:29:10.248" v="1379" actId="108"/>
          <ac:spMkLst>
            <pc:docMk/>
            <pc:sldMk cId="623131075" sldId="2727"/>
            <ac:spMk id="17" creationId="{9E05FFCA-3371-AF5C-381D-71D984055F5A}"/>
          </ac:spMkLst>
        </pc:spChg>
      </pc:sldChg>
      <pc:sldChg chg="modSp mod">
        <pc:chgData name="Xin Luo" userId="82312ee5779919a4" providerId="LiveId" clId="{CF65213B-FDED-4E4E-A9AA-40904858F740}" dt="2023-11-12T03:09:31.898" v="28" actId="20577"/>
        <pc:sldMkLst>
          <pc:docMk/>
          <pc:sldMk cId="2241021106" sldId="2734"/>
        </pc:sldMkLst>
        <pc:spChg chg="mod">
          <ac:chgData name="Xin Luo" userId="82312ee5779919a4" providerId="LiveId" clId="{CF65213B-FDED-4E4E-A9AA-40904858F740}" dt="2023-11-12T03:09:31.898" v="28" actId="20577"/>
          <ac:spMkLst>
            <pc:docMk/>
            <pc:sldMk cId="2241021106" sldId="2734"/>
            <ac:spMk id="24" creationId="{00000000-0000-0000-0000-000000000000}"/>
          </ac:spMkLst>
        </pc:spChg>
      </pc:sldChg>
      <pc:sldChg chg="addSp delSp modSp add mod">
        <pc:chgData name="Xin Luo" userId="82312ee5779919a4" providerId="LiveId" clId="{CF65213B-FDED-4E4E-A9AA-40904858F740}" dt="2023-11-12T15:29:23.089" v="1384" actId="20577"/>
        <pc:sldMkLst>
          <pc:docMk/>
          <pc:sldMk cId="1382737206" sldId="2735"/>
        </pc:sldMkLst>
        <pc:spChg chg="add mod">
          <ac:chgData name="Xin Luo" userId="82312ee5779919a4" providerId="LiveId" clId="{CF65213B-FDED-4E4E-A9AA-40904858F740}" dt="2023-11-12T09:06:40.208" v="1321" actId="2711"/>
          <ac:spMkLst>
            <pc:docMk/>
            <pc:sldMk cId="1382737206" sldId="2735"/>
            <ac:spMk id="9" creationId="{23348476-2F76-84CF-7B2D-DA8641D9A0F5}"/>
          </ac:spMkLst>
        </pc:spChg>
        <pc:spChg chg="del">
          <ac:chgData name="Xin Luo" userId="82312ee5779919a4" providerId="LiveId" clId="{CF65213B-FDED-4E4E-A9AA-40904858F740}" dt="2023-11-12T08:33:38.874" v="1061" actId="478"/>
          <ac:spMkLst>
            <pc:docMk/>
            <pc:sldMk cId="1382737206" sldId="2735"/>
            <ac:spMk id="17" creationId="{9E05FFCA-3371-AF5C-381D-71D984055F5A}"/>
          </ac:spMkLst>
        </pc:spChg>
        <pc:spChg chg="add mod">
          <ac:chgData name="Xin Luo" userId="82312ee5779919a4" providerId="LiveId" clId="{CF65213B-FDED-4E4E-A9AA-40904858F740}" dt="2023-11-12T15:29:23.089" v="1384" actId="20577"/>
          <ac:spMkLst>
            <pc:docMk/>
            <pc:sldMk cId="1382737206" sldId="2735"/>
            <ac:spMk id="19" creationId="{FC6D8AB4-24DC-D592-A4CA-7C755A830AD6}"/>
          </ac:spMkLst>
        </pc:spChg>
        <pc:spChg chg="add mod">
          <ac:chgData name="Xin Luo" userId="82312ee5779919a4" providerId="LiveId" clId="{CF65213B-FDED-4E4E-A9AA-40904858F740}" dt="2023-11-12T09:06:40.208" v="1321" actId="2711"/>
          <ac:spMkLst>
            <pc:docMk/>
            <pc:sldMk cId="1382737206" sldId="2735"/>
            <ac:spMk id="26" creationId="{40CC3330-8E6E-1398-8B34-EF8ED568C0CB}"/>
          </ac:spMkLst>
        </pc:spChg>
        <pc:spChg chg="add mod">
          <ac:chgData name="Xin Luo" userId="82312ee5779919a4" providerId="LiveId" clId="{CF65213B-FDED-4E4E-A9AA-40904858F740}" dt="2023-11-12T09:07:08.259" v="1322" actId="1076"/>
          <ac:spMkLst>
            <pc:docMk/>
            <pc:sldMk cId="1382737206" sldId="2735"/>
            <ac:spMk id="27" creationId="{2116198B-4E87-5169-92B0-E91DFDBC1D19}"/>
          </ac:spMkLst>
        </pc:spChg>
        <pc:spChg chg="add mod">
          <ac:chgData name="Xin Luo" userId="82312ee5779919a4" providerId="LiveId" clId="{CF65213B-FDED-4E4E-A9AA-40904858F740}" dt="2023-11-12T09:06:40.208" v="1321" actId="2711"/>
          <ac:spMkLst>
            <pc:docMk/>
            <pc:sldMk cId="1382737206" sldId="2735"/>
            <ac:spMk id="37" creationId="{3AF78166-75AC-74B5-C0D9-CAC71F413EF4}"/>
          </ac:spMkLst>
        </pc:spChg>
        <pc:spChg chg="add mod">
          <ac:chgData name="Xin Luo" userId="82312ee5779919a4" providerId="LiveId" clId="{CF65213B-FDED-4E4E-A9AA-40904858F740}" dt="2023-11-12T09:10:20.424" v="1339" actId="164"/>
          <ac:spMkLst>
            <pc:docMk/>
            <pc:sldMk cId="1382737206" sldId="2735"/>
            <ac:spMk id="41" creationId="{2D07906B-FAF1-117B-E6A7-6D191EC4E883}"/>
          </ac:spMkLst>
        </pc:spChg>
        <pc:grpChg chg="add del mod">
          <ac:chgData name="Xin Luo" userId="82312ee5779919a4" providerId="LiveId" clId="{CF65213B-FDED-4E4E-A9AA-40904858F740}" dt="2023-11-12T09:10:20.424" v="1339" actId="164"/>
          <ac:grpSpMkLst>
            <pc:docMk/>
            <pc:sldMk cId="1382737206" sldId="2735"/>
            <ac:grpSpMk id="38" creationId="{1706D5B6-D65B-D942-309B-39F7DCB1E0D8}"/>
          </ac:grpSpMkLst>
        </pc:grpChg>
        <pc:grpChg chg="add mod">
          <ac:chgData name="Xin Luo" userId="82312ee5779919a4" providerId="LiveId" clId="{CF65213B-FDED-4E4E-A9AA-40904858F740}" dt="2023-11-12T09:10:20.424" v="1339" actId="164"/>
          <ac:grpSpMkLst>
            <pc:docMk/>
            <pc:sldMk cId="1382737206" sldId="2735"/>
            <ac:grpSpMk id="42" creationId="{3451DAC0-9E36-89C4-18C1-A0826EEC42B1}"/>
          </ac:grpSpMkLst>
        </pc:grpChg>
        <pc:picChg chg="add del mod">
          <ac:chgData name="Xin Luo" userId="82312ee5779919a4" providerId="LiveId" clId="{CF65213B-FDED-4E4E-A9AA-40904858F740}" dt="2023-11-12T08:56:46.929" v="1130" actId="478"/>
          <ac:picMkLst>
            <pc:docMk/>
            <pc:sldMk cId="1382737206" sldId="2735"/>
            <ac:picMk id="5" creationId="{82A0A6B2-93CB-9EC3-E175-36A518382239}"/>
          </ac:picMkLst>
        </pc:picChg>
        <pc:picChg chg="add del mod">
          <ac:chgData name="Xin Luo" userId="82312ee5779919a4" providerId="LiveId" clId="{CF65213B-FDED-4E4E-A9AA-40904858F740}" dt="2023-11-12T09:08:13.465" v="1328" actId="478"/>
          <ac:picMkLst>
            <pc:docMk/>
            <pc:sldMk cId="1382737206" sldId="2735"/>
            <ac:picMk id="18" creationId="{7ED3E6AB-991C-08F8-D149-0A53F455182F}"/>
          </ac:picMkLst>
        </pc:picChg>
        <pc:picChg chg="add mod">
          <ac:chgData name="Xin Luo" userId="82312ee5779919a4" providerId="LiveId" clId="{CF65213B-FDED-4E4E-A9AA-40904858F740}" dt="2023-11-12T09:10:20.424" v="1339" actId="164"/>
          <ac:picMkLst>
            <pc:docMk/>
            <pc:sldMk cId="1382737206" sldId="2735"/>
            <ac:picMk id="40" creationId="{7BAE91F7-A638-70DC-226F-AF9FF51A81EA}"/>
          </ac:picMkLst>
        </pc:picChg>
        <pc:cxnChg chg="add del mod">
          <ac:chgData name="Xin Luo" userId="82312ee5779919a4" providerId="LiveId" clId="{CF65213B-FDED-4E4E-A9AA-40904858F740}" dt="2023-11-12T08:54:29.957" v="1105" actId="478"/>
          <ac:cxnSpMkLst>
            <pc:docMk/>
            <pc:sldMk cId="1382737206" sldId="2735"/>
            <ac:cxnSpMk id="7" creationId="{6DD9195A-1F4A-51A7-C529-B19BEDE96059}"/>
          </ac:cxnSpMkLst>
        </pc:cxnChg>
        <pc:cxnChg chg="add mod">
          <ac:chgData name="Xin Luo" userId="82312ee5779919a4" providerId="LiveId" clId="{CF65213B-FDED-4E4E-A9AA-40904858F740}" dt="2023-11-12T09:03:48.219" v="1309" actId="164"/>
          <ac:cxnSpMkLst>
            <pc:docMk/>
            <pc:sldMk cId="1382737206" sldId="2735"/>
            <ac:cxnSpMk id="11" creationId="{1815630D-440A-BA7A-DAF5-ED03080637E3}"/>
          </ac:cxnSpMkLst>
        </pc:cxnChg>
        <pc:cxnChg chg="add mod">
          <ac:chgData name="Xin Luo" userId="82312ee5779919a4" providerId="LiveId" clId="{CF65213B-FDED-4E4E-A9AA-40904858F740}" dt="2023-11-12T15:29:23.089" v="1384" actId="20577"/>
          <ac:cxnSpMkLst>
            <pc:docMk/>
            <pc:sldMk cId="1382737206" sldId="2735"/>
            <ac:cxnSpMk id="13" creationId="{CA1C9F51-02CC-D5A8-BD93-1AB882784387}"/>
          </ac:cxnSpMkLst>
        </pc:cxnChg>
        <pc:cxnChg chg="add mod">
          <ac:chgData name="Xin Luo" userId="82312ee5779919a4" providerId="LiveId" clId="{CF65213B-FDED-4E4E-A9AA-40904858F740}" dt="2023-11-12T09:08:08.795" v="1327" actId="478"/>
          <ac:cxnSpMkLst>
            <pc:docMk/>
            <pc:sldMk cId="1382737206" sldId="2735"/>
            <ac:cxnSpMk id="28" creationId="{2997F4DD-0922-B363-F763-27CB25268159}"/>
          </ac:cxnSpMkLst>
        </pc:cxnChg>
        <pc:cxnChg chg="add mod">
          <ac:chgData name="Xin Luo" userId="82312ee5779919a4" providerId="LiveId" clId="{CF65213B-FDED-4E4E-A9AA-40904858F740}" dt="2023-11-12T09:08:08.795" v="1327" actId="478"/>
          <ac:cxnSpMkLst>
            <pc:docMk/>
            <pc:sldMk cId="1382737206" sldId="2735"/>
            <ac:cxnSpMk id="31" creationId="{33B5FB2A-A85B-6A0E-263A-F26DFC374696}"/>
          </ac:cxnSpMkLst>
        </pc:cxnChg>
      </pc:sldChg>
      <pc:sldChg chg="modSp mod">
        <pc:chgData name="Xin Luo" userId="82312ee5779919a4" providerId="LiveId" clId="{CF65213B-FDED-4E4E-A9AA-40904858F740}" dt="2023-11-12T13:45:31.697" v="1344" actId="20577"/>
        <pc:sldMkLst>
          <pc:docMk/>
          <pc:sldMk cId="3782770681" sldId="2736"/>
        </pc:sldMkLst>
        <pc:spChg chg="mod">
          <ac:chgData name="Xin Luo" userId="82312ee5779919a4" providerId="LiveId" clId="{CF65213B-FDED-4E4E-A9AA-40904858F740}" dt="2023-11-12T13:45:31.697" v="1344" actId="20577"/>
          <ac:spMkLst>
            <pc:docMk/>
            <pc:sldMk cId="3782770681" sldId="2736"/>
            <ac:spMk id="17" creationId="{9E05FFCA-3371-AF5C-381D-71D984055F5A}"/>
          </ac:spMkLst>
        </pc:spChg>
      </pc:sldChg>
    </pc:docChg>
  </pc:docChgLst>
  <pc:docChgLst>
    <pc:chgData name="Xin Luo" userId="82312ee5779919a4" providerId="LiveId" clId="{79234F48-1BB4-064A-81D5-23BC2373ADDA}"/>
    <pc:docChg chg="undo custSel addSld delSld modSld sldOrd">
      <pc:chgData name="Xin Luo" userId="82312ee5779919a4" providerId="LiveId" clId="{79234F48-1BB4-064A-81D5-23BC2373ADDA}" dt="2023-11-12T11:04:38.280" v="1009" actId="1035"/>
      <pc:docMkLst>
        <pc:docMk/>
      </pc:docMkLst>
      <pc:sldChg chg="delSp modSp mod">
        <pc:chgData name="Xin Luo" userId="82312ee5779919a4" providerId="LiveId" clId="{79234F48-1BB4-064A-81D5-23BC2373ADDA}" dt="2023-11-12T10:57:52.252" v="773" actId="14100"/>
        <pc:sldMkLst>
          <pc:docMk/>
          <pc:sldMk cId="1858913004" sldId="2719"/>
        </pc:sldMkLst>
        <pc:spChg chg="del">
          <ac:chgData name="Xin Luo" userId="82312ee5779919a4" providerId="LiveId" clId="{79234F48-1BB4-064A-81D5-23BC2373ADDA}" dt="2023-11-12T10:56:15.125" v="602" actId="478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79234F48-1BB4-064A-81D5-23BC2373ADDA}" dt="2023-11-12T10:56:12.362" v="601" actId="20577"/>
          <ac:spMkLst>
            <pc:docMk/>
            <pc:sldMk cId="1858913004" sldId="2719"/>
            <ac:spMk id="4" creationId="{814FF4E1-B17F-D4F8-E834-173BA3B0D059}"/>
          </ac:spMkLst>
        </pc:spChg>
        <pc:spChg chg="del">
          <ac:chgData name="Xin Luo" userId="82312ee5779919a4" providerId="LiveId" clId="{79234F48-1BB4-064A-81D5-23BC2373ADDA}" dt="2023-11-12T10:56:15.125" v="602" actId="478"/>
          <ac:spMkLst>
            <pc:docMk/>
            <pc:sldMk cId="1858913004" sldId="2719"/>
            <ac:spMk id="5" creationId="{FCD10A89-5E0E-5D73-1D4F-9E11D943B29C}"/>
          </ac:spMkLst>
        </pc:spChg>
        <pc:spChg chg="mod">
          <ac:chgData name="Xin Luo" userId="82312ee5779919a4" providerId="LiveId" clId="{79234F48-1BB4-064A-81D5-23BC2373ADDA}" dt="2023-11-12T10:57:52.252" v="773" actId="14100"/>
          <ac:spMkLst>
            <pc:docMk/>
            <pc:sldMk cId="1858913004" sldId="2719"/>
            <ac:spMk id="6" creationId="{10943A92-9E22-44EA-2939-C64F8E264329}"/>
          </ac:spMkLst>
        </pc:spChg>
      </pc:sldChg>
      <pc:sldChg chg="modSp del mod">
        <pc:chgData name="Xin Luo" userId="82312ee5779919a4" providerId="LiveId" clId="{79234F48-1BB4-064A-81D5-23BC2373ADDA}" dt="2023-11-12T10:13:36.173" v="18" actId="2696"/>
        <pc:sldMkLst>
          <pc:docMk/>
          <pc:sldMk cId="295872025" sldId="2722"/>
        </pc:sldMkLst>
        <pc:spChg chg="mod">
          <ac:chgData name="Xin Luo" userId="82312ee5779919a4" providerId="LiveId" clId="{79234F48-1BB4-064A-81D5-23BC2373ADDA}" dt="2023-11-12T10:13:32.597" v="17" actId="20577"/>
          <ac:spMkLst>
            <pc:docMk/>
            <pc:sldMk cId="295872025" sldId="2722"/>
            <ac:spMk id="12" creationId="{00000000-0000-0000-0000-000000000000}"/>
          </ac:spMkLst>
        </pc:spChg>
      </pc:sldChg>
      <pc:sldChg chg="modSp mod">
        <pc:chgData name="Xin Luo" userId="82312ee5779919a4" providerId="LiveId" clId="{79234F48-1BB4-064A-81D5-23BC2373ADDA}" dt="2023-11-12T10:47:06.270" v="528" actId="20577"/>
        <pc:sldMkLst>
          <pc:docMk/>
          <pc:sldMk cId="623131075" sldId="2727"/>
        </pc:sldMkLst>
        <pc:spChg chg="mod">
          <ac:chgData name="Xin Luo" userId="82312ee5779919a4" providerId="LiveId" clId="{79234F48-1BB4-064A-81D5-23BC2373ADDA}" dt="2023-11-12T10:47:06.270" v="528" actId="20577"/>
          <ac:spMkLst>
            <pc:docMk/>
            <pc:sldMk cId="623131075" sldId="2727"/>
            <ac:spMk id="4" creationId="{DFE91C0B-C9F8-3FEC-3419-2DE0C6E6DCB8}"/>
          </ac:spMkLst>
        </pc:spChg>
        <pc:spChg chg="mod">
          <ac:chgData name="Xin Luo" userId="82312ee5779919a4" providerId="LiveId" clId="{79234F48-1BB4-064A-81D5-23BC2373ADDA}" dt="2023-11-12T10:45:05.908" v="501" actId="20577"/>
          <ac:spMkLst>
            <pc:docMk/>
            <pc:sldMk cId="623131075" sldId="2727"/>
            <ac:spMk id="17" creationId="{9E05FFCA-3371-AF5C-381D-71D984055F5A}"/>
          </ac:spMkLst>
        </pc:spChg>
      </pc:sldChg>
      <pc:sldChg chg="addSp delSp modSp mod">
        <pc:chgData name="Xin Luo" userId="82312ee5779919a4" providerId="LiveId" clId="{79234F48-1BB4-064A-81D5-23BC2373ADDA}" dt="2023-11-12T11:04:38.280" v="1009" actId="1035"/>
        <pc:sldMkLst>
          <pc:docMk/>
          <pc:sldMk cId="1382737206" sldId="2735"/>
        </pc:sldMkLst>
        <pc:spChg chg="add mod">
          <ac:chgData name="Xin Luo" userId="82312ee5779919a4" providerId="LiveId" clId="{79234F48-1BB4-064A-81D5-23BC2373ADDA}" dt="2023-11-12T10:47:42.911" v="537" actId="207"/>
          <ac:spMkLst>
            <pc:docMk/>
            <pc:sldMk cId="1382737206" sldId="2735"/>
            <ac:spMk id="2" creationId="{36A94F0A-9BCF-0783-70D7-65A53B9C0CC3}"/>
          </ac:spMkLst>
        </pc:spChg>
        <pc:spChg chg="mod">
          <ac:chgData name="Xin Luo" userId="82312ee5779919a4" providerId="LiveId" clId="{79234F48-1BB4-064A-81D5-23BC2373ADDA}" dt="2023-11-12T10:47:11.148" v="529"/>
          <ac:spMkLst>
            <pc:docMk/>
            <pc:sldMk cId="1382737206" sldId="2735"/>
            <ac:spMk id="4" creationId="{DFE91C0B-C9F8-3FEC-3419-2DE0C6E6DCB8}"/>
          </ac:spMkLst>
        </pc:spChg>
        <pc:spChg chg="add mod">
          <ac:chgData name="Xin Luo" userId="82312ee5779919a4" providerId="LiveId" clId="{79234F48-1BB4-064A-81D5-23BC2373ADDA}" dt="2023-11-12T10:49:13.024" v="582" actId="1036"/>
          <ac:spMkLst>
            <pc:docMk/>
            <pc:sldMk cId="1382737206" sldId="2735"/>
            <ac:spMk id="8" creationId="{B922BC94-544E-9C03-7774-A6A5C31A858E}"/>
          </ac:spMkLst>
        </pc:spChg>
        <pc:spChg chg="add mod">
          <ac:chgData name="Xin Luo" userId="82312ee5779919a4" providerId="LiveId" clId="{79234F48-1BB4-064A-81D5-23BC2373ADDA}" dt="2023-11-12T11:04:38.280" v="1009" actId="1035"/>
          <ac:spMkLst>
            <pc:docMk/>
            <pc:sldMk cId="1382737206" sldId="2735"/>
            <ac:spMk id="10" creationId="{A617D2EC-E886-F05D-06BB-4F44EC4E8448}"/>
          </ac:spMkLst>
        </pc:spChg>
        <pc:spChg chg="mod">
          <ac:chgData name="Xin Luo" userId="82312ee5779919a4" providerId="LiveId" clId="{79234F48-1BB4-064A-81D5-23BC2373ADDA}" dt="2023-11-12T10:13:09.041" v="4" actId="20577"/>
          <ac:spMkLst>
            <pc:docMk/>
            <pc:sldMk cId="1382737206" sldId="2735"/>
            <ac:spMk id="37" creationId="{3AF78166-75AC-74B5-C0D9-CAC71F413EF4}"/>
          </ac:spMkLst>
        </pc:spChg>
        <pc:spChg chg="topLvl">
          <ac:chgData name="Xin Luo" userId="82312ee5779919a4" providerId="LiveId" clId="{79234F48-1BB4-064A-81D5-23BC2373ADDA}" dt="2023-11-12T10:47:25.889" v="530" actId="165"/>
          <ac:spMkLst>
            <pc:docMk/>
            <pc:sldMk cId="1382737206" sldId="2735"/>
            <ac:spMk id="41" creationId="{2D07906B-FAF1-117B-E6A7-6D191EC4E883}"/>
          </ac:spMkLst>
        </pc:spChg>
        <pc:grpChg chg="add mod">
          <ac:chgData name="Xin Luo" userId="82312ee5779919a4" providerId="LiveId" clId="{79234F48-1BB4-064A-81D5-23BC2373ADDA}" dt="2023-11-12T11:04:22.418" v="997" actId="1035"/>
          <ac:grpSpMkLst>
            <pc:docMk/>
            <pc:sldMk cId="1382737206" sldId="2735"/>
            <ac:grpSpMk id="12" creationId="{1CD3369D-14E8-EFF9-8B4C-1BB6590169C3}"/>
          </ac:grpSpMkLst>
        </pc:grpChg>
        <pc:grpChg chg="topLvl">
          <ac:chgData name="Xin Luo" userId="82312ee5779919a4" providerId="LiveId" clId="{79234F48-1BB4-064A-81D5-23BC2373ADDA}" dt="2023-11-12T10:47:25.889" v="530" actId="165"/>
          <ac:grpSpMkLst>
            <pc:docMk/>
            <pc:sldMk cId="1382737206" sldId="2735"/>
            <ac:grpSpMk id="38" creationId="{1706D5B6-D65B-D942-309B-39F7DCB1E0D8}"/>
          </ac:grpSpMkLst>
        </pc:grpChg>
        <pc:grpChg chg="del">
          <ac:chgData name="Xin Luo" userId="82312ee5779919a4" providerId="LiveId" clId="{79234F48-1BB4-064A-81D5-23BC2373ADDA}" dt="2023-11-12T10:47:25.889" v="530" actId="165"/>
          <ac:grpSpMkLst>
            <pc:docMk/>
            <pc:sldMk cId="1382737206" sldId="2735"/>
            <ac:grpSpMk id="42" creationId="{3451DAC0-9E36-89C4-18C1-A0826EEC42B1}"/>
          </ac:grpSpMkLst>
        </pc:grpChg>
        <pc:picChg chg="topLvl">
          <ac:chgData name="Xin Luo" userId="82312ee5779919a4" providerId="LiveId" clId="{79234F48-1BB4-064A-81D5-23BC2373ADDA}" dt="2023-11-12T10:47:25.889" v="530" actId="165"/>
          <ac:picMkLst>
            <pc:docMk/>
            <pc:sldMk cId="1382737206" sldId="2735"/>
            <ac:picMk id="40" creationId="{7BAE91F7-A638-70DC-226F-AF9FF51A81EA}"/>
          </ac:picMkLst>
        </pc:picChg>
        <pc:cxnChg chg="add mod">
          <ac:chgData name="Xin Luo" userId="82312ee5779919a4" providerId="LiveId" clId="{79234F48-1BB4-064A-81D5-23BC2373ADDA}" dt="2023-11-12T10:55:49.883" v="584" actId="208"/>
          <ac:cxnSpMkLst>
            <pc:docMk/>
            <pc:sldMk cId="1382737206" sldId="2735"/>
            <ac:cxnSpMk id="6" creationId="{C73A7FF0-C417-B2B7-6C67-466B0FB66050}"/>
          </ac:cxnSpMkLst>
        </pc:cxnChg>
      </pc:sldChg>
      <pc:sldChg chg="modSp add mod ord">
        <pc:chgData name="Xin Luo" userId="82312ee5779919a4" providerId="LiveId" clId="{79234F48-1BB4-064A-81D5-23BC2373ADDA}" dt="2023-11-12T10:45:23.169" v="503" actId="14100"/>
        <pc:sldMkLst>
          <pc:docMk/>
          <pc:sldMk cId="3782770681" sldId="2736"/>
        </pc:sldMkLst>
        <pc:spChg chg="mod">
          <ac:chgData name="Xin Luo" userId="82312ee5779919a4" providerId="LiveId" clId="{79234F48-1BB4-064A-81D5-23BC2373ADDA}" dt="2023-11-12T10:14:33.890" v="79" actId="20577"/>
          <ac:spMkLst>
            <pc:docMk/>
            <pc:sldMk cId="3782770681" sldId="2736"/>
            <ac:spMk id="4" creationId="{DFE91C0B-C9F8-3FEC-3419-2DE0C6E6DCB8}"/>
          </ac:spMkLst>
        </pc:spChg>
        <pc:spChg chg="mod">
          <ac:chgData name="Xin Luo" userId="82312ee5779919a4" providerId="LiveId" clId="{79234F48-1BB4-064A-81D5-23BC2373ADDA}" dt="2023-11-12T10:45:23.169" v="503" actId="14100"/>
          <ac:spMkLst>
            <pc:docMk/>
            <pc:sldMk cId="3782770681" sldId="2736"/>
            <ac:spMk id="17" creationId="{9E05FFCA-3371-AF5C-381D-71D984055F5A}"/>
          </ac:spMkLst>
        </pc:spChg>
      </pc:sldChg>
      <pc:sldChg chg="add del">
        <pc:chgData name="Xin Luo" userId="82312ee5779919a4" providerId="LiveId" clId="{79234F48-1BB4-064A-81D5-23BC2373ADDA}" dt="2023-11-12T10:14:48.939" v="82"/>
        <pc:sldMkLst>
          <pc:docMk/>
          <pc:sldMk cId="3003986440" sldId="2737"/>
        </pc:sldMkLst>
      </pc:sldChg>
    </pc:docChg>
  </pc:docChgLst>
  <pc:docChgLst>
    <pc:chgData name="Xin Luo" userId="82312ee5779919a4" providerId="LiveId" clId="{248C0A6C-0CC4-8B4C-A15B-18A7AE49A707}"/>
    <pc:docChg chg="undo custSel addSld delSld modSld">
      <pc:chgData name="Xin Luo" userId="82312ee5779919a4" providerId="LiveId" clId="{248C0A6C-0CC4-8B4C-A15B-18A7AE49A707}" dt="2023-07-02T13:59:45.690" v="74" actId="20577"/>
      <pc:docMkLst>
        <pc:docMk/>
      </pc:docMkLst>
      <pc:sldChg chg="addSp delSp del mod">
        <pc:chgData name="Xin Luo" userId="82312ee5779919a4" providerId="LiveId" clId="{248C0A6C-0CC4-8B4C-A15B-18A7AE49A707}" dt="2023-07-02T13:12:20.593" v="29" actId="2696"/>
        <pc:sldMkLst>
          <pc:docMk/>
          <pc:sldMk cId="1153920038" sldId="2206"/>
        </pc:sldMkLst>
        <pc:spChg chg="add del">
          <ac:chgData name="Xin Luo" userId="82312ee5779919a4" providerId="LiveId" clId="{248C0A6C-0CC4-8B4C-A15B-18A7AE49A707}" dt="2023-07-02T13:11:56.127" v="1" actId="22"/>
          <ac:spMkLst>
            <pc:docMk/>
            <pc:sldMk cId="1153920038" sldId="2206"/>
            <ac:spMk id="5" creationId="{DF97D6A6-2165-26FA-3166-1D01AFA58A7A}"/>
          </ac:spMkLst>
        </pc:spChg>
      </pc:sldChg>
      <pc:sldChg chg="del">
        <pc:chgData name="Xin Luo" userId="82312ee5779919a4" providerId="LiveId" clId="{248C0A6C-0CC4-8B4C-A15B-18A7AE49A707}" dt="2023-07-02T13:12:28.335" v="46" actId="2696"/>
        <pc:sldMkLst>
          <pc:docMk/>
          <pc:sldMk cId="1576120367" sldId="2387"/>
        </pc:sldMkLst>
      </pc:sldChg>
      <pc:sldChg chg="del">
        <pc:chgData name="Xin Luo" userId="82312ee5779919a4" providerId="LiveId" clId="{248C0A6C-0CC4-8B4C-A15B-18A7AE49A707}" dt="2023-07-02T13:12:28.309" v="36" actId="2696"/>
        <pc:sldMkLst>
          <pc:docMk/>
          <pc:sldMk cId="2415901206" sldId="2447"/>
        </pc:sldMkLst>
      </pc:sldChg>
      <pc:sldChg chg="del">
        <pc:chgData name="Xin Luo" userId="82312ee5779919a4" providerId="LiveId" clId="{248C0A6C-0CC4-8B4C-A15B-18A7AE49A707}" dt="2023-07-02T13:12:28.304" v="34" actId="2696"/>
        <pc:sldMkLst>
          <pc:docMk/>
          <pc:sldMk cId="4067577602" sldId="2605"/>
        </pc:sldMkLst>
      </pc:sldChg>
      <pc:sldChg chg="del">
        <pc:chgData name="Xin Luo" userId="82312ee5779919a4" providerId="LiveId" clId="{248C0A6C-0CC4-8B4C-A15B-18A7AE49A707}" dt="2023-07-02T13:12:28.311" v="37" actId="2696"/>
        <pc:sldMkLst>
          <pc:docMk/>
          <pc:sldMk cId="1602808061" sldId="2707"/>
        </pc:sldMkLst>
      </pc:sldChg>
      <pc:sldChg chg="del">
        <pc:chgData name="Xin Luo" userId="82312ee5779919a4" providerId="LiveId" clId="{248C0A6C-0CC4-8B4C-A15B-18A7AE49A707}" dt="2023-07-02T13:12:28.317" v="39" actId="2696"/>
        <pc:sldMkLst>
          <pc:docMk/>
          <pc:sldMk cId="1658607177" sldId="2708"/>
        </pc:sldMkLst>
      </pc:sldChg>
      <pc:sldChg chg="del">
        <pc:chgData name="Xin Luo" userId="82312ee5779919a4" providerId="LiveId" clId="{248C0A6C-0CC4-8B4C-A15B-18A7AE49A707}" dt="2023-07-02T13:12:28.356" v="49" actId="2696"/>
        <pc:sldMkLst>
          <pc:docMk/>
          <pc:sldMk cId="1257969106" sldId="2709"/>
        </pc:sldMkLst>
      </pc:sldChg>
      <pc:sldChg chg="del">
        <pc:chgData name="Xin Luo" userId="82312ee5779919a4" providerId="LiveId" clId="{248C0A6C-0CC4-8B4C-A15B-18A7AE49A707}" dt="2023-07-02T13:12:28.299" v="32" actId="2696"/>
        <pc:sldMkLst>
          <pc:docMk/>
          <pc:sldMk cId="2744383376" sldId="2711"/>
        </pc:sldMkLst>
      </pc:sldChg>
      <pc:sldChg chg="del">
        <pc:chgData name="Xin Luo" userId="82312ee5779919a4" providerId="LiveId" clId="{248C0A6C-0CC4-8B4C-A15B-18A7AE49A707}" dt="2023-07-02T13:12:28.337" v="47" actId="2696"/>
        <pc:sldMkLst>
          <pc:docMk/>
          <pc:sldMk cId="280619949" sldId="2714"/>
        </pc:sldMkLst>
      </pc:sldChg>
      <pc:sldChg chg="del">
        <pc:chgData name="Xin Luo" userId="82312ee5779919a4" providerId="LiveId" clId="{248C0A6C-0CC4-8B4C-A15B-18A7AE49A707}" dt="2023-07-02T13:12:28.325" v="42" actId="2696"/>
        <pc:sldMkLst>
          <pc:docMk/>
          <pc:sldMk cId="3852391939" sldId="2715"/>
        </pc:sldMkLst>
      </pc:sldChg>
      <pc:sldChg chg="del">
        <pc:chgData name="Xin Luo" userId="82312ee5779919a4" providerId="LiveId" clId="{248C0A6C-0CC4-8B4C-A15B-18A7AE49A707}" dt="2023-07-02T13:12:28.330" v="44" actId="2696"/>
        <pc:sldMkLst>
          <pc:docMk/>
          <pc:sldMk cId="3026715585" sldId="2716"/>
        </pc:sldMkLst>
      </pc:sldChg>
      <pc:sldChg chg="del">
        <pc:chgData name="Xin Luo" userId="82312ee5779919a4" providerId="LiveId" clId="{248C0A6C-0CC4-8B4C-A15B-18A7AE49A707}" dt="2023-07-02T13:12:28.333" v="45" actId="2696"/>
        <pc:sldMkLst>
          <pc:docMk/>
          <pc:sldMk cId="4136986794" sldId="2717"/>
        </pc:sldMkLst>
      </pc:sldChg>
      <pc:sldChg chg="del">
        <pc:chgData name="Xin Luo" userId="82312ee5779919a4" providerId="LiveId" clId="{248C0A6C-0CC4-8B4C-A15B-18A7AE49A707}" dt="2023-07-02T13:12:28.358" v="50" actId="2696"/>
        <pc:sldMkLst>
          <pc:docMk/>
          <pc:sldMk cId="1778017482" sldId="2718"/>
        </pc:sldMkLst>
      </pc:sldChg>
      <pc:sldChg chg="del">
        <pc:chgData name="Xin Luo" userId="82312ee5779919a4" providerId="LiveId" clId="{248C0A6C-0CC4-8B4C-A15B-18A7AE49A707}" dt="2023-07-02T13:12:28.307" v="35" actId="2696"/>
        <pc:sldMkLst>
          <pc:docMk/>
          <pc:sldMk cId="3480831675" sldId="2720"/>
        </pc:sldMkLst>
      </pc:sldChg>
      <pc:sldChg chg="del">
        <pc:chgData name="Xin Luo" userId="82312ee5779919a4" providerId="LiveId" clId="{248C0A6C-0CC4-8B4C-A15B-18A7AE49A707}" dt="2023-07-02T13:12:28.385" v="51" actId="2696"/>
        <pc:sldMkLst>
          <pc:docMk/>
          <pc:sldMk cId="769179569" sldId="2723"/>
        </pc:sldMkLst>
      </pc:sldChg>
      <pc:sldChg chg="del">
        <pc:chgData name="Xin Luo" userId="82312ee5779919a4" providerId="LiveId" clId="{248C0A6C-0CC4-8B4C-A15B-18A7AE49A707}" dt="2023-07-02T13:12:28.314" v="38" actId="2696"/>
        <pc:sldMkLst>
          <pc:docMk/>
          <pc:sldMk cId="57442970" sldId="2725"/>
        </pc:sldMkLst>
      </pc:sldChg>
      <pc:sldChg chg="del">
        <pc:chgData name="Xin Luo" userId="82312ee5779919a4" providerId="LiveId" clId="{248C0A6C-0CC4-8B4C-A15B-18A7AE49A707}" dt="2023-07-02T13:12:28.344" v="48" actId="2696"/>
        <pc:sldMkLst>
          <pc:docMk/>
          <pc:sldMk cId="4114066566" sldId="2726"/>
        </pc:sldMkLst>
      </pc:sldChg>
      <pc:sldChg chg="del">
        <pc:chgData name="Xin Luo" userId="82312ee5779919a4" providerId="LiveId" clId="{248C0A6C-0CC4-8B4C-A15B-18A7AE49A707}" dt="2023-07-02T13:12:28.327" v="43" actId="2696"/>
        <pc:sldMkLst>
          <pc:docMk/>
          <pc:sldMk cId="1683372320" sldId="2728"/>
        </pc:sldMkLst>
      </pc:sldChg>
      <pc:sldChg chg="del">
        <pc:chgData name="Xin Luo" userId="82312ee5779919a4" providerId="LiveId" clId="{248C0A6C-0CC4-8B4C-A15B-18A7AE49A707}" dt="2023-07-02T13:12:28.297" v="31" actId="2696"/>
        <pc:sldMkLst>
          <pc:docMk/>
          <pc:sldMk cId="240261692" sldId="2729"/>
        </pc:sldMkLst>
      </pc:sldChg>
      <pc:sldChg chg="del">
        <pc:chgData name="Xin Luo" userId="82312ee5779919a4" providerId="LiveId" clId="{248C0A6C-0CC4-8B4C-A15B-18A7AE49A707}" dt="2023-07-02T13:12:28.294" v="30" actId="2696"/>
        <pc:sldMkLst>
          <pc:docMk/>
          <pc:sldMk cId="736914780" sldId="2730"/>
        </pc:sldMkLst>
      </pc:sldChg>
      <pc:sldChg chg="del">
        <pc:chgData name="Xin Luo" userId="82312ee5779919a4" providerId="LiveId" clId="{248C0A6C-0CC4-8B4C-A15B-18A7AE49A707}" dt="2023-07-02T13:12:28.320" v="40" actId="2696"/>
        <pc:sldMkLst>
          <pc:docMk/>
          <pc:sldMk cId="3309691984" sldId="2731"/>
        </pc:sldMkLst>
      </pc:sldChg>
      <pc:sldChg chg="del">
        <pc:chgData name="Xin Luo" userId="82312ee5779919a4" providerId="LiveId" clId="{248C0A6C-0CC4-8B4C-A15B-18A7AE49A707}" dt="2023-07-02T13:12:28.322" v="41" actId="2696"/>
        <pc:sldMkLst>
          <pc:docMk/>
          <pc:sldMk cId="1199790559" sldId="2732"/>
        </pc:sldMkLst>
      </pc:sldChg>
      <pc:sldChg chg="del">
        <pc:chgData name="Xin Luo" userId="82312ee5779919a4" providerId="LiveId" clId="{248C0A6C-0CC4-8B4C-A15B-18A7AE49A707}" dt="2023-07-02T13:12:28.302" v="33" actId="2696"/>
        <pc:sldMkLst>
          <pc:docMk/>
          <pc:sldMk cId="3625541778" sldId="2733"/>
        </pc:sldMkLst>
      </pc:sldChg>
      <pc:sldChg chg="modSp add del mod setBg">
        <pc:chgData name="Xin Luo" userId="82312ee5779919a4" providerId="LiveId" clId="{248C0A6C-0CC4-8B4C-A15B-18A7AE49A707}" dt="2023-07-02T13:59:45.690" v="74" actId="20577"/>
        <pc:sldMkLst>
          <pc:docMk/>
          <pc:sldMk cId="2241021106" sldId="2734"/>
        </pc:sldMkLst>
        <pc:spChg chg="mod">
          <ac:chgData name="Xin Luo" userId="82312ee5779919a4" providerId="LiveId" clId="{248C0A6C-0CC4-8B4C-A15B-18A7AE49A707}" dt="2023-07-02T13:59:45.690" v="74" actId="20577"/>
          <ac:spMkLst>
            <pc:docMk/>
            <pc:sldMk cId="2241021106" sldId="2734"/>
            <ac:spMk id="24" creationId="{00000000-0000-0000-0000-000000000000}"/>
          </ac:spMkLst>
        </pc:spChg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  <pc:spChg chg="add del mod">
          <ac:chgData name="Xin Luo" userId="82312ee5779919a4" providerId="LiveId" clId="{4DB6C473-8E57-A543-81F7-48BE109E8C13}" dt="2023-02-21T05:44:22.831" v="2010"/>
          <ac:spMkLst>
            <pc:docMk/>
            <pc:sldMk cId="1576120367" sldId="2387"/>
            <ac:spMk id="4" creationId="{14071939-13A8-68AD-CF24-E66618C9CB95}"/>
          </ac:spMkLst>
        </pc:spChg>
        <pc:spChg chg="add del">
          <ac:chgData name="Xin Luo" userId="82312ee5779919a4" providerId="LiveId" clId="{4DB6C473-8E57-A543-81F7-48BE109E8C13}" dt="2023-02-21T05:42:59.400" v="1996" actId="478"/>
          <ac:spMkLst>
            <pc:docMk/>
            <pc:sldMk cId="1576120367" sldId="2387"/>
            <ac:spMk id="6" creationId="{00000000-0000-0000-0000-000000000000}"/>
          </ac:spMkLst>
        </pc:spChg>
        <pc:spChg chg="del">
          <ac:chgData name="Xin Luo" userId="82312ee5779919a4" providerId="LiveId" clId="{4DB6C473-8E57-A543-81F7-48BE109E8C13}" dt="2023-02-21T05:42:53.918" v="1994" actId="478"/>
          <ac:spMkLst>
            <pc:docMk/>
            <pc:sldMk cId="1576120367" sldId="2387"/>
            <ac:spMk id="7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5:46:39.935" v="2038" actId="478"/>
          <ac:spMkLst>
            <pc:docMk/>
            <pc:sldMk cId="1576120367" sldId="2387"/>
            <ac:spMk id="8" creationId="{5795B555-5780-95D6-6939-E2A2F840CEDB}"/>
          </ac:spMkLst>
        </pc:spChg>
        <pc:spChg chg="add del 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0" creationId="{00000000-0000-0000-0000-000000000000}"/>
          </ac:spMkLst>
        </pc:spChg>
        <pc:spChg chg="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6" creationId="{00000000-0000-0000-0000-000000000000}"/>
          </ac:spMkLst>
        </pc:spChg>
        <pc:grpChg chg="add del mod">
          <ac:chgData name="Xin Luo" userId="82312ee5779919a4" providerId="LiveId" clId="{4DB6C473-8E57-A543-81F7-48BE109E8C13}" dt="2023-02-21T08:54:26.670" v="3594" actId="478"/>
          <ac:grpSpMkLst>
            <pc:docMk/>
            <pc:sldMk cId="1576120367" sldId="2387"/>
            <ac:grpSpMk id="2" creationId="{390AEDC4-AC8C-713C-F926-259F989CB162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3" creationId="{12ED16A1-79B8-7DB1-1CC1-250B051BAD58}"/>
          </ac:grpSpMkLst>
        </pc:grpChg>
        <pc:grpChg chg="add del mod">
          <ac:chgData name="Xin Luo" userId="82312ee5779919a4" providerId="LiveId" clId="{4DB6C473-8E57-A543-81F7-48BE109E8C13}" dt="2023-02-21T05:45:51.755" v="2019" actId="165"/>
          <ac:grpSpMkLst>
            <pc:docMk/>
            <pc:sldMk cId="1576120367" sldId="2387"/>
            <ac:grpSpMk id="5" creationId="{8F30E2E3-F8BB-EDF1-8726-1256D1547BF7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  <pc:spChg chg="mod">
          <ac:chgData name="Xin Luo" userId="82312ee5779919a4" providerId="LiveId" clId="{4DB6C473-8E57-A543-81F7-48BE109E8C13}" dt="2023-02-21T03:26:36.249" v="1977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  <pc:spChg chg="mod">
          <ac:chgData name="Xin Luo" userId="82312ee5779919a4" providerId="LiveId" clId="{4DB6C473-8E57-A543-81F7-48BE109E8C13}" dt="2023-02-21T07:23:56.843" v="3356" actId="20577"/>
          <ac:spMkLst>
            <pc:docMk/>
            <pc:sldMk cId="4067577602" sldId="260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3:26:50.232" v="1984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7:21:29.220" v="3297"/>
          <ac:spMkLst>
            <pc:docMk/>
            <pc:sldMk cId="4067577602" sldId="2605"/>
            <ac:spMk id="4" creationId="{6043EA4A-1AB3-028D-434C-C16CE58B3A2A}"/>
          </ac:spMkLst>
        </pc:spChg>
        <pc:spChg chg="add mod">
          <ac:chgData name="Xin Luo" userId="82312ee5779919a4" providerId="LiveId" clId="{4DB6C473-8E57-A543-81F7-48BE109E8C13}" dt="2023-02-21T07:23:29.335" v="3346" actId="1076"/>
          <ac:spMkLst>
            <pc:docMk/>
            <pc:sldMk cId="4067577602" sldId="2605"/>
            <ac:spMk id="5" creationId="{8CB3051E-1455-F2D6-027A-C359D1264B18}"/>
          </ac:spMkLst>
        </pc:spChg>
        <pc:spChg chg="del">
          <ac:chgData name="Xin Luo" userId="82312ee5779919a4" providerId="LiveId" clId="{4DB6C473-8E57-A543-81F7-48BE109E8C13}" dt="2023-02-21T05:48:10.681" v="2114" actId="478"/>
          <ac:spMkLst>
            <pc:docMk/>
            <pc:sldMk cId="4067577602" sldId="26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7:11:29.463" v="3277" actId="2710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5:48:06.479" v="2112" actId="478"/>
          <ac:picMkLst>
            <pc:docMk/>
            <pc:sldMk cId="4067577602" sldId="26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5:48:08.245" v="2113" actId="478"/>
          <ac:picMkLst>
            <pc:docMk/>
            <pc:sldMk cId="4067577602" sldId="2605"/>
            <ac:picMk id="14" creationId="{0637D38F-D0BE-5E7D-7891-2D7FAA4B4ED9}"/>
          </ac:picMkLst>
        </pc:picChg>
        <pc:picChg chg="add mod">
          <ac:chgData name="Xin Luo" userId="82312ee5779919a4" providerId="LiveId" clId="{4DB6C473-8E57-A543-81F7-48BE109E8C13}" dt="2023-02-21T07:23:29.335" v="3346" actId="1076"/>
          <ac:picMkLst>
            <pc:docMk/>
            <pc:sldMk cId="4067577602" sldId="2605"/>
            <ac:picMk id="1026" creationId="{9270A6EE-B03E-77C5-630F-E811251395A0}"/>
          </ac:picMkLst>
        </pc:picChg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  <pc:spChg chg="mod">
          <ac:chgData name="Xin Luo" userId="82312ee5779919a4" providerId="LiveId" clId="{4DB6C473-8E57-A543-81F7-48BE109E8C13}" dt="2023-02-21T03:04:15.029" v="17" actId="20577"/>
          <ac:spMkLst>
            <pc:docMk/>
            <pc:sldMk cId="2688334957" sldId="2705"/>
            <ac:spMk id="2" creationId="{631AADB6-C88A-D817-4683-FC087E4E240F}"/>
          </ac:spMkLst>
        </pc:spChg>
        <pc:spChg chg="del">
          <ac:chgData name="Xin Luo" userId="82312ee5779919a4" providerId="LiveId" clId="{4DB6C473-8E57-A543-81F7-48BE109E8C13}" dt="2023-02-21T03:04:17.351" v="18" actId="478"/>
          <ac:spMkLst>
            <pc:docMk/>
            <pc:sldMk cId="2688334957" sldId="27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5:54:53.172" v="2328" actId="113"/>
          <ac:spMkLst>
            <pc:docMk/>
            <pc:sldMk cId="2688334957" sldId="27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3:04:18.544" v="20" actId="478"/>
          <ac:picMkLst>
            <pc:docMk/>
            <pc:sldMk cId="2688334957" sldId="27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3:04:17.947" v="19" actId="478"/>
          <ac:picMkLst>
            <pc:docMk/>
            <pc:sldMk cId="2688334957" sldId="2705"/>
            <ac:picMk id="14" creationId="{0637D38F-D0BE-5E7D-7891-2D7FAA4B4ED9}"/>
          </ac:picMkLst>
        </pc:picChg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3" creationId="{00000000-0000-0000-0000-000000000000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17" creationId="{9E05FFCA-3371-AF5C-381D-71D984055F5A}"/>
          </ac:spMkLst>
        </pc:spChg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  <pc:spChg chg="mod">
          <ac:chgData name="Xin Luo" userId="82312ee5779919a4" providerId="LiveId" clId="{4DB6C473-8E57-A543-81F7-48BE109E8C13}" dt="2023-02-21T03:16:48.798" v="1289" actId="20577"/>
          <ac:spMkLst>
            <pc:docMk/>
            <pc:sldMk cId="1602808061" sldId="2707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00:27.005" v="2362" actId="113"/>
          <ac:spMkLst>
            <pc:docMk/>
            <pc:sldMk cId="1602808061" sldId="2707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  <pc:spChg chg="add mod">
          <ac:chgData name="Xin Luo" userId="82312ee5779919a4" providerId="LiveId" clId="{4DB6C473-8E57-A543-81F7-48BE109E8C13}" dt="2023-02-21T03:24:12.660" v="1798" actId="20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4DB6C473-8E57-A543-81F7-48BE109E8C13}" dt="2023-02-21T03:22:03.139" v="1731" actId="20577"/>
          <ac:spMkLst>
            <pc:docMk/>
            <pc:sldMk cId="1658607177" sldId="2708"/>
            <ac:spMk id="24" creationId="{00000000-0000-0000-0000-000000000000}"/>
          </ac:spMkLst>
        </pc:spChg>
        <pc:picChg chg="mod">
          <ac:chgData name="Xin Luo" userId="82312ee5779919a4" providerId="LiveId" clId="{4DB6C473-8E57-A543-81F7-48BE109E8C13}" dt="2023-02-21T03:23:29.344" v="1786" actId="1076"/>
          <ac:picMkLst>
            <pc:docMk/>
            <pc:sldMk cId="1658607177" sldId="2708"/>
            <ac:picMk id="4" creationId="{C5A20417-E7CA-C285-EB98-9BD26873E83E}"/>
          </ac:picMkLst>
        </pc:picChg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  <pc:spChg chg="mod">
          <ac:chgData name="Xin Luo" userId="82312ee5779919a4" providerId="LiveId" clId="{4DB6C473-8E57-A543-81F7-48BE109E8C13}" dt="2023-02-21T05:47:38.868" v="2080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  <pc:spChg chg="mod">
          <ac:chgData name="Xin Luo" userId="82312ee5779919a4" providerId="LiveId" clId="{4DB6C473-8E57-A543-81F7-48BE109E8C13}" dt="2023-02-21T05:47:46.587" v="2093" actId="20577"/>
          <ac:spMkLst>
            <pc:docMk/>
            <pc:sldMk cId="4096743637" sldId="2710"/>
            <ac:spMk id="7" creationId="{00000000-0000-0000-0000-000000000000}"/>
          </ac:spMkLst>
        </pc:spChg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  <pc:spChg chg="mod">
          <ac:chgData name="Xin Luo" userId="82312ee5779919a4" providerId="LiveId" clId="{4DB6C473-8E57-A543-81F7-48BE109E8C13}" dt="2023-02-21T07:01:42.969" v="3272" actId="20577"/>
          <ac:spMkLst>
            <pc:docMk/>
            <pc:sldMk cId="2744383376" sldId="2711"/>
            <ac:spMk id="2" creationId="{631AADB6-C88A-D817-4683-FC087E4E240F}"/>
          </ac:spMkLst>
        </pc:spChg>
        <pc:spChg chg="add del">
          <ac:chgData name="Xin Luo" userId="82312ee5779919a4" providerId="LiveId" clId="{4DB6C473-8E57-A543-81F7-48BE109E8C13}" dt="2023-02-21T06:08:19.635" v="2522" actId="22"/>
          <ac:spMkLst>
            <pc:docMk/>
            <pc:sldMk cId="2744383376" sldId="2711"/>
            <ac:spMk id="5" creationId="{9005BDE5-6349-121C-B95F-5D695486765F}"/>
          </ac:spMkLst>
        </pc:spChg>
        <pc:spChg chg="add del mod">
          <ac:chgData name="Xin Luo" userId="82312ee5779919a4" providerId="LiveId" clId="{4DB6C473-8E57-A543-81F7-48BE109E8C13}" dt="2023-02-21T06:36:09.199" v="3158" actId="478"/>
          <ac:spMkLst>
            <pc:docMk/>
            <pc:sldMk cId="2744383376" sldId="2711"/>
            <ac:spMk id="7" creationId="{508CFB8D-1428-2D03-7C0B-F181DD0AC3B0}"/>
          </ac:spMkLst>
        </pc:spChg>
        <pc:spChg chg="add del mod">
          <ac:chgData name="Xin Luo" userId="82312ee5779919a4" providerId="LiveId" clId="{4DB6C473-8E57-A543-81F7-48BE109E8C13}" dt="2023-02-21T06:35:09.270" v="3110" actId="478"/>
          <ac:spMkLst>
            <pc:docMk/>
            <pc:sldMk cId="2744383376" sldId="2711"/>
            <ac:spMk id="8" creationId="{FE049113-DA9A-B499-A9F7-CE696334739C}"/>
          </ac:spMkLst>
        </pc:spChg>
        <pc:spChg chg="add del">
          <ac:chgData name="Xin Luo" userId="82312ee5779919a4" providerId="LiveId" clId="{4DB6C473-8E57-A543-81F7-48BE109E8C13}" dt="2023-02-21T06:24:41.792" v="2925" actId="22"/>
          <ac:spMkLst>
            <pc:docMk/>
            <pc:sldMk cId="2744383376" sldId="2711"/>
            <ac:spMk id="10" creationId="{2A70B923-8B0E-BFB6-100F-07B5471C1335}"/>
          </ac:spMkLst>
        </pc:spChg>
        <pc:spChg chg="add del mod">
          <ac:chgData name="Xin Luo" userId="82312ee5779919a4" providerId="LiveId" clId="{4DB6C473-8E57-A543-81F7-48BE109E8C13}" dt="2023-02-21T06:36:24.547" v="3163" actId="478"/>
          <ac:spMkLst>
            <pc:docMk/>
            <pc:sldMk cId="2744383376" sldId="2711"/>
            <ac:spMk id="12" creationId="{7AC7943F-2EEF-E2BC-7188-7457E9CCE47B}"/>
          </ac:spMkLst>
        </pc:spChg>
        <pc:spChg chg="add del mod">
          <ac:chgData name="Xin Luo" userId="82312ee5779919a4" providerId="LiveId" clId="{4DB6C473-8E57-A543-81F7-48BE109E8C13}" dt="2023-02-21T06:36:21.741" v="3162" actId="478"/>
          <ac:spMkLst>
            <pc:docMk/>
            <pc:sldMk cId="2744383376" sldId="2711"/>
            <ac:spMk id="13" creationId="{4D3246D5-B603-994F-3AE4-6B8ADC01AFBD}"/>
          </ac:spMkLst>
        </pc:spChg>
        <pc:spChg chg="add del mod">
          <ac:chgData name="Xin Luo" userId="82312ee5779919a4" providerId="LiveId" clId="{4DB6C473-8E57-A543-81F7-48BE109E8C13}" dt="2023-02-21T06:34:25.015" v="3081" actId="478"/>
          <ac:spMkLst>
            <pc:docMk/>
            <pc:sldMk cId="2744383376" sldId="2711"/>
            <ac:spMk id="15" creationId="{E4EF7755-FC04-518B-64D9-6CC2D64CFD40}"/>
          </ac:spMkLst>
        </pc:spChg>
        <pc:spChg chg="mod">
          <ac:chgData name="Xin Luo" userId="82312ee5779919a4" providerId="LiveId" clId="{4DB6C473-8E57-A543-81F7-48BE109E8C13}" dt="2023-02-21T15:07:43.844" v="5615" actId="1038"/>
          <ac:spMkLst>
            <pc:docMk/>
            <pc:sldMk cId="2744383376" sldId="2711"/>
            <ac:spMk id="17" creationId="{9E05FFCA-3371-AF5C-381D-71D984055F5A}"/>
          </ac:spMkLst>
        </pc:spChg>
        <pc:spChg chg="add mod">
          <ac:chgData name="Xin Luo" userId="82312ee5779919a4" providerId="LiveId" clId="{4DB6C473-8E57-A543-81F7-48BE109E8C13}" dt="2023-02-21T15:08:47.651" v="5619" actId="113"/>
          <ac:spMkLst>
            <pc:docMk/>
            <pc:sldMk cId="2744383376" sldId="2711"/>
            <ac:spMk id="18" creationId="{9D310AF3-A081-4032-01C0-C288D4F7AC53}"/>
          </ac:spMkLst>
        </pc:spChg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  <pc:spChg chg="mod">
          <ac:chgData name="Xin Luo" userId="82312ee5779919a4" providerId="LiveId" clId="{4DB6C473-8E57-A543-81F7-48BE109E8C13}" dt="2023-02-21T07:01:48.402" v="3274" actId="20577"/>
          <ac:spMkLst>
            <pc:docMk/>
            <pc:sldMk cId="1581220802" sldId="2712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58:28.109" v="3222" actId="20577"/>
          <ac:spMkLst>
            <pc:docMk/>
            <pc:sldMk cId="1581220802" sldId="2712"/>
            <ac:spMk id="3" creationId="{00000000-0000-0000-0000-000000000000}"/>
          </ac:spMkLst>
        </pc:spChg>
        <pc:spChg chg="del mod">
          <ac:chgData name="Xin Luo" userId="82312ee5779919a4" providerId="LiveId" clId="{4DB6C473-8E57-A543-81F7-48BE109E8C13}" dt="2023-02-21T07:24:25.709" v="3365"/>
          <ac:spMkLst>
            <pc:docMk/>
            <pc:sldMk cId="1581220802" sldId="2712"/>
            <ac:spMk id="17" creationId="{9E05FFCA-3371-AF5C-381D-71D984055F5A}"/>
          </ac:spMkLst>
        </pc:spChg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  <pc:spChg chg="mod">
          <ac:chgData name="Xin Luo" userId="82312ee5779919a4" providerId="LiveId" clId="{4DB6C473-8E57-A543-81F7-48BE109E8C13}" dt="2023-02-21T06:15:05.106" v="2898" actId="20577"/>
          <ac:spMkLst>
            <pc:docMk/>
            <pc:sldMk cId="2395170792" sldId="2713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  <pc:spChg chg="mod">
          <ac:chgData name="Xin Luo" userId="82312ee5779919a4" providerId="LiveId" clId="{4DB6C473-8E57-A543-81F7-48BE109E8C13}" dt="2023-02-21T07:23:52.393" v="3353" actId="20577"/>
          <ac:spMkLst>
            <pc:docMk/>
            <pc:sldMk cId="280619949" sldId="2714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13:49.998" v="3283" actId="404"/>
          <ac:spMkLst>
            <pc:docMk/>
            <pc:sldMk cId="280619949" sldId="2714"/>
            <ac:spMk id="17" creationId="{9E05FFCA-3371-AF5C-381D-71D984055F5A}"/>
          </ac:spMkLst>
        </pc:spChg>
        <pc:picChg chg="add mod">
          <ac:chgData name="Xin Luo" userId="82312ee5779919a4" providerId="LiveId" clId="{4DB6C473-8E57-A543-81F7-48BE109E8C13}" dt="2023-02-21T07:23:39.455" v="3348" actId="14100"/>
          <ac:picMkLst>
            <pc:docMk/>
            <pc:sldMk cId="280619949" sldId="2714"/>
            <ac:picMk id="5" creationId="{0604E948-208D-161C-F579-7EA72A1F42DC}"/>
          </ac:picMkLst>
        </pc:picChg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  <pc:spChg chg="mod">
          <ac:chgData name="Xin Luo" userId="82312ee5779919a4" providerId="LiveId" clId="{4DB6C473-8E57-A543-81F7-48BE109E8C13}" dt="2023-02-21T13:06:48.362" v="4245" actId="20577"/>
          <ac:spMkLst>
            <pc:docMk/>
            <pc:sldMk cId="3852391939" sldId="271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43:23.802" v="3522" actId="20577"/>
          <ac:spMkLst>
            <pc:docMk/>
            <pc:sldMk cId="3852391939" sldId="2715"/>
            <ac:spMk id="3" creationId="{00000000-0000-0000-0000-000000000000}"/>
          </ac:spMkLst>
        </pc:spChg>
        <pc:spChg chg="add mod">
          <ac:chgData name="Xin Luo" userId="82312ee5779919a4" providerId="LiveId" clId="{4DB6C473-8E57-A543-81F7-48BE109E8C13}" dt="2023-02-21T13:41:38.670" v="4903" actId="20577"/>
          <ac:spMkLst>
            <pc:docMk/>
            <pc:sldMk cId="3852391939" sldId="2715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7:35.461" v="4912" actId="1076"/>
          <ac:picMkLst>
            <pc:docMk/>
            <pc:sldMk cId="3852391939" sldId="2715"/>
            <ac:picMk id="2050" creationId="{8F8FBDFD-CF37-F4FE-58FA-9350A0CDABC7}"/>
          </ac:picMkLst>
        </pc:picChg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  <pc:spChg chg="mod">
          <ac:chgData name="Xin Luo" userId="82312ee5779919a4" providerId="LiveId" clId="{4DB6C473-8E57-A543-81F7-48BE109E8C13}" dt="2023-02-21T07:27:17.840" v="3401" actId="20577"/>
          <ac:spMkLst>
            <pc:docMk/>
            <pc:sldMk cId="3026715585" sldId="2716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3:15:30.678" v="4562" actId="1035"/>
          <ac:spMkLst>
            <pc:docMk/>
            <pc:sldMk cId="3026715585" sldId="2716"/>
            <ac:spMk id="4" creationId="{B31A8325-31D8-6F06-6D89-E39763C56875}"/>
          </ac:spMkLst>
        </pc:spChg>
        <pc:spChg chg="mod">
          <ac:chgData name="Xin Luo" userId="82312ee5779919a4" providerId="LiveId" clId="{4DB6C473-8E57-A543-81F7-48BE109E8C13}" dt="2023-02-21T12:48:49.893" v="4206" actId="1076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  <pc:spChg chg="mod">
          <ac:chgData name="Xin Luo" userId="82312ee5779919a4" providerId="LiveId" clId="{4DB6C473-8E57-A543-81F7-48BE109E8C13}" dt="2023-02-21T13:48:32.535" v="4933" actId="1035"/>
          <ac:spMkLst>
            <pc:docMk/>
            <pc:sldMk cId="4136986794" sldId="2717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8:38.001" v="4936" actId="1076"/>
          <ac:picMkLst>
            <pc:docMk/>
            <pc:sldMk cId="4136986794" sldId="2717"/>
            <ac:picMk id="6" creationId="{2260B411-AFF0-1E09-142B-45C9F88562F7}"/>
          </ac:picMkLst>
        </pc:picChg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  <pc:spChg chg="mod">
          <ac:chgData name="Xin Luo" userId="82312ee5779919a4" providerId="LiveId" clId="{4DB6C473-8E57-A543-81F7-48BE109E8C13}" dt="2023-02-21T14:08:07.366" v="5145" actId="1035"/>
          <ac:spMkLst>
            <pc:docMk/>
            <pc:sldMk cId="1778017482" sldId="2718"/>
            <ac:spMk id="5" creationId="{FCD10A89-5E0E-5D73-1D4F-9E11D943B29C}"/>
          </ac:spMkLst>
        </pc:spChg>
        <pc:picChg chg="del">
          <ac:chgData name="Xin Luo" userId="82312ee5779919a4" providerId="LiveId" clId="{4DB6C473-8E57-A543-81F7-48BE109E8C13}" dt="2023-02-21T13:48:49.937" v="4938" actId="478"/>
          <ac:picMkLst>
            <pc:docMk/>
            <pc:sldMk cId="1778017482" sldId="2718"/>
            <ac:picMk id="6" creationId="{2260B411-AFF0-1E09-142B-45C9F88562F7}"/>
          </ac:picMkLst>
        </pc:picChg>
        <pc:picChg chg="add mod">
          <ac:chgData name="Xin Luo" userId="82312ee5779919a4" providerId="LiveId" clId="{4DB6C473-8E57-A543-81F7-48BE109E8C13}" dt="2023-02-21T14:08:09.514" v="5152" actId="1035"/>
          <ac:picMkLst>
            <pc:docMk/>
            <pc:sldMk cId="1778017482" sldId="2718"/>
            <ac:picMk id="3074" creationId="{3E8CF22C-6E5D-0AAE-1F79-795E8B77EEF7}"/>
          </ac:picMkLst>
        </pc:picChg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  <pc:spChg chg="mod">
          <ac:chgData name="Xin Luo" userId="82312ee5779919a4" providerId="LiveId" clId="{4DB6C473-8E57-A543-81F7-48BE109E8C13}" dt="2023-02-21T14:49:05.255" v="5311" actId="1076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15:10:04.498" v="5724" actId="108"/>
          <ac:spMkLst>
            <pc:docMk/>
            <pc:sldMk cId="1858913004" sldId="2719"/>
            <ac:spMk id="5" creationId="{FCD10A89-5E0E-5D73-1D4F-9E11D943B29C}"/>
          </ac:spMkLst>
        </pc:spChg>
        <pc:spChg chg="del">
          <ac:chgData name="Xin Luo" userId="82312ee5779919a4" providerId="LiveId" clId="{4DB6C473-8E57-A543-81F7-48BE109E8C13}" dt="2023-02-21T14:48:56.090" v="5307" actId="478"/>
          <ac:spMkLst>
            <pc:docMk/>
            <pc:sldMk cId="1858913004" sldId="2719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14:47:16.549" v="5154" actId="478"/>
          <ac:picMkLst>
            <pc:docMk/>
            <pc:sldMk cId="1858913004" sldId="2719"/>
            <ac:picMk id="3074" creationId="{3E8CF22C-6E5D-0AAE-1F79-795E8B77EEF7}"/>
          </ac:picMkLst>
        </pc:picChg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  <pc:spChg chg="mod">
          <ac:chgData name="Xin Luo" userId="82312ee5779919a4" providerId="LiveId" clId="{4DB6C473-8E57-A543-81F7-48BE109E8C13}" dt="2023-02-21T14:58:21.259" v="5529" actId="1035"/>
          <ac:spMkLst>
            <pc:docMk/>
            <pc:sldMk cId="3480831675" sldId="2720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4" creationId="{58EE51E5-8ACA-984C-6E8D-F8AA658223AD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5" creationId="{7F4897FB-F086-F339-A15F-A899143C7919}"/>
          </ac:spMkLst>
        </pc:spChg>
        <pc:spChg chg="add mod">
          <ac:chgData name="Xin Luo" userId="82312ee5779919a4" providerId="LiveId" clId="{4DB6C473-8E57-A543-81F7-48BE109E8C13}" dt="2023-02-21T15:06:20.559" v="5576" actId="962"/>
          <ac:spMkLst>
            <pc:docMk/>
            <pc:sldMk cId="3480831675" sldId="2720"/>
            <ac:spMk id="6" creationId="{7ED1482E-3610-E252-0E80-41B202D30E30}"/>
          </ac:spMkLst>
        </pc:spChg>
        <pc:spChg chg="del">
          <ac:chgData name="Xin Luo" userId="82312ee5779919a4" providerId="LiveId" clId="{4DB6C473-8E57-A543-81F7-48BE109E8C13}" dt="2023-02-21T14:51:13.253" v="5388" actId="478"/>
          <ac:spMkLst>
            <pc:docMk/>
            <pc:sldMk cId="3480831675" sldId="2720"/>
            <ac:spMk id="17" creationId="{9E05FFCA-3371-AF5C-381D-71D984055F5A}"/>
          </ac:spMkLst>
        </pc:spChg>
        <pc:spChg chg="del">
          <ac:chgData name="Xin Luo" userId="82312ee5779919a4" providerId="LiveId" clId="{4DB6C473-8E57-A543-81F7-48BE109E8C13}" dt="2023-02-21T14:51:18.075" v="5389" actId="478"/>
          <ac:spMkLst>
            <pc:docMk/>
            <pc:sldMk cId="3480831675" sldId="2720"/>
            <ac:spMk id="18" creationId="{9D310AF3-A081-4032-01C0-C288D4F7AC53}"/>
          </ac:spMkLst>
        </pc:spChg>
        <pc:picChg chg="add del mod">
          <ac:chgData name="Xin Luo" userId="82312ee5779919a4" providerId="LiveId" clId="{4DB6C473-8E57-A543-81F7-48BE109E8C13}" dt="2023-02-21T14:53:26.825" v="5442" actId="478"/>
          <ac:picMkLst>
            <pc:docMk/>
            <pc:sldMk cId="3480831675" sldId="2720"/>
            <ac:picMk id="5122" creationId="{379580DC-45F0-D6EF-6EA0-1FB906F02465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4" creationId="{D17BE6F3-1008-2FC6-54D2-736C673B73E8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6" creationId="{EBB0C876-4E86-C2ED-5EE6-3B2BD26768B9}"/>
          </ac:picMkLst>
        </pc:picChg>
        <pc:picChg chg="add mod">
          <ac:chgData name="Xin Luo" userId="82312ee5779919a4" providerId="LiveId" clId="{4DB6C473-8E57-A543-81F7-48BE109E8C13}" dt="2023-02-21T14:58:48.813" v="5569" actId="404"/>
          <ac:picMkLst>
            <pc:docMk/>
            <pc:sldMk cId="3480831675" sldId="2720"/>
            <ac:picMk id="5128" creationId="{59C29F54-F731-6EBD-ECA9-847BE3563121}"/>
          </ac:picMkLst>
        </pc:picChg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4" creationId="{58EE51E5-8ACA-984C-6E8D-F8AA658223AD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5" creationId="{7F4897FB-F086-F339-A15F-A899143C7919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6" creationId="{7ED1482E-3610-E252-0E80-41B202D30E30}"/>
          </ac:spMkLst>
        </pc:spChg>
        <pc:spChg chg="add mod">
          <ac:chgData name="Xin Luo" userId="82312ee5779919a4" providerId="LiveId" clId="{4DB6C473-8E57-A543-81F7-48BE109E8C13}" dt="2023-02-21T15:06:36.607" v="5598" actId="1076"/>
          <ac:spMkLst>
            <pc:docMk/>
            <pc:sldMk cId="1410676903" sldId="2721"/>
            <ac:spMk id="9" creationId="{D5E43916-6543-2664-EE40-07ABFFB01F26}"/>
          </ac:spMkLst>
        </pc:spChg>
        <pc:picChg chg="add mod">
          <ac:chgData name="Xin Luo" userId="82312ee5779919a4" providerId="LiveId" clId="{4DB6C473-8E57-A543-81F7-48BE109E8C13}" dt="2023-02-21T15:06:20.558" v="5575" actId="27614"/>
          <ac:picMkLst>
            <pc:docMk/>
            <pc:sldMk cId="1410676903" sldId="2721"/>
            <ac:picMk id="8" creationId="{BA45F6EA-D51F-F9F8-F33E-5E3217612D76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4" creationId="{D17BE6F3-1008-2FC6-54D2-736C673B73E8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6" creationId="{EBB0C876-4E86-C2ED-5EE6-3B2BD26768B9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8" creationId="{59C29F54-F731-6EBD-ECA9-847BE3563121}"/>
          </ac:picMkLst>
        </pc:picChg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3775" y="768350"/>
            <a:ext cx="51165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64741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07606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37439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27442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20846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9144000" cy="26654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1828800" y="1828800"/>
            <a:ext cx="69342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572000"/>
            <a:ext cx="69342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87338" y="981075"/>
            <a:ext cx="77724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87338" y="981075"/>
            <a:ext cx="77724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858000" y="-26988"/>
            <a:ext cx="2286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67056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9144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9144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685800" y="981075"/>
            <a:ext cx="77724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9144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9144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982264" y="6467404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9144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8526"/>
            <a:ext cx="802481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25438" y="1087438"/>
            <a:ext cx="4027487" cy="2270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05325" y="1087438"/>
            <a:ext cx="4027488" cy="2270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07163" y="115888"/>
            <a:ext cx="2168525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115888"/>
            <a:ext cx="6354763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4513516" y="-3740963"/>
            <a:ext cx="72000" cy="9099032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8530149" y="230704"/>
            <a:ext cx="72000" cy="1155701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2413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8"/>
            <a:ext cx="8675688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5438" y="1087438"/>
            <a:ext cx="8207375" cy="2270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2450" y="6499225"/>
            <a:ext cx="21336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319693" y="1685331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星载</a:t>
            </a: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微软雅黑"/>
                <a:ea typeface="微软雅黑"/>
              </a:rPr>
              <a:t>雷达测高数据处理</a:t>
            </a:r>
            <a:endParaRPr kumimoji="0" lang="zh-CN" altLang="zh-CN" sz="4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53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/>
                <a:ea typeface="微软雅黑"/>
                <a:cs typeface="微软雅黑" charset="0"/>
              </a:rPr>
              <a:t>罗 新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792000" y="3614404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307818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邮箱</a:t>
            </a:r>
            <a:r>
              <a:rPr kumimoji="0" lang="en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: xinluo_xin@ynu.edu.cn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地址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：地球科学学院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1327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办公室</a:t>
            </a:r>
            <a:endParaRPr kumimoji="0" lang="en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628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261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BF8A9A-03FE-2516-7E19-C8FD65DBFB0D}"/>
              </a:ext>
            </a:extLst>
          </p:cNvPr>
          <p:cNvSpPr txBox="1"/>
          <p:nvPr/>
        </p:nvSpPr>
        <p:spPr>
          <a:xfrm>
            <a:off x="5305926" y="391031"/>
            <a:ext cx="35149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N" sz="2000" b="1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charset="0"/>
                <a:ea typeface="宋体" charset="0"/>
              </a:rPr>
              <a:t>卫星测高原理及应用课程</a:t>
            </a:r>
          </a:p>
        </p:txBody>
      </p:sp>
    </p:spTree>
    <p:extLst>
      <p:ext uri="{BB962C8B-B14F-4D97-AF65-F5344CB8AC3E}">
        <p14:creationId xmlns:p14="http://schemas.microsoft.com/office/powerpoint/2010/main" val="224102110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>
                <a:latin typeface="+mn-ea"/>
              </a:rPr>
              <a:t>一、课程简介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E05FFCA-3371-AF5C-381D-71D984055F5A}"/>
                  </a:ext>
                </a:extLst>
              </p:cNvPr>
              <p:cNvSpPr txBox="1"/>
              <p:nvPr/>
            </p:nvSpPr>
            <p:spPr>
              <a:xfrm>
                <a:off x="201376" y="1949692"/>
                <a:ext cx="5042419" cy="43549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200000"/>
                  </a:lnSpc>
                </a:pPr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      </a:t>
                </a:r>
                <a:r>
                  <a:rPr lang="en-CN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地面高计算公式</a:t>
                </a:r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：</a:t>
                </a:r>
                <a:endParaRPr lang="en-CN" sz="1800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N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lang="en-US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𝐻</m:t>
                          </m:r>
                        </m:e>
                        <m:sub>
                          <m:r>
                            <a:rPr lang="en-US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𝑙𝑎𝑛𝑑</m:t>
                          </m:r>
                        </m:sub>
                      </m:sSub>
                      <m:r>
                        <a:rPr lang="en-US" sz="1800" ker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sSub>
                        <m:sSubPr>
                          <m:ctrlPr>
                            <a:rPr lang="en-US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H</m:t>
                          </m:r>
                        </m:e>
                        <m:sub>
                          <m:r>
                            <a:rPr lang="en-US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𝑠𝑎𝑡</m:t>
                          </m:r>
                        </m:sub>
                      </m:sSub>
                      <m:r>
                        <a:rPr lang="en-US" sz="1800" ker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−</m:t>
                      </m:r>
                      <m:r>
                        <a:rPr lang="en-US" sz="1800" ker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𝐷</m:t>
                      </m:r>
                      <m:r>
                        <a:rPr lang="en-US" altLang="zh-CN" sz="1800" ker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lang="en-US" altLang="zh-CN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lang="en-US" altLang="zh-CN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800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𝑐𝑜𝑟</m:t>
                          </m:r>
                        </m:sub>
                      </m:sSub>
                    </m:oMath>
                  </m:oMathPara>
                </a14:m>
                <a:endParaRPr lang="en-CN" sz="1800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其中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H</m:t>
                        </m:r>
                      </m:e>
                      <m:sub>
                        <m:r>
                          <a:rPr lang="en-US" sz="1800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𝑠𝑎𝑡</m:t>
                        </m:r>
                      </m:sub>
                    </m:sSub>
                    <m:r>
                      <a:rPr lang="en-US" sz="18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 </m:t>
                    </m:r>
                  </m:oMath>
                </a14:m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为卫星高度，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为卫星高度计所测距离，</a:t>
                </a:r>
                <a:r>
                  <a:rPr lang="en-US" altLang="zh-CN" sz="1800" dirty="0">
                    <a:solidFill>
                      <a:schemeClr val="bg2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CN" sz="1800" i="1">
                            <a:solidFill>
                              <a:schemeClr val="bg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𝑐𝑜𝑟</m:t>
                        </m:r>
                      </m:sub>
                    </m:sSub>
                    <m:r>
                      <a:rPr lang="en-US" altLang="zh-CN" sz="1800" i="1">
                        <a:solidFill>
                          <a:schemeClr val="bg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为地球物理改正项，具体包括：</a:t>
                </a:r>
                <a:endParaRPr lang="en-US" altLang="zh-CN" sz="1800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:r>
                  <a:rPr lang="en-US" altLang="zh-CN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1</a:t>
                </a:r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）干对流层改正；</a:t>
                </a:r>
                <a:r>
                  <a:rPr lang="en-US" altLang="zh-CN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2</a:t>
                </a:r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）湿对流层改正；</a:t>
                </a:r>
                <a:r>
                  <a:rPr lang="en-US" altLang="zh-CN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3</a:t>
                </a:r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）电离层改正；</a:t>
                </a:r>
                <a:r>
                  <a:rPr lang="en-US" altLang="zh-CN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4</a:t>
                </a:r>
                <a:r>
                  <a:rPr lang="zh-CN" altLang="en-US" sz="18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）潮汐改正等。</a:t>
                </a:r>
                <a:endParaRPr lang="en-US" altLang="zh-CN" sz="1800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:endParaRPr lang="en-US" altLang="zh-CN" sz="1800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E05FFCA-3371-AF5C-381D-71D984055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376" y="1949692"/>
                <a:ext cx="5042419" cy="4354975"/>
              </a:xfrm>
              <a:prstGeom prst="rect">
                <a:avLst/>
              </a:prstGeom>
              <a:blipFill>
                <a:blip r:embed="rId3"/>
                <a:stretch>
                  <a:fillRect l="-754" r="-1256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FE91C0B-C9F8-3FEC-3419-2DE0C6E6DCB8}"/>
              </a:ext>
            </a:extLst>
          </p:cNvPr>
          <p:cNvSpPr txBox="1"/>
          <p:nvPr/>
        </p:nvSpPr>
        <p:spPr>
          <a:xfrm>
            <a:off x="317665" y="941970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>
                <a:solidFill>
                  <a:srgbClr val="333333"/>
                </a:solidFill>
                <a:latin typeface="+mn-ea"/>
                <a:ea typeface="+mn-ea"/>
              </a:rPr>
              <a:t>高度计距离的地球物理改正</a:t>
            </a:r>
            <a:endParaRPr lang="en-US" altLang="zh-CN" sz="2800" b="1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3F19248-C0BD-5C7A-F620-A377294A68A2}"/>
              </a:ext>
            </a:extLst>
          </p:cNvPr>
          <p:cNvGrpSpPr/>
          <p:nvPr/>
        </p:nvGrpSpPr>
        <p:grpSpPr>
          <a:xfrm>
            <a:off x="4768925" y="1604459"/>
            <a:ext cx="6308403" cy="8010141"/>
            <a:chOff x="5085697" y="1365033"/>
            <a:chExt cx="4675123" cy="6614423"/>
          </a:xfrm>
        </p:grpSpPr>
        <p:pic>
          <p:nvPicPr>
            <p:cNvPr id="5" name="Picture 4" descr="A picture containing dark&#10;&#10;Description automatically generated">
              <a:extLst>
                <a:ext uri="{FF2B5EF4-FFF2-40B4-BE49-F238E27FC236}">
                  <a16:creationId xmlns:a16="http://schemas.microsoft.com/office/drawing/2014/main" id="{5267B9D7-BE9F-E220-4290-8009574DC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55835" y="1365033"/>
              <a:ext cx="780524" cy="486252"/>
            </a:xfrm>
            <a:prstGeom prst="rect">
              <a:avLst/>
            </a:prstGeom>
          </p:spPr>
        </p:pic>
        <p:sp>
          <p:nvSpPr>
            <p:cNvPr id="6" name="Arc 5">
              <a:extLst>
                <a:ext uri="{FF2B5EF4-FFF2-40B4-BE49-F238E27FC236}">
                  <a16:creationId xmlns:a16="http://schemas.microsoft.com/office/drawing/2014/main" id="{6F9D83A5-86E9-9D0B-81C4-72F0858FFF29}"/>
                </a:ext>
              </a:extLst>
            </p:cNvPr>
            <p:cNvSpPr/>
            <p:nvPr/>
          </p:nvSpPr>
          <p:spPr bwMode="auto">
            <a:xfrm rot="17781206">
              <a:off x="5768037" y="3986672"/>
              <a:ext cx="3310444" cy="4675123"/>
            </a:xfrm>
            <a:prstGeom prst="arc">
              <a:avLst>
                <a:gd name="adj1" fmla="val 16778340"/>
                <a:gd name="adj2" fmla="val 0"/>
              </a:avLst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CN" sz="3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宋体" pitchFamily="2" charset="-122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26C1438-5EF5-78D7-053A-CCFB4B1A28FF}"/>
                </a:ext>
              </a:extLst>
            </p:cNvPr>
            <p:cNvSpPr/>
            <p:nvPr/>
          </p:nvSpPr>
          <p:spPr>
            <a:xfrm>
              <a:off x="5407616" y="3945576"/>
              <a:ext cx="2722880" cy="457467"/>
            </a:xfrm>
            <a:custGeom>
              <a:avLst/>
              <a:gdLst>
                <a:gd name="connsiteX0" fmla="*/ 0 w 2722880"/>
                <a:gd name="connsiteY0" fmla="*/ 516259 h 567059"/>
                <a:gd name="connsiteX1" fmla="*/ 274320 w 2722880"/>
                <a:gd name="connsiteY1" fmla="*/ 414659 h 567059"/>
                <a:gd name="connsiteX2" fmla="*/ 538480 w 2722880"/>
                <a:gd name="connsiteY2" fmla="*/ 414659 h 567059"/>
                <a:gd name="connsiteX3" fmla="*/ 721360 w 2722880"/>
                <a:gd name="connsiteY3" fmla="*/ 333379 h 567059"/>
                <a:gd name="connsiteX4" fmla="*/ 955040 w 2722880"/>
                <a:gd name="connsiteY4" fmla="*/ 262259 h 567059"/>
                <a:gd name="connsiteX5" fmla="*/ 1300480 w 2722880"/>
                <a:gd name="connsiteY5" fmla="*/ 28579 h 567059"/>
                <a:gd name="connsiteX6" fmla="*/ 1656080 w 2722880"/>
                <a:gd name="connsiteY6" fmla="*/ 18419 h 567059"/>
                <a:gd name="connsiteX7" fmla="*/ 2052320 w 2722880"/>
                <a:gd name="connsiteY7" fmla="*/ 160659 h 567059"/>
                <a:gd name="connsiteX8" fmla="*/ 2255520 w 2722880"/>
                <a:gd name="connsiteY8" fmla="*/ 353699 h 567059"/>
                <a:gd name="connsiteX9" fmla="*/ 2641600 w 2722880"/>
                <a:gd name="connsiteY9" fmla="*/ 465459 h 567059"/>
                <a:gd name="connsiteX10" fmla="*/ 2722880 w 2722880"/>
                <a:gd name="connsiteY10" fmla="*/ 567059 h 56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22880" h="567059">
                  <a:moveTo>
                    <a:pt x="0" y="516259"/>
                  </a:moveTo>
                  <a:cubicBezTo>
                    <a:pt x="92286" y="473925"/>
                    <a:pt x="184573" y="431592"/>
                    <a:pt x="274320" y="414659"/>
                  </a:cubicBezTo>
                  <a:cubicBezTo>
                    <a:pt x="364067" y="397726"/>
                    <a:pt x="463973" y="428206"/>
                    <a:pt x="538480" y="414659"/>
                  </a:cubicBezTo>
                  <a:cubicBezTo>
                    <a:pt x="612987" y="401112"/>
                    <a:pt x="651933" y="358779"/>
                    <a:pt x="721360" y="333379"/>
                  </a:cubicBezTo>
                  <a:cubicBezTo>
                    <a:pt x="790787" y="307979"/>
                    <a:pt x="858520" y="313059"/>
                    <a:pt x="955040" y="262259"/>
                  </a:cubicBezTo>
                  <a:cubicBezTo>
                    <a:pt x="1051560" y="211459"/>
                    <a:pt x="1183640" y="69219"/>
                    <a:pt x="1300480" y="28579"/>
                  </a:cubicBezTo>
                  <a:cubicBezTo>
                    <a:pt x="1417320" y="-12061"/>
                    <a:pt x="1530773" y="-3594"/>
                    <a:pt x="1656080" y="18419"/>
                  </a:cubicBezTo>
                  <a:cubicBezTo>
                    <a:pt x="1781387" y="40432"/>
                    <a:pt x="1952413" y="104779"/>
                    <a:pt x="2052320" y="160659"/>
                  </a:cubicBezTo>
                  <a:cubicBezTo>
                    <a:pt x="2152227" y="216539"/>
                    <a:pt x="2157307" y="302899"/>
                    <a:pt x="2255520" y="353699"/>
                  </a:cubicBezTo>
                  <a:cubicBezTo>
                    <a:pt x="2353733" y="404499"/>
                    <a:pt x="2563707" y="429899"/>
                    <a:pt x="2641600" y="465459"/>
                  </a:cubicBezTo>
                  <a:cubicBezTo>
                    <a:pt x="2719493" y="501019"/>
                    <a:pt x="2721186" y="534039"/>
                    <a:pt x="2722880" y="567059"/>
                  </a:cubicBezTo>
                </a:path>
              </a:pathLst>
            </a:cu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CN" sz="3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宋体" pitchFamily="2" charset="-122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EBB4894-1FFC-EEC3-D6C8-A7285CFE57EA}"/>
                </a:ext>
              </a:extLst>
            </p:cNvPr>
            <p:cNvSpPr/>
            <p:nvPr/>
          </p:nvSpPr>
          <p:spPr>
            <a:xfrm flipV="1">
              <a:off x="6785098" y="3911825"/>
              <a:ext cx="77041" cy="73021"/>
            </a:xfrm>
            <a:prstGeom prst="ellipse">
              <a:avLst/>
            </a:prstGeom>
            <a:solidFill>
              <a:schemeClr val="accent3"/>
            </a:solidFill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sz="3600" b="1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F43FEB6-5EDA-E969-9D4E-DC82E5AE0CB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07576" y="1717014"/>
              <a:ext cx="5610" cy="219301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7CE3431-AF44-B691-729A-18A8FB538D8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15598" y="3984846"/>
              <a:ext cx="5609" cy="477742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66FCF21-FA62-5B9A-5FFC-7FAD9B6A2E4D}"/>
                </a:ext>
              </a:extLst>
            </p:cNvPr>
            <p:cNvSpPr txBox="1"/>
            <p:nvPr/>
          </p:nvSpPr>
          <p:spPr>
            <a:xfrm>
              <a:off x="6821207" y="2716994"/>
              <a:ext cx="1114828" cy="482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1600">
                  <a:solidFill>
                    <a:schemeClr val="bg2"/>
                  </a:solidFill>
                  <a:latin typeface="+mn-ea"/>
                  <a:ea typeface="+mn-ea"/>
                </a:rPr>
                <a:t>卫星到星下点距离D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CC85B7E-CE54-A6CE-E7C5-024B7B4E3714}"/>
                    </a:ext>
                  </a:extLst>
                </p:cNvPr>
                <p:cNvSpPr txBox="1"/>
                <p:nvPr/>
              </p:nvSpPr>
              <p:spPr>
                <a:xfrm>
                  <a:off x="6805643" y="4056724"/>
                  <a:ext cx="1491119" cy="4828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CN" sz="1600" dirty="0">
                      <a:solidFill>
                        <a:schemeClr val="bg2"/>
                      </a:solidFill>
                      <a:latin typeface="+mn-ea"/>
                      <a:ea typeface="+mn-ea"/>
                    </a:rPr>
                    <a:t>星下点地面椭球高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CN" sz="1600" i="1" dirty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N" sz="1600" i="1" dirty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𝑙𝑎𝑛𝑑</m:t>
                          </m:r>
                        </m:sub>
                      </m:sSub>
                    </m:oMath>
                  </a14:m>
                  <a:endParaRPr lang="en-CN" sz="1600" dirty="0">
                    <a:solidFill>
                      <a:schemeClr val="bg2"/>
                    </a:solidFill>
                    <a:latin typeface="+mn-ea"/>
                    <a:ea typeface="+mn-ea"/>
                  </a:endParaRPr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CC85B7E-CE54-A6CE-E7C5-024B7B4E37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5643" y="4056724"/>
                  <a:ext cx="1491119" cy="482881"/>
                </a:xfrm>
                <a:prstGeom prst="rect">
                  <a:avLst/>
                </a:prstGeom>
                <a:blipFill>
                  <a:blip r:embed="rId5"/>
                  <a:stretch>
                    <a:fillRect t="-4255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F4E96D3-F6C5-7390-2035-B5CFB60E2398}"/>
                </a:ext>
              </a:extLst>
            </p:cNvPr>
            <p:cNvSpPr txBox="1"/>
            <p:nvPr/>
          </p:nvSpPr>
          <p:spPr>
            <a:xfrm>
              <a:off x="5688720" y="4631600"/>
              <a:ext cx="831645" cy="3049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1800">
                  <a:solidFill>
                    <a:schemeClr val="bg2"/>
                  </a:solidFill>
                  <a:latin typeface="+mn-ea"/>
                  <a:ea typeface="+mn-ea"/>
                </a:rPr>
                <a:t>参考椭球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0DA7F95-A293-8409-E383-AC248EEB33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6626968" y="1709667"/>
              <a:ext cx="18696" cy="2751095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E955BF3-F3DF-1379-CA4E-66022D34DC2E}"/>
                    </a:ext>
                  </a:extLst>
                </p:cNvPr>
                <p:cNvSpPr txBox="1"/>
                <p:nvPr/>
              </p:nvSpPr>
              <p:spPr>
                <a:xfrm>
                  <a:off x="5489949" y="2818095"/>
                  <a:ext cx="1088067" cy="53371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CN" sz="1800">
                      <a:solidFill>
                        <a:schemeClr val="bg2"/>
                      </a:solidFill>
                      <a:latin typeface="+mn-ea"/>
                      <a:ea typeface="+mn-ea"/>
                    </a:rPr>
                    <a:t>卫星的椭球高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CN" sz="180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N" sz="1800" i="1">
                              <a:solidFill>
                                <a:schemeClr val="bg2"/>
                              </a:solidFill>
                              <a:latin typeface="Cambria Math" panose="02040503050406030204" pitchFamily="18" charset="0"/>
                              <a:ea typeface="+mn-ea"/>
                            </a:rPr>
                            <m:t>sat</m:t>
                          </m:r>
                        </m:sub>
                      </m:sSub>
                    </m:oMath>
                  </a14:m>
                  <a:endParaRPr lang="en-CN" sz="1800">
                    <a:solidFill>
                      <a:schemeClr val="bg2"/>
                    </a:solidFill>
                    <a:latin typeface="+mn-ea"/>
                    <a:ea typeface="+mn-ea"/>
                  </a:endParaRPr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E955BF3-F3DF-1379-CA4E-66022D34DC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9949" y="2818095"/>
                  <a:ext cx="1088067" cy="533712"/>
                </a:xfrm>
                <a:prstGeom prst="rect">
                  <a:avLst/>
                </a:prstGeom>
                <a:blipFill>
                  <a:blip r:embed="rId6"/>
                  <a:stretch>
                    <a:fillRect t="-3846" b="-13462"/>
                  </a:stretch>
                </a:blipFill>
              </p:spPr>
              <p:txBody>
                <a:bodyPr/>
                <a:lstStyle/>
                <a:p>
                  <a:r>
                    <a:rPr lang="en-CN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277068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一、课程简介</a:t>
            </a:r>
            <a:endParaRPr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E05FFCA-3371-AF5C-381D-71D984055F5A}"/>
                  </a:ext>
                </a:extLst>
              </p:cNvPr>
              <p:cNvSpPr txBox="1"/>
              <p:nvPr/>
            </p:nvSpPr>
            <p:spPr>
              <a:xfrm>
                <a:off x="393365" y="1652224"/>
                <a:ext cx="8432970" cy="46160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卫星高度计所测距离</a:t>
                </a:r>
                <a:r>
                  <a:rPr lang="en-US" altLang="zh-CN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Altimeter range</a:t>
                </a:r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一般需要进行波形重跟踪算法进行改正。假设卫星默认波形跟踪点为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000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nomi</m:t>
                        </m:r>
                        <m:r>
                          <m:rPr>
                            <m:sty m:val="p"/>
                          </m:r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n</m:t>
                        </m:r>
                        <m:r>
                          <m:rPr>
                            <m:sty m:val="p"/>
                          </m:rPr>
                          <a:rPr lang="en-US" altLang="zh-CN" sz="2000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al</m:t>
                        </m:r>
                      </m:sub>
                    </m:sSub>
                  </m:oMath>
                </a14:m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，重跟踪算法获得跟踪点为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2000" kern="0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+mn-ea"/>
                          </a:rPr>
                          <m:t>retrack</m:t>
                        </m:r>
                      </m:sub>
                    </m:sSub>
                  </m:oMath>
                </a14:m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，相邻距离门时间间隔为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i="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t</m:t>
                    </m:r>
                  </m:oMath>
                </a14:m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。</a:t>
                </a:r>
                <a:r>
                  <a:rPr lang="en-US" altLang="zh-CN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Altimeter range</a:t>
                </a:r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为：</a:t>
                </a:r>
                <a:endParaRPr lang="en-US" altLang="zh-CN" sz="2000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𝐀𝐥𝐭𝐢𝐦𝐞𝐭𝐞𝐫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 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𝐫𝐚𝐧𝐠𝐞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𝐭𝐫𝐚𝐜𝐤𝐞𝐫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 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𝐫𝐚𝐧𝐠𝐞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+ ∆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𝐑</m:t>
                      </m:r>
                      <m:r>
                        <a:rPr lang="zh-CN" altLang="en-US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+mn-ea"/>
                        </a:rPr>
                        <m:t> </m:t>
                      </m:r>
                    </m:oMath>
                  </m:oMathPara>
                </a14:m>
                <a:endParaRPr lang="en-US" altLang="zh-CN" sz="2000" b="1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其中</a:t>
                </a:r>
                <a14:m>
                  <m:oMath xmlns:m="http://schemas.openxmlformats.org/officeDocument/2006/math">
                    <m:r>
                      <a:rPr lang="zh-CN" altLang="en-US" sz="20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tracker</m:t>
                    </m:r>
                    <m:r>
                      <a:rPr lang="en-US" altLang="zh-CN" sz="20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range</m:t>
                    </m:r>
                  </m:oMath>
                </a14:m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为默认跟踪点计算所得距离，</a:t>
                </a:r>
                <a:r>
                  <a:rPr lang="en-US" altLang="zh-CN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∆</m:t>
                    </m:r>
                    <m:r>
                      <m:rPr>
                        <m:sty m:val="p"/>
                      </m:rPr>
                      <a:rPr lang="en-US" altLang="zh-CN" sz="20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R</m:t>
                    </m:r>
                    <m:r>
                      <a:rPr lang="zh-CN" altLang="en-US" sz="2000" ker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+mn-ea"/>
                      </a:rPr>
                      <m:t> </m:t>
                    </m:r>
                  </m:oMath>
                </a14:m>
                <a:r>
                  <a:rPr lang="zh-CN" altLang="en-US" sz="200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为重跟踪改正</a:t>
                </a:r>
                <a:r>
                  <a:rPr lang="zh-CN" altLang="en-US" sz="2000" b="0" kern="0" dirty="0">
                    <a:solidFill>
                      <a:srgbClr val="000000"/>
                    </a:solidFill>
                    <a:latin typeface="Cambria Math" panose="02040503050406030204" pitchFamily="18" charset="0"/>
                    <a:ea typeface="+mn-ea"/>
                  </a:rPr>
                  <a:t>量：</a:t>
                </a:r>
                <a:endParaRPr lang="en-US" altLang="zh-CN" sz="2000" b="0" kern="0" dirty="0">
                  <a:solidFill>
                    <a:srgbClr val="000000"/>
                  </a:solidFill>
                  <a:latin typeface="Cambria Math" panose="02040503050406030204" pitchFamily="18" charset="0"/>
                  <a:ea typeface="+mn-ea"/>
                </a:endParaRPr>
              </a:p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𝐑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altLang="zh-CN" sz="2000" b="1" i="1" kern="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sz="2000" b="1" i="1" kern="0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0" kern="0" dirty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𝐆</m:t>
                              </m:r>
                            </m:e>
                            <m:sub>
                              <m:r>
                                <a:rPr lang="en-US" altLang="zh-CN" sz="2000" b="1" i="0" kern="0" dirty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𝐫𝐞𝐭𝐫𝐚𝐜𝐤𝐞𝐫</m:t>
                              </m:r>
                            </m:sub>
                          </m:sSub>
                          <m:r>
                            <a:rPr lang="en-US" altLang="zh-CN" sz="2000" b="1" i="0" kern="0" dirty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000" b="1" i="0" kern="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𝐆</m:t>
                          </m:r>
                        </m:e>
                        <m:sub>
                          <m:r>
                            <a:rPr lang="en-US" altLang="zh-CN" sz="2000" b="1" i="0" kern="0" dirty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𝐧𝐨𝐦𝐢𝐚𝐥</m:t>
                          </m:r>
                        </m:sub>
                      </m:sSub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altLang="zh-CN" sz="2000" b="1" i="1" ker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CN" sz="2000" b="1" i="1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𝒄</m:t>
                      </m:r>
                      <m:r>
                        <a:rPr lang="en-US" altLang="zh-CN" sz="2000" b="1" i="1" ker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CN" sz="2000" b="1" i="1" ker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𝐭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sz="2000" b="1" i="0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en-US" altLang="zh-CN" sz="2000" b="1" kern="0" dirty="0">
                  <a:solidFill>
                    <a:srgbClr val="000000"/>
                  </a:solidFill>
                  <a:latin typeface="+mn-ea"/>
                </a:endParaRPr>
              </a:p>
              <a:p>
                <a:pPr indent="266700" algn="just">
                  <a:lnSpc>
                    <a:spcPct val="200000"/>
                  </a:lnSpc>
                  <a:spcBef>
                    <a:spcPts val="1200"/>
                  </a:spcBef>
                </a:pPr>
                <a:r>
                  <a:rPr lang="zh-CN" altLang="en-US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备注：</a:t>
                </a:r>
                <a:r>
                  <a:rPr lang="en-US" altLang="zh-CN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Sentinel-3</a:t>
                </a:r>
                <a:r>
                  <a:rPr lang="zh-CN" altLang="en-US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默认跟踪点位为</a:t>
                </a:r>
                <a:r>
                  <a:rPr lang="en-US" altLang="zh-CN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43</a:t>
                </a:r>
                <a:r>
                  <a:rPr lang="zh-CN" altLang="en-US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，其相邻点位间时间差为</a:t>
                </a:r>
                <a:r>
                  <a:rPr lang="en-US" altLang="zh-CN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3.125</a:t>
                </a:r>
                <a:r>
                  <a:rPr lang="zh-CN" altLang="en-US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 </a:t>
                </a:r>
                <a:r>
                  <a:rPr lang="en-US" altLang="zh-CN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ns</a:t>
                </a:r>
                <a:r>
                  <a:rPr lang="zh-CN" altLang="en-US" sz="1600" b="1" u="sng" kern="0" dirty="0">
                    <a:solidFill>
                      <a:srgbClr val="000000"/>
                    </a:solidFill>
                    <a:latin typeface="+mn-ea"/>
                    <a:ea typeface="+mn-ea"/>
                  </a:rPr>
                  <a:t>。</a:t>
                </a:r>
                <a:endParaRPr lang="en-US" altLang="zh-CN" sz="1600" b="1" u="sng" kern="0" dirty="0">
                  <a:solidFill>
                    <a:srgbClr val="000000"/>
                  </a:solidFill>
                  <a:latin typeface="+mn-ea"/>
                  <a:ea typeface="+mn-ea"/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E05FFCA-3371-AF5C-381D-71D984055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65" y="1652224"/>
                <a:ext cx="8432970" cy="4616072"/>
              </a:xfrm>
              <a:prstGeom prst="rect">
                <a:avLst/>
              </a:prstGeom>
              <a:blipFill>
                <a:blip r:embed="rId3"/>
                <a:stretch>
                  <a:fillRect l="-902" r="-602"/>
                </a:stretch>
              </a:blipFill>
            </p:spPr>
            <p:txBody>
              <a:bodyPr/>
              <a:lstStyle/>
              <a:p>
                <a:r>
                  <a:rPr lang="en-C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FE91C0B-C9F8-3FEC-3419-2DE0C6E6DCB8}"/>
              </a:ext>
            </a:extLst>
          </p:cNvPr>
          <p:cNvSpPr txBox="1"/>
          <p:nvPr/>
        </p:nvSpPr>
        <p:spPr>
          <a:xfrm>
            <a:off x="317665" y="941970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波形重跟踪距离改正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2313107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一、课程简介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91C0B-C9F8-3FEC-3419-2DE0C6E6DCB8}"/>
              </a:ext>
            </a:extLst>
          </p:cNvPr>
          <p:cNvSpPr txBox="1"/>
          <p:nvPr/>
        </p:nvSpPr>
        <p:spPr>
          <a:xfrm>
            <a:off x="317665" y="941970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>
                <a:solidFill>
                  <a:srgbClr val="333333"/>
                </a:solidFill>
                <a:latin typeface="+mn-ea"/>
                <a:ea typeface="+mn-ea"/>
              </a:rPr>
              <a:t>波形重追踪距离改正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CD3369D-14E8-EFF9-8B4C-1BB6590169C3}"/>
              </a:ext>
            </a:extLst>
          </p:cNvPr>
          <p:cNvGrpSpPr/>
          <p:nvPr/>
        </p:nvGrpSpPr>
        <p:grpSpPr>
          <a:xfrm>
            <a:off x="504165" y="1689946"/>
            <a:ext cx="7772400" cy="4037610"/>
            <a:chOff x="504165" y="1975696"/>
            <a:chExt cx="7772400" cy="4037610"/>
          </a:xfrm>
        </p:grpSpPr>
        <p:pic>
          <p:nvPicPr>
            <p:cNvPr id="40" name="Picture 39" descr="A blue line graph with numbers&#10;&#10;Description automatically generated">
              <a:extLst>
                <a:ext uri="{FF2B5EF4-FFF2-40B4-BE49-F238E27FC236}">
                  <a16:creationId xmlns:a16="http://schemas.microsoft.com/office/drawing/2014/main" id="{7BAE91F7-A638-70DC-226F-AF9FF51A8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165" y="1975696"/>
              <a:ext cx="7772400" cy="4037610"/>
            </a:xfrm>
            <a:prstGeom prst="rect">
              <a:avLst/>
            </a:prstGeom>
          </p:spPr>
        </p:pic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1706D5B6-D65B-D942-309B-39F7DCB1E0D8}"/>
                </a:ext>
              </a:extLst>
            </p:cNvPr>
            <p:cNvGrpSpPr/>
            <p:nvPr/>
          </p:nvGrpSpPr>
          <p:grpSpPr>
            <a:xfrm>
              <a:off x="2074277" y="2162768"/>
              <a:ext cx="6154427" cy="3345639"/>
              <a:chOff x="2035366" y="2452047"/>
              <a:chExt cx="6154427" cy="3345639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3348476-2F76-84CF-7B2D-DA8641D9A0F5}"/>
                  </a:ext>
                </a:extLst>
              </p:cNvPr>
              <p:cNvSpPr txBox="1"/>
              <p:nvPr/>
            </p:nvSpPr>
            <p:spPr>
              <a:xfrm>
                <a:off x="2562282" y="4863585"/>
                <a:ext cx="1082348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N" sz="1400" i="1">
                    <a:solidFill>
                      <a:schemeClr val="accent6">
                        <a:lumMod val="50000"/>
                      </a:schemeClr>
                    </a:solidFill>
                    <a:latin typeface="+mn-ea"/>
                    <a:ea typeface="+mn-ea"/>
                  </a:rPr>
                  <a:t>默认追踪点</a:t>
                </a: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1815630D-440A-BA7A-DAF5-ED03080637E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3644630" y="3852525"/>
                <a:ext cx="0" cy="1945161"/>
              </a:xfrm>
              <a:prstGeom prst="straightConnector1">
                <a:avLst/>
              </a:prstGeom>
              <a:ln w="28575">
                <a:solidFill>
                  <a:srgbClr val="00B0F0"/>
                </a:solidFill>
                <a:headEnd type="none" w="med" len="med"/>
                <a:tailEnd type="triangle"/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CA1C9F51-02CC-D5A8-BD93-1AB882784387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4257643" y="3852525"/>
                <a:ext cx="1" cy="1945161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headEnd type="none" w="med" len="med"/>
                <a:tailEnd type="triangle"/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C6D8AB4-24DC-D592-A4CA-7C755A830AD6}"/>
                  </a:ext>
                </a:extLst>
              </p:cNvPr>
              <p:cNvSpPr txBox="1"/>
              <p:nvPr/>
            </p:nvSpPr>
            <p:spPr>
              <a:xfrm>
                <a:off x="3824168" y="3544748"/>
                <a:ext cx="9028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1400" i="1" dirty="0">
                    <a:solidFill>
                      <a:schemeClr val="accent3"/>
                    </a:solidFill>
                    <a:latin typeface="+mn-ea"/>
                    <a:ea typeface="+mn-ea"/>
                  </a:rPr>
                  <a:t>重跟踪点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0CC3330-8E6E-1398-8B34-EF8ED568C0CB}"/>
                  </a:ext>
                </a:extLst>
              </p:cNvPr>
              <p:cNvSpPr txBox="1"/>
              <p:nvPr/>
            </p:nvSpPr>
            <p:spPr>
              <a:xfrm>
                <a:off x="2035366" y="2737579"/>
                <a:ext cx="902811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N" sz="1400" i="1">
                    <a:solidFill>
                      <a:schemeClr val="bg2"/>
                    </a:solidFill>
                    <a:latin typeface="+mn-ea"/>
                    <a:ea typeface="+mn-ea"/>
                  </a:rPr>
                  <a:t>波形前缘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116198B-4E87-5169-92B0-E91DFDBC1D19}"/>
                  </a:ext>
                </a:extLst>
              </p:cNvPr>
              <p:cNvSpPr txBox="1"/>
              <p:nvPr/>
            </p:nvSpPr>
            <p:spPr>
              <a:xfrm>
                <a:off x="5859189" y="3661599"/>
                <a:ext cx="902811" cy="3077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CN" sz="1400" i="1">
                    <a:solidFill>
                      <a:schemeClr val="bg2"/>
                    </a:solidFill>
                    <a:latin typeface="+mn-ea"/>
                    <a:ea typeface="+mn-ea"/>
                  </a:rPr>
                  <a:t>波形后缘</a:t>
                </a: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2997F4DD-0922-B363-F763-27CB25268159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 bwMode="auto">
              <a:xfrm>
                <a:off x="2486772" y="3045356"/>
                <a:ext cx="1592444" cy="953821"/>
              </a:xfrm>
              <a:prstGeom prst="straightConnector1">
                <a:avLst/>
              </a:prstGeom>
              <a:ln>
                <a:headEnd type="none" w="med" len="me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33B5FB2A-A85B-6A0E-263A-F26DFC374696}"/>
                  </a:ext>
                </a:extLst>
              </p:cNvPr>
              <p:cNvCxnSpPr>
                <a:cxnSpLocks/>
                <a:stCxn id="27" idx="2"/>
              </p:cNvCxnSpPr>
              <p:nvPr/>
            </p:nvCxnSpPr>
            <p:spPr bwMode="auto">
              <a:xfrm flipH="1">
                <a:off x="4982026" y="3969376"/>
                <a:ext cx="1328569" cy="1008190"/>
              </a:xfrm>
              <a:prstGeom prst="straightConnector1">
                <a:avLst/>
              </a:prstGeom>
              <a:ln>
                <a:headEnd type="none" w="med" len="med"/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AF78166-75AC-74B5-C0D9-CAC71F413EF4}"/>
                  </a:ext>
                </a:extLst>
              </p:cNvPr>
              <p:cNvSpPr txBox="1"/>
              <p:nvPr/>
            </p:nvSpPr>
            <p:spPr>
              <a:xfrm>
                <a:off x="4982026" y="2452047"/>
                <a:ext cx="3207767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CN" sz="1600" b="1">
                    <a:solidFill>
                      <a:schemeClr val="bg2"/>
                    </a:solidFill>
                    <a:latin typeface="+mn-ea"/>
                    <a:ea typeface="+mn-ea"/>
                  </a:rPr>
                  <a:t>Sentinel-3 SAR模式</a:t>
                </a:r>
                <a:r>
                  <a:rPr lang="zh-CN" altLang="en-US" sz="1600" b="1">
                    <a:solidFill>
                      <a:schemeClr val="bg2"/>
                    </a:solidFill>
                    <a:latin typeface="+mn-ea"/>
                    <a:ea typeface="+mn-ea"/>
                  </a:rPr>
                  <a:t>高度计波形</a:t>
                </a:r>
                <a:endParaRPr lang="en-CN" sz="1600" b="1">
                  <a:solidFill>
                    <a:schemeClr val="bg2"/>
                  </a:solidFill>
                  <a:latin typeface="+mn-ea"/>
                  <a:ea typeface="+mn-ea"/>
                </a:endParaRPr>
              </a:p>
            </p:txBody>
          </p: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D07906B-FAF1-117B-E6A7-6D191EC4E883}"/>
                </a:ext>
              </a:extLst>
            </p:cNvPr>
            <p:cNvSpPr txBox="1"/>
            <p:nvPr/>
          </p:nvSpPr>
          <p:spPr>
            <a:xfrm>
              <a:off x="3596339" y="5452237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>
                  <a:solidFill>
                    <a:srgbClr val="00B0F0"/>
                  </a:solidFill>
                </a:rPr>
                <a:t>43</a:t>
              </a:r>
              <a:endParaRPr lang="en-CN" sz="1600">
                <a:solidFill>
                  <a:srgbClr val="00B0F0"/>
                </a:solidFill>
              </a:endParaRP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36A94F0A-9BCF-0783-70D7-65A53B9C0CC3}"/>
                </a:ext>
              </a:extLst>
            </p:cNvPr>
            <p:cNvSpPr txBox="1"/>
            <p:nvPr/>
          </p:nvSpPr>
          <p:spPr>
            <a:xfrm>
              <a:off x="4119558" y="5453604"/>
              <a:ext cx="3898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600">
                  <a:solidFill>
                    <a:schemeClr val="accent3"/>
                  </a:solidFill>
                </a:rPr>
                <a:t>55</a:t>
              </a:r>
              <a:endParaRPr lang="en-CN" sz="1600">
                <a:solidFill>
                  <a:schemeClr val="accent3"/>
                </a:solidFill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73A7FF0-C417-B2B7-6C67-466B0FB6605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674576" y="4262164"/>
              <a:ext cx="630942" cy="0"/>
            </a:xfrm>
            <a:prstGeom prst="straightConnector1">
              <a:avLst/>
            </a:prstGeom>
            <a:ln w="19050">
              <a:solidFill>
                <a:schemeClr val="accent2"/>
              </a:solidFill>
              <a:prstDash val="dash"/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922BC94-544E-9C03-7774-A6A5C31A858E}"/>
                </a:ext>
              </a:extLst>
            </p:cNvPr>
            <p:cNvSpPr txBox="1"/>
            <p:nvPr/>
          </p:nvSpPr>
          <p:spPr>
            <a:xfrm>
              <a:off x="3626718" y="4005657"/>
              <a:ext cx="726481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sz="800" b="1">
                  <a:solidFill>
                    <a:schemeClr val="bg2"/>
                  </a:solidFill>
                  <a:latin typeface="+mn-ea"/>
                  <a:ea typeface="+mn-ea"/>
                </a:rPr>
                <a:t>Correction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617D2EC-E886-F05D-06BB-4F44EC4E8448}"/>
              </a:ext>
            </a:extLst>
          </p:cNvPr>
          <p:cNvSpPr txBox="1"/>
          <p:nvPr/>
        </p:nvSpPr>
        <p:spPr>
          <a:xfrm>
            <a:off x="527025" y="5692140"/>
            <a:ext cx="8114055" cy="961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sz="2000" dirty="0">
                <a:solidFill>
                  <a:schemeClr val="bg2"/>
                </a:solidFill>
                <a:latin typeface="+mn-ea"/>
                <a:ea typeface="+mn-ea"/>
              </a:rPr>
              <a:t>Sentinel-3</a:t>
            </a:r>
            <a:r>
              <a:rPr lang="zh-CN" altLang="en-US" sz="2000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en-US" altLang="zh-CN" sz="2000" dirty="0">
                <a:solidFill>
                  <a:schemeClr val="bg2"/>
                </a:solidFill>
                <a:latin typeface="+mn-ea"/>
                <a:ea typeface="+mn-ea"/>
              </a:rPr>
              <a:t>SAR</a:t>
            </a:r>
            <a:r>
              <a:rPr lang="zh-CN" altLang="en-US" sz="2000" dirty="0">
                <a:solidFill>
                  <a:schemeClr val="bg2"/>
                </a:solidFill>
                <a:latin typeface="+mn-ea"/>
                <a:ea typeface="+mn-ea"/>
              </a:rPr>
              <a:t>模式高度计波形的默认距离门为</a:t>
            </a:r>
            <a:r>
              <a:rPr lang="en-US" altLang="zh-CN" sz="2000" dirty="0">
                <a:solidFill>
                  <a:schemeClr val="bg2"/>
                </a:solidFill>
                <a:latin typeface="+mn-ea"/>
                <a:ea typeface="+mn-ea"/>
              </a:rPr>
              <a:t>43</a:t>
            </a:r>
            <a:r>
              <a:rPr lang="zh-CN" altLang="en-US" sz="2000" dirty="0">
                <a:solidFill>
                  <a:schemeClr val="bg2"/>
                </a:solidFill>
                <a:latin typeface="+mn-ea"/>
                <a:ea typeface="+mn-ea"/>
              </a:rPr>
              <a:t>。相邻距离门时间间隔为</a:t>
            </a:r>
            <a:r>
              <a:rPr lang="en-US" altLang="zh-CN" sz="2000" dirty="0">
                <a:solidFill>
                  <a:schemeClr val="bg2"/>
                </a:solidFill>
                <a:latin typeface="+mn-ea"/>
                <a:ea typeface="+mn-ea"/>
              </a:rPr>
              <a:t>3.125 ns</a:t>
            </a:r>
            <a:endParaRPr lang="en-CN" sz="20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8273720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二</a:t>
            </a:r>
            <a:r>
              <a:rPr lang="en-US" altLang="zh-CN" dirty="0">
                <a:latin typeface="+mn-ea"/>
              </a:rPr>
              <a:t>. </a:t>
            </a:r>
            <a:r>
              <a:rPr lang="zh-CN" altLang="en-US" sz="3600" b="1" dirty="0">
                <a:latin typeface="微软雅黑" pitchFamily="34" charset="-122"/>
                <a:ea typeface="微软雅黑" pitchFamily="34" charset="-122"/>
              </a:rPr>
              <a:t>开源</a:t>
            </a:r>
            <a:r>
              <a:rPr lang="en-US" altLang="zh-CN" sz="3600" b="1" dirty="0">
                <a:latin typeface="微软雅黑" pitchFamily="34" charset="-122"/>
                <a:ea typeface="微软雅黑" pitchFamily="34" charset="-122"/>
              </a:rPr>
              <a:t>GIS</a:t>
            </a:r>
            <a:r>
              <a:rPr lang="zh-CN" altLang="en-US" sz="3600" b="1" dirty="0">
                <a:latin typeface="微软雅黑" pitchFamily="34" charset="-122"/>
                <a:ea typeface="微软雅黑" pitchFamily="34" charset="-122"/>
              </a:rPr>
              <a:t>软件发展史及现状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4FF4E1-B17F-D4F8-E834-173BA3B0D059}"/>
              </a:ext>
            </a:extLst>
          </p:cNvPr>
          <p:cNvSpPr txBox="1"/>
          <p:nvPr/>
        </p:nvSpPr>
        <p:spPr>
          <a:xfrm>
            <a:off x="404362" y="913572"/>
            <a:ext cx="8314891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课后练习及章节作业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43A92-9E22-44EA-2939-C64F8E264329}"/>
              </a:ext>
            </a:extLst>
          </p:cNvPr>
          <p:cNvSpPr txBox="1"/>
          <p:nvPr/>
        </p:nvSpPr>
        <p:spPr>
          <a:xfrm>
            <a:off x="502919" y="1763498"/>
            <a:ext cx="8126731" cy="3423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000" dirty="0">
                <a:solidFill>
                  <a:srgbClr val="333333"/>
                </a:solidFill>
                <a:latin typeface="+mn-ea"/>
                <a:ea typeface="+mn-ea"/>
              </a:rPr>
              <a:t>1. </a:t>
            </a:r>
            <a:r>
              <a:rPr lang="zh-CN" altLang="en-US" sz="2000" dirty="0">
                <a:solidFill>
                  <a:srgbClr val="333333"/>
                </a:solidFill>
                <a:latin typeface="+mn-ea"/>
                <a:ea typeface="+mn-ea"/>
              </a:rPr>
              <a:t>练习课堂程序；</a:t>
            </a:r>
            <a:endParaRPr lang="en-US" altLang="zh-CN" sz="2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000" dirty="0">
                <a:solidFill>
                  <a:srgbClr val="333333"/>
                </a:solidFill>
                <a:latin typeface="+mn-ea"/>
                <a:ea typeface="+mn-ea"/>
              </a:rPr>
              <a:t>2. </a:t>
            </a:r>
            <a:r>
              <a:rPr lang="zh-CN" altLang="en-US" sz="2000" dirty="0">
                <a:solidFill>
                  <a:srgbClr val="333333"/>
                </a:solidFill>
                <a:latin typeface="+mn-ea"/>
                <a:ea typeface="+mn-ea"/>
              </a:rPr>
              <a:t>利用</a:t>
            </a:r>
            <a:r>
              <a:rPr lang="en-US" altLang="zh-CN" sz="2000" dirty="0">
                <a:solidFill>
                  <a:srgbClr val="333333"/>
                </a:solidFill>
                <a:latin typeface="+mn-ea"/>
                <a:ea typeface="+mn-ea"/>
              </a:rPr>
              <a:t>Sentinel-3</a:t>
            </a:r>
            <a:r>
              <a:rPr lang="zh-CN" altLang="en-US" sz="2000" dirty="0">
                <a:solidFill>
                  <a:srgbClr val="333333"/>
                </a:solidFill>
                <a:latin typeface="+mn-ea"/>
                <a:ea typeface="+mn-ea"/>
              </a:rPr>
              <a:t>高度计数据对中国湖泊（任选）水位信息进行年度</a:t>
            </a:r>
            <a:r>
              <a:rPr lang="en-US" altLang="zh-CN" sz="2000" dirty="0">
                <a:solidFill>
                  <a:srgbClr val="333333"/>
                </a:solidFill>
                <a:latin typeface="+mn-ea"/>
                <a:ea typeface="+mn-ea"/>
              </a:rPr>
              <a:t>/</a:t>
            </a:r>
            <a:r>
              <a:rPr lang="zh-CN" altLang="en-US" sz="2000" dirty="0">
                <a:solidFill>
                  <a:srgbClr val="333333"/>
                </a:solidFill>
                <a:latin typeface="+mn-ea"/>
                <a:ea typeface="+mn-ea"/>
              </a:rPr>
              <a:t>季节性变化监测。</a:t>
            </a:r>
            <a:endParaRPr lang="en-US" altLang="zh-CN" sz="2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endParaRPr lang="en-US" altLang="zh-CN" sz="2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endParaRPr lang="en-US" altLang="zh-CN" sz="20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endParaRPr lang="en-US" altLang="zh-CN" sz="20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58913004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102581</TotalTime>
  <Words>305</Words>
  <Application>Microsoft Macintosh PowerPoint</Application>
  <PresentationFormat>On-screen Show (4:3)</PresentationFormat>
  <Paragraphs>41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微软雅黑</vt:lpstr>
      <vt:lpstr>黑体</vt:lpstr>
      <vt:lpstr>Arial</vt:lpstr>
      <vt:lpstr>Cambria Math</vt:lpstr>
      <vt:lpstr>Times New Roman</vt:lpstr>
      <vt:lpstr>Wingdings</vt:lpstr>
      <vt:lpstr>2_Global</vt:lpstr>
      <vt:lpstr>1_Copyright (c) 2007-2010 NordriDesign™ _light</vt:lpstr>
      <vt:lpstr>PowerPoint Presentation</vt:lpstr>
      <vt:lpstr>一、课程简介</vt:lpstr>
      <vt:lpstr>一、课程简介</vt:lpstr>
      <vt:lpstr>一、课程简介</vt:lpstr>
      <vt:lpstr>二. 开源GIS软件发展史及现状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Xin Luo</cp:lastModifiedBy>
  <cp:revision>13008</cp:revision>
  <dcterms:created xsi:type="dcterms:W3CDTF">2004-07-09T11:40:27Z</dcterms:created>
  <dcterms:modified xsi:type="dcterms:W3CDTF">2024-03-27T01:52:07Z</dcterms:modified>
</cp:coreProperties>
</file>