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5"/>
  </p:notesMasterIdLst>
  <p:handoutMasterIdLst>
    <p:handoutMasterId r:id="rId6"/>
  </p:handoutMasterIdLst>
  <p:sldIdLst>
    <p:sldId id="2734" r:id="rId3"/>
    <p:sldId id="2727" r:id="rId4"/>
  </p:sldIdLst>
  <p:sldSz cx="9144000" cy="6858000" type="screen4x3"/>
  <p:notesSz cx="7099300" cy="10234613"/>
  <p:custDataLst>
    <p:tags r:id="rId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50F8A5-9508-E248-911D-B5C9D8AE1D70}" v="1" dt="2023-11-23T06:50:30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3" autoAdjust="0"/>
    <p:restoredTop sz="83946" autoAdjust="0"/>
  </p:normalViewPr>
  <p:slideViewPr>
    <p:cSldViewPr snapToGrid="0">
      <p:cViewPr varScale="1">
        <p:scale>
          <a:sx n="106" d="100"/>
          <a:sy n="106" d="100"/>
        </p:scale>
        <p:origin x="1864" y="184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7250F8A5-9508-E248-911D-B5C9D8AE1D70}"/>
    <pc:docChg chg="addSld delSld modSld">
      <pc:chgData name="Xin Luo" userId="82312ee5779919a4" providerId="LiveId" clId="{7250F8A5-9508-E248-911D-B5C9D8AE1D70}" dt="2023-11-23T06:55:25.360" v="111" actId="20577"/>
      <pc:docMkLst>
        <pc:docMk/>
      </pc:docMkLst>
      <pc:sldChg chg="del">
        <pc:chgData name="Xin Luo" userId="82312ee5779919a4" providerId="LiveId" clId="{7250F8A5-9508-E248-911D-B5C9D8AE1D70}" dt="2023-11-23T06:50:28.741" v="8" actId="2696"/>
        <pc:sldMkLst>
          <pc:docMk/>
          <pc:sldMk cId="295872025" sldId="2722"/>
        </pc:sldMkLst>
      </pc:sldChg>
      <pc:sldChg chg="modSp add del mod">
        <pc:chgData name="Xin Luo" userId="82312ee5779919a4" providerId="LiveId" clId="{7250F8A5-9508-E248-911D-B5C9D8AE1D70}" dt="2023-11-23T06:55:25.360" v="111" actId="20577"/>
        <pc:sldMkLst>
          <pc:docMk/>
          <pc:sldMk cId="623131075" sldId="2727"/>
        </pc:sldMkLst>
        <pc:spChg chg="mod">
          <ac:chgData name="Xin Luo" userId="82312ee5779919a4" providerId="LiveId" clId="{7250F8A5-9508-E248-911D-B5C9D8AE1D70}" dt="2023-11-23T06:50:36.385" v="23" actId="20577"/>
          <ac:spMkLst>
            <pc:docMk/>
            <pc:sldMk cId="623131075" sldId="2727"/>
            <ac:spMk id="3" creationId="{00000000-0000-0000-0000-000000000000}"/>
          </ac:spMkLst>
        </pc:spChg>
        <pc:spChg chg="mod">
          <ac:chgData name="Xin Luo" userId="82312ee5779919a4" providerId="LiveId" clId="{7250F8A5-9508-E248-911D-B5C9D8AE1D70}" dt="2023-11-23T06:55:25.360" v="111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7250F8A5-9508-E248-911D-B5C9D8AE1D70}" dt="2023-11-23T06:50:41.916" v="32" actId="20577"/>
        <pc:sldMkLst>
          <pc:docMk/>
          <pc:sldMk cId="2241021106" sldId="2734"/>
        </pc:sldMkLst>
        <pc:spChg chg="mod">
          <ac:chgData name="Xin Luo" userId="82312ee5779919a4" providerId="LiveId" clId="{7250F8A5-9508-E248-911D-B5C9D8AE1D70}" dt="2023-11-23T06:50:41.916" v="32" actId="20577"/>
          <ac:spMkLst>
            <pc:docMk/>
            <pc:sldMk cId="2241021106" sldId="2734"/>
            <ac:spMk id="24" creationId="{00000000-0000-0000-0000-000000000000}"/>
          </ac:spMkLst>
        </pc:spChg>
      </pc:sldChg>
      <pc:sldMasterChg chg="delSldLayout">
        <pc:chgData name="Xin Luo" userId="82312ee5779919a4" providerId="LiveId" clId="{7250F8A5-9508-E248-911D-B5C9D8AE1D70}" dt="2023-11-23T06:50:29.249" v="10" actId="2696"/>
        <pc:sldMasterMkLst>
          <pc:docMk/>
          <pc:sldMasterMk cId="0" sldId="2147484773"/>
        </pc:sldMasterMkLst>
        <pc:sldLayoutChg chg="del">
          <pc:chgData name="Xin Luo" userId="82312ee5779919a4" providerId="LiveId" clId="{7250F8A5-9508-E248-911D-B5C9D8AE1D70}" dt="2023-11-23T06:50:29.249" v="10" actId="2696"/>
          <pc:sldLayoutMkLst>
            <pc:docMk/>
            <pc:sldMasterMk cId="0" sldId="2147484773"/>
            <pc:sldLayoutMk cId="1556853612" sldId="2147484954"/>
          </pc:sldLayoutMkLst>
        </pc:sldLayoutChg>
      </pc:sldMasterChg>
    </pc:docChg>
  </pc:docChgLst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37D42620-D994-0749-AEB6-71C6987E1DE6}"/>
    <pc:docChg chg="modSld">
      <pc:chgData name="Xin Luo" userId="82312ee5779919a4" providerId="LiveId" clId="{37D42620-D994-0749-AEB6-71C6987E1DE6}" dt="2023-11-17T01:36:24.938" v="42" actId="20577"/>
      <pc:docMkLst>
        <pc:docMk/>
      </pc:docMkLst>
      <pc:sldChg chg="modSp mod">
        <pc:chgData name="Xin Luo" userId="82312ee5779919a4" providerId="LiveId" clId="{37D42620-D994-0749-AEB6-71C6987E1DE6}" dt="2023-11-17T01:36:24.938" v="42" actId="20577"/>
        <pc:sldMkLst>
          <pc:docMk/>
          <pc:sldMk cId="2241021106" sldId="2734"/>
        </pc:sldMkLst>
        <pc:spChg chg="mod">
          <ac:chgData name="Xin Luo" userId="82312ee5779919a4" providerId="LiveId" clId="{37D42620-D994-0749-AEB6-71C6987E1DE6}" dt="2023-11-17T01:36:24.938" v="42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D466483C-9A35-F143-8B59-F41186F2D3B2}"/>
    <pc:docChg chg="addSld delSld modSld">
      <pc:chgData name="Xin Luo" userId="82312ee5779919a4" providerId="LiveId" clId="{D466483C-9A35-F143-8B59-F41186F2D3B2}" dt="2023-07-02T13:52:16.808" v="94" actId="2696"/>
      <pc:docMkLst>
        <pc:docMk/>
      </pc:docMkLst>
      <pc:sldChg chg="del">
        <pc:chgData name="Xin Luo" userId="82312ee5779919a4" providerId="LiveId" clId="{D466483C-9A35-F143-8B59-F41186F2D3B2}" dt="2023-07-02T13:51:48.306" v="3" actId="2696"/>
        <pc:sldMkLst>
          <pc:docMk/>
          <pc:sldMk cId="1153920038" sldId="2206"/>
        </pc:sldMkLst>
      </pc:sldChg>
      <pc:sldChg chg="del">
        <pc:chgData name="Xin Luo" userId="82312ee5779919a4" providerId="LiveId" clId="{D466483C-9A35-F143-8B59-F41186F2D3B2}" dt="2023-07-02T13:52:16.741" v="80" actId="2696"/>
        <pc:sldMkLst>
          <pc:docMk/>
          <pc:sldMk cId="1576120367" sldId="2387"/>
        </pc:sldMkLst>
      </pc:sldChg>
      <pc:sldChg chg="del">
        <pc:chgData name="Xin Luo" userId="82312ee5779919a4" providerId="LiveId" clId="{D466483C-9A35-F143-8B59-F41186F2D3B2}" dt="2023-07-02T13:52:16.795" v="93" actId="2696"/>
        <pc:sldMkLst>
          <pc:docMk/>
          <pc:sldMk cId="2415901206" sldId="2447"/>
        </pc:sldMkLst>
      </pc:sldChg>
      <pc:sldChg chg="del">
        <pc:chgData name="Xin Luo" userId="82312ee5779919a4" providerId="LiveId" clId="{D466483C-9A35-F143-8B59-F41186F2D3B2}" dt="2023-07-02T13:52:16.747" v="82" actId="2696"/>
        <pc:sldMkLst>
          <pc:docMk/>
          <pc:sldMk cId="4067577602" sldId="2605"/>
        </pc:sldMkLst>
      </pc:sldChg>
      <pc:sldChg chg="del">
        <pc:chgData name="Xin Luo" userId="82312ee5779919a4" providerId="LiveId" clId="{D466483C-9A35-F143-8B59-F41186F2D3B2}" dt="2023-07-02T13:52:16.749" v="83" actId="2696"/>
        <pc:sldMkLst>
          <pc:docMk/>
          <pc:sldMk cId="1602808061" sldId="2707"/>
        </pc:sldMkLst>
      </pc:sldChg>
      <pc:sldChg chg="del">
        <pc:chgData name="Xin Luo" userId="82312ee5779919a4" providerId="LiveId" clId="{D466483C-9A35-F143-8B59-F41186F2D3B2}" dt="2023-07-02T13:52:16.789" v="90" actId="2696"/>
        <pc:sldMkLst>
          <pc:docMk/>
          <pc:sldMk cId="1658607177" sldId="2708"/>
        </pc:sldMkLst>
      </pc:sldChg>
      <pc:sldChg chg="del">
        <pc:chgData name="Xin Luo" userId="82312ee5779919a4" providerId="LiveId" clId="{D466483C-9A35-F143-8B59-F41186F2D3B2}" dt="2023-07-02T13:52:16.756" v="86" actId="2696"/>
        <pc:sldMkLst>
          <pc:docMk/>
          <pc:sldMk cId="1257969106" sldId="2709"/>
        </pc:sldMkLst>
      </pc:sldChg>
      <pc:sldChg chg="del">
        <pc:chgData name="Xin Luo" userId="82312ee5779919a4" providerId="LiveId" clId="{D466483C-9A35-F143-8B59-F41186F2D3B2}" dt="2023-07-02T13:52:16.786" v="89" actId="2696"/>
        <pc:sldMkLst>
          <pc:docMk/>
          <pc:sldMk cId="2744383376" sldId="2711"/>
        </pc:sldMkLst>
      </pc:sldChg>
      <pc:sldChg chg="del">
        <pc:chgData name="Xin Luo" userId="82312ee5779919a4" providerId="LiveId" clId="{D466483C-9A35-F143-8B59-F41186F2D3B2}" dt="2023-07-02T13:52:16.739" v="79" actId="2696"/>
        <pc:sldMkLst>
          <pc:docMk/>
          <pc:sldMk cId="280619949" sldId="2714"/>
        </pc:sldMkLst>
      </pc:sldChg>
      <pc:sldChg chg="del">
        <pc:chgData name="Xin Luo" userId="82312ee5779919a4" providerId="LiveId" clId="{D466483C-9A35-F143-8B59-F41186F2D3B2}" dt="2023-07-02T13:52:16.726" v="74" actId="2696"/>
        <pc:sldMkLst>
          <pc:docMk/>
          <pc:sldMk cId="3852391939" sldId="2715"/>
        </pc:sldMkLst>
      </pc:sldChg>
      <pc:sldChg chg="del">
        <pc:chgData name="Xin Luo" userId="82312ee5779919a4" providerId="LiveId" clId="{D466483C-9A35-F143-8B59-F41186F2D3B2}" dt="2023-07-02T13:52:16.753" v="84" actId="2696"/>
        <pc:sldMkLst>
          <pc:docMk/>
          <pc:sldMk cId="3026715585" sldId="2716"/>
        </pc:sldMkLst>
      </pc:sldChg>
      <pc:sldChg chg="del">
        <pc:chgData name="Xin Luo" userId="82312ee5779919a4" providerId="LiveId" clId="{D466483C-9A35-F143-8B59-F41186F2D3B2}" dt="2023-07-02T13:52:16.728" v="75" actId="2696"/>
        <pc:sldMkLst>
          <pc:docMk/>
          <pc:sldMk cId="4136986794" sldId="2717"/>
        </pc:sldMkLst>
      </pc:sldChg>
      <pc:sldChg chg="del">
        <pc:chgData name="Xin Luo" userId="82312ee5779919a4" providerId="LiveId" clId="{D466483C-9A35-F143-8B59-F41186F2D3B2}" dt="2023-07-02T13:52:16.755" v="85" actId="2696"/>
        <pc:sldMkLst>
          <pc:docMk/>
          <pc:sldMk cId="1778017482" sldId="2718"/>
        </pc:sldMkLst>
      </pc:sldChg>
      <pc:sldChg chg="del">
        <pc:chgData name="Xin Luo" userId="82312ee5779919a4" providerId="LiveId" clId="{D466483C-9A35-F143-8B59-F41186F2D3B2}" dt="2023-07-02T13:52:16.731" v="76" actId="2696"/>
        <pc:sldMkLst>
          <pc:docMk/>
          <pc:sldMk cId="1858913004" sldId="2719"/>
        </pc:sldMkLst>
      </pc:sldChg>
      <pc:sldChg chg="del">
        <pc:chgData name="Xin Luo" userId="82312ee5779919a4" providerId="LiveId" clId="{D466483C-9A35-F143-8B59-F41186F2D3B2}" dt="2023-07-02T13:52:16.734" v="77" actId="2696"/>
        <pc:sldMkLst>
          <pc:docMk/>
          <pc:sldMk cId="3480831675" sldId="2720"/>
        </pc:sldMkLst>
      </pc:sldChg>
      <pc:sldChg chg="del">
        <pc:chgData name="Xin Luo" userId="82312ee5779919a4" providerId="LiveId" clId="{D466483C-9A35-F143-8B59-F41186F2D3B2}" dt="2023-07-02T13:52:16.723" v="73" actId="2696"/>
        <pc:sldMkLst>
          <pc:docMk/>
          <pc:sldMk cId="769179569" sldId="2723"/>
        </pc:sldMkLst>
      </pc:sldChg>
      <pc:sldChg chg="del">
        <pc:chgData name="Xin Luo" userId="82312ee5779919a4" providerId="LiveId" clId="{D466483C-9A35-F143-8B59-F41186F2D3B2}" dt="2023-07-02T13:52:16.737" v="78" actId="2696"/>
        <pc:sldMkLst>
          <pc:docMk/>
          <pc:sldMk cId="57442970" sldId="2725"/>
        </pc:sldMkLst>
      </pc:sldChg>
      <pc:sldChg chg="del">
        <pc:chgData name="Xin Luo" userId="82312ee5779919a4" providerId="LiveId" clId="{D466483C-9A35-F143-8B59-F41186F2D3B2}" dt="2023-07-02T13:52:16.783" v="88" actId="2696"/>
        <pc:sldMkLst>
          <pc:docMk/>
          <pc:sldMk cId="4114066566" sldId="2726"/>
        </pc:sldMkLst>
      </pc:sldChg>
      <pc:sldChg chg="del">
        <pc:chgData name="Xin Luo" userId="82312ee5779919a4" providerId="LiveId" clId="{D466483C-9A35-F143-8B59-F41186F2D3B2}" dt="2023-07-02T13:52:16.758" v="87" actId="2696"/>
        <pc:sldMkLst>
          <pc:docMk/>
          <pc:sldMk cId="1683372320" sldId="2728"/>
        </pc:sldMkLst>
      </pc:sldChg>
      <pc:sldChg chg="del">
        <pc:chgData name="Xin Luo" userId="82312ee5779919a4" providerId="LiveId" clId="{D466483C-9A35-F143-8B59-F41186F2D3B2}" dt="2023-07-02T13:52:16.744" v="81" actId="2696"/>
        <pc:sldMkLst>
          <pc:docMk/>
          <pc:sldMk cId="240261692" sldId="2729"/>
        </pc:sldMkLst>
      </pc:sldChg>
      <pc:sldChg chg="del">
        <pc:chgData name="Xin Luo" userId="82312ee5779919a4" providerId="LiveId" clId="{D466483C-9A35-F143-8B59-F41186F2D3B2}" dt="2023-07-02T13:52:16.720" v="72" actId="2696"/>
        <pc:sldMkLst>
          <pc:docMk/>
          <pc:sldMk cId="736914780" sldId="2730"/>
        </pc:sldMkLst>
      </pc:sldChg>
      <pc:sldChg chg="del">
        <pc:chgData name="Xin Luo" userId="82312ee5779919a4" providerId="LiveId" clId="{D466483C-9A35-F143-8B59-F41186F2D3B2}" dt="2023-07-02T13:52:16.808" v="94" actId="2696"/>
        <pc:sldMkLst>
          <pc:docMk/>
          <pc:sldMk cId="3309691984" sldId="2731"/>
        </pc:sldMkLst>
      </pc:sldChg>
      <pc:sldChg chg="del">
        <pc:chgData name="Xin Luo" userId="82312ee5779919a4" providerId="LiveId" clId="{D466483C-9A35-F143-8B59-F41186F2D3B2}" dt="2023-07-02T13:52:16.791" v="91" actId="2696"/>
        <pc:sldMkLst>
          <pc:docMk/>
          <pc:sldMk cId="1199790559" sldId="2732"/>
        </pc:sldMkLst>
      </pc:sldChg>
      <pc:sldChg chg="del">
        <pc:chgData name="Xin Luo" userId="82312ee5779919a4" providerId="LiveId" clId="{D466483C-9A35-F143-8B59-F41186F2D3B2}" dt="2023-07-02T13:52:16.793" v="92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D466483C-9A35-F143-8B59-F41186F2D3B2}" dt="2023-07-02T13:52:09.702" v="71" actId="20577"/>
        <pc:sldMkLst>
          <pc:docMk/>
          <pc:sldMk cId="2241021106" sldId="2734"/>
        </pc:sldMkLst>
        <pc:spChg chg="mod">
          <ac:chgData name="Xin Luo" userId="82312ee5779919a4" providerId="LiveId" clId="{D466483C-9A35-F143-8B59-F41186F2D3B2}" dt="2023-07-02T13:52:09.702" v="71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603026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98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星载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雷达</a:t>
            </a: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测高应用作业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卫星测高原理及应用课程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一、星载雷达测高应用作业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745741"/>
            <a:ext cx="7706910" cy="3243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内容：</a:t>
            </a:r>
            <a:r>
              <a:rPr lang="zh-CN" altLang="en-CN" kern="0" dirty="0">
                <a:solidFill>
                  <a:srgbClr val="000000"/>
                </a:solidFill>
                <a:latin typeface="+mn-ea"/>
                <a:ea typeface="+mn-ea"/>
              </a:rPr>
              <a:t>选取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中国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xx</a:t>
            </a:r>
            <a:r>
              <a:rPr lang="zh-CN" altLang="en-CN" kern="0" dirty="0">
                <a:solidFill>
                  <a:srgbClr val="000000"/>
                </a:solidFill>
                <a:latin typeface="+mn-ea"/>
                <a:ea typeface="+mn-ea"/>
              </a:rPr>
              <a:t>湖泊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，利用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Sentinel-3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测高数据分析湖泊年度</a:t>
            </a:r>
            <a:r>
              <a:rPr lang="zh-CN" altLang="en-US" kern="0">
                <a:solidFill>
                  <a:srgbClr val="000000"/>
                </a:solidFill>
                <a:latin typeface="+mn-ea"/>
                <a:ea typeface="+mn-ea"/>
              </a:rPr>
              <a:t>及季节性水位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变化。</a:t>
            </a: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提交：实验报告一份。</a:t>
            </a: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作业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要求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101809</TotalTime>
  <Words>71</Words>
  <Application>Microsoft Macintosh PowerPoint</Application>
  <PresentationFormat>On-screen Show (4:3)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微软雅黑</vt:lpstr>
      <vt:lpstr>黑体</vt:lpstr>
      <vt:lpstr>Arial</vt:lpstr>
      <vt:lpstr>Times New Roman</vt:lpstr>
      <vt:lpstr>Wingdings</vt:lpstr>
      <vt:lpstr>2_Global</vt:lpstr>
      <vt:lpstr>1_Copyright (c) 2007-2010 NordriDesign™ _light</vt:lpstr>
      <vt:lpstr>PowerPoint Presentation</vt:lpstr>
      <vt:lpstr>一、星载雷达测高应用作业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12985</cp:revision>
  <dcterms:created xsi:type="dcterms:W3CDTF">2004-07-09T11:40:27Z</dcterms:created>
  <dcterms:modified xsi:type="dcterms:W3CDTF">2024-03-20T02:01:37Z</dcterms:modified>
</cp:coreProperties>
</file>